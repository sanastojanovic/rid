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5" r:id="rId1"/>
    <p:sldMasterId id="214748385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847955">
            <a:off x="8140875" y="-284794"/>
            <a:ext cx="1904727" cy="1158283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/>
          <p:nvPr/>
        </p:nvSpPr>
        <p:spPr>
          <a:xfrm rot="-1147982">
            <a:off x="-531780" y="5597060"/>
            <a:ext cx="1904735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-2" y="13"/>
            <a:ext cx="1754059" cy="1549249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2;p2"/>
          <p:cNvGrpSpPr/>
          <p:nvPr/>
        </p:nvGrpSpPr>
        <p:grpSpPr>
          <a:xfrm rot="-900295">
            <a:off x="10138388" y="1639309"/>
            <a:ext cx="2373235" cy="1442405"/>
            <a:chOff x="2544840" y="154440"/>
            <a:chExt cx="3692520" cy="2244240"/>
          </a:xfrm>
        </p:grpSpPr>
        <p:sp>
          <p:nvSpPr>
            <p:cNvPr id="13" name="Google Shape;13;p2"/>
            <p:cNvSpPr/>
            <p:nvPr/>
          </p:nvSpPr>
          <p:spPr>
            <a:xfrm>
              <a:off x="2544840" y="154440"/>
              <a:ext cx="3692520" cy="2244240"/>
            </a:xfrm>
            <a:custGeom>
              <a:avLst/>
              <a:gdLst/>
              <a:ahLst/>
              <a:cxnLst/>
              <a:rect l="l" t="t" r="r" b="b"/>
              <a:pathLst>
                <a:path w="10257" h="6234" extrusionOk="0">
                  <a:moveTo>
                    <a:pt x="309" y="3816"/>
                  </a:moveTo>
                  <a:cubicBezTo>
                    <a:pt x="685" y="4204"/>
                    <a:pt x="1175" y="4286"/>
                    <a:pt x="1651" y="4038"/>
                  </a:cubicBezTo>
                  <a:cubicBezTo>
                    <a:pt x="1739" y="3992"/>
                    <a:pt x="1824" y="3938"/>
                    <a:pt x="1911" y="3888"/>
                  </a:cubicBezTo>
                  <a:cubicBezTo>
                    <a:pt x="1995" y="3841"/>
                    <a:pt x="2012" y="3850"/>
                    <a:pt x="2013" y="3946"/>
                  </a:cubicBezTo>
                  <a:cubicBezTo>
                    <a:pt x="2015" y="4129"/>
                    <a:pt x="2013" y="4312"/>
                    <a:pt x="2013" y="4495"/>
                  </a:cubicBezTo>
                  <a:cubicBezTo>
                    <a:pt x="2013" y="4678"/>
                    <a:pt x="2013" y="4861"/>
                    <a:pt x="2013" y="5045"/>
                  </a:cubicBezTo>
                  <a:lnTo>
                    <a:pt x="2014" y="5045"/>
                  </a:lnTo>
                  <a:cubicBezTo>
                    <a:pt x="2014" y="5393"/>
                    <a:pt x="2013" y="5742"/>
                    <a:pt x="2014" y="6091"/>
                  </a:cubicBezTo>
                  <a:cubicBezTo>
                    <a:pt x="2014" y="6230"/>
                    <a:pt x="2016" y="6233"/>
                    <a:pt x="2150" y="6233"/>
                  </a:cubicBezTo>
                  <a:cubicBezTo>
                    <a:pt x="2595" y="6233"/>
                    <a:pt x="3041" y="6233"/>
                    <a:pt x="3486" y="6233"/>
                  </a:cubicBezTo>
                  <a:cubicBezTo>
                    <a:pt x="3623" y="6232"/>
                    <a:pt x="3625" y="6231"/>
                    <a:pt x="3597" y="6100"/>
                  </a:cubicBezTo>
                  <a:cubicBezTo>
                    <a:pt x="3507" y="5672"/>
                    <a:pt x="3588" y="5270"/>
                    <a:pt x="3831" y="4914"/>
                  </a:cubicBezTo>
                  <a:cubicBezTo>
                    <a:pt x="3837" y="4904"/>
                    <a:pt x="3843" y="4895"/>
                    <a:pt x="3850" y="4886"/>
                  </a:cubicBezTo>
                  <a:cubicBezTo>
                    <a:pt x="3937" y="4763"/>
                    <a:pt x="4040" y="4655"/>
                    <a:pt x="4153" y="4564"/>
                  </a:cubicBezTo>
                  <a:cubicBezTo>
                    <a:pt x="4528" y="4264"/>
                    <a:pt x="5026" y="4146"/>
                    <a:pt x="5511" y="4273"/>
                  </a:cubicBezTo>
                  <a:cubicBezTo>
                    <a:pt x="5531" y="4278"/>
                    <a:pt x="5551" y="4284"/>
                    <a:pt x="5570" y="4290"/>
                  </a:cubicBezTo>
                  <a:cubicBezTo>
                    <a:pt x="5742" y="4341"/>
                    <a:pt x="5899" y="4418"/>
                    <a:pt x="6037" y="4516"/>
                  </a:cubicBezTo>
                  <a:cubicBezTo>
                    <a:pt x="6426" y="4791"/>
                    <a:pt x="6671" y="5230"/>
                    <a:pt x="6695" y="5735"/>
                  </a:cubicBezTo>
                  <a:cubicBezTo>
                    <a:pt x="6701" y="5870"/>
                    <a:pt x="6681" y="6004"/>
                    <a:pt x="6651" y="6135"/>
                  </a:cubicBezTo>
                  <a:cubicBezTo>
                    <a:pt x="6633" y="6213"/>
                    <a:pt x="6661" y="6234"/>
                    <a:pt x="6733" y="6234"/>
                  </a:cubicBezTo>
                  <a:cubicBezTo>
                    <a:pt x="6917" y="6233"/>
                    <a:pt x="7100" y="6233"/>
                    <a:pt x="7284" y="6232"/>
                  </a:cubicBezTo>
                  <a:cubicBezTo>
                    <a:pt x="7361" y="6232"/>
                    <a:pt x="7438" y="6232"/>
                    <a:pt x="7515" y="6232"/>
                  </a:cubicBezTo>
                  <a:cubicBezTo>
                    <a:pt x="7724" y="6232"/>
                    <a:pt x="7933" y="6232"/>
                    <a:pt x="8142" y="6234"/>
                  </a:cubicBezTo>
                  <a:cubicBezTo>
                    <a:pt x="8237" y="6234"/>
                    <a:pt x="8246" y="6185"/>
                    <a:pt x="8246" y="6109"/>
                  </a:cubicBezTo>
                  <a:cubicBezTo>
                    <a:pt x="8246" y="5855"/>
                    <a:pt x="8245" y="5601"/>
                    <a:pt x="8245" y="5347"/>
                  </a:cubicBezTo>
                  <a:cubicBezTo>
                    <a:pt x="8245" y="4920"/>
                    <a:pt x="8245" y="4495"/>
                    <a:pt x="8246" y="4068"/>
                  </a:cubicBezTo>
                  <a:cubicBezTo>
                    <a:pt x="8246" y="4022"/>
                    <a:pt x="8223" y="3959"/>
                    <a:pt x="8268" y="3933"/>
                  </a:cubicBezTo>
                  <a:cubicBezTo>
                    <a:pt x="8320" y="3901"/>
                    <a:pt x="8361" y="3960"/>
                    <a:pt x="8402" y="3986"/>
                  </a:cubicBezTo>
                  <a:cubicBezTo>
                    <a:pt x="8493" y="4044"/>
                    <a:pt x="8585" y="4096"/>
                    <a:pt x="8681" y="4137"/>
                  </a:cubicBezTo>
                  <a:cubicBezTo>
                    <a:pt x="8841" y="4206"/>
                    <a:pt x="9010" y="4247"/>
                    <a:pt x="9197" y="4241"/>
                  </a:cubicBezTo>
                  <a:cubicBezTo>
                    <a:pt x="9220" y="4241"/>
                    <a:pt x="9244" y="4240"/>
                    <a:pt x="9266" y="4237"/>
                  </a:cubicBezTo>
                  <a:lnTo>
                    <a:pt x="9267" y="4237"/>
                  </a:lnTo>
                  <a:cubicBezTo>
                    <a:pt x="9392" y="4225"/>
                    <a:pt x="9510" y="4191"/>
                    <a:pt x="9618" y="4139"/>
                  </a:cubicBezTo>
                  <a:cubicBezTo>
                    <a:pt x="9846" y="4030"/>
                    <a:pt x="10028" y="3841"/>
                    <a:pt x="10138" y="3617"/>
                  </a:cubicBezTo>
                  <a:cubicBezTo>
                    <a:pt x="10179" y="3535"/>
                    <a:pt x="10210" y="3448"/>
                    <a:pt x="10230" y="3359"/>
                  </a:cubicBezTo>
                  <a:cubicBezTo>
                    <a:pt x="10283" y="3123"/>
                    <a:pt x="10260" y="2869"/>
                    <a:pt x="10140" y="2637"/>
                  </a:cubicBezTo>
                  <a:cubicBezTo>
                    <a:pt x="9888" y="2153"/>
                    <a:pt x="9349" y="1893"/>
                    <a:pt x="8821" y="2050"/>
                  </a:cubicBezTo>
                  <a:cubicBezTo>
                    <a:pt x="8800" y="2056"/>
                    <a:pt x="8778" y="2063"/>
                    <a:pt x="8757" y="2071"/>
                  </a:cubicBezTo>
                  <a:cubicBezTo>
                    <a:pt x="8623" y="2120"/>
                    <a:pt x="8507" y="2202"/>
                    <a:pt x="8382" y="2268"/>
                  </a:cubicBezTo>
                  <a:cubicBezTo>
                    <a:pt x="8345" y="2288"/>
                    <a:pt x="8309" y="2340"/>
                    <a:pt x="8264" y="2313"/>
                  </a:cubicBezTo>
                  <a:cubicBezTo>
                    <a:pt x="8226" y="2290"/>
                    <a:pt x="8246" y="2236"/>
                    <a:pt x="8246" y="2197"/>
                  </a:cubicBezTo>
                  <a:cubicBezTo>
                    <a:pt x="8246" y="2058"/>
                    <a:pt x="8246" y="1919"/>
                    <a:pt x="8246" y="1780"/>
                  </a:cubicBezTo>
                  <a:cubicBezTo>
                    <a:pt x="8245" y="1239"/>
                    <a:pt x="8245" y="697"/>
                    <a:pt x="8245" y="155"/>
                  </a:cubicBezTo>
                  <a:cubicBezTo>
                    <a:pt x="8245" y="1"/>
                    <a:pt x="8244" y="1"/>
                    <a:pt x="8090" y="1"/>
                  </a:cubicBezTo>
                  <a:cubicBezTo>
                    <a:pt x="7624" y="1"/>
                    <a:pt x="7158" y="5"/>
                    <a:pt x="6692" y="2"/>
                  </a:cubicBezTo>
                  <a:cubicBezTo>
                    <a:pt x="6598" y="1"/>
                    <a:pt x="6573" y="25"/>
                    <a:pt x="6591" y="122"/>
                  </a:cubicBezTo>
                  <a:cubicBezTo>
                    <a:pt x="6715" y="792"/>
                    <a:pt x="6498" y="1336"/>
                    <a:pt x="5951" y="1737"/>
                  </a:cubicBezTo>
                  <a:cubicBezTo>
                    <a:pt x="5027" y="2415"/>
                    <a:pt x="3663" y="1819"/>
                    <a:pt x="3516" y="681"/>
                  </a:cubicBezTo>
                  <a:cubicBezTo>
                    <a:pt x="3492" y="493"/>
                    <a:pt x="3499" y="310"/>
                    <a:pt x="3535" y="126"/>
                  </a:cubicBezTo>
                  <a:cubicBezTo>
                    <a:pt x="3558" y="9"/>
                    <a:pt x="3552" y="1"/>
                    <a:pt x="3431" y="1"/>
                  </a:cubicBezTo>
                  <a:cubicBezTo>
                    <a:pt x="3103" y="1"/>
                    <a:pt x="2775" y="-1"/>
                    <a:pt x="2447" y="1"/>
                  </a:cubicBezTo>
                  <a:cubicBezTo>
                    <a:pt x="2162" y="4"/>
                    <a:pt x="2014" y="155"/>
                    <a:pt x="2013" y="439"/>
                  </a:cubicBezTo>
                  <a:cubicBezTo>
                    <a:pt x="2013" y="1009"/>
                    <a:pt x="2014" y="1579"/>
                    <a:pt x="2014" y="2149"/>
                  </a:cubicBezTo>
                  <a:cubicBezTo>
                    <a:pt x="2014" y="2277"/>
                    <a:pt x="2009" y="2280"/>
                    <a:pt x="1898" y="2219"/>
                  </a:cubicBezTo>
                  <a:cubicBezTo>
                    <a:pt x="1714" y="2118"/>
                    <a:pt x="1541" y="1998"/>
                    <a:pt x="1328" y="1958"/>
                  </a:cubicBezTo>
                  <a:cubicBezTo>
                    <a:pt x="865" y="1871"/>
                    <a:pt x="369" y="2096"/>
                    <a:pt x="147" y="2504"/>
                  </a:cubicBezTo>
                  <a:cubicBezTo>
                    <a:pt x="-96" y="2952"/>
                    <a:pt x="-33" y="3462"/>
                    <a:pt x="309" y="3816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929400" y="741960"/>
              <a:ext cx="2307960" cy="1656720"/>
            </a:xfrm>
            <a:custGeom>
              <a:avLst/>
              <a:gdLst/>
              <a:ahLst/>
              <a:cxnLst/>
              <a:rect l="l" t="t" r="r" b="b"/>
              <a:pathLst>
                <a:path w="6411" h="4602" extrusionOk="0">
                  <a:moveTo>
                    <a:pt x="4" y="3254"/>
                  </a:moveTo>
                  <a:cubicBezTo>
                    <a:pt x="91" y="3131"/>
                    <a:pt x="194" y="3023"/>
                    <a:pt x="307" y="2932"/>
                  </a:cubicBezTo>
                  <a:cubicBezTo>
                    <a:pt x="682" y="2632"/>
                    <a:pt x="1180" y="2514"/>
                    <a:pt x="1665" y="2641"/>
                  </a:cubicBezTo>
                  <a:cubicBezTo>
                    <a:pt x="1685" y="2646"/>
                    <a:pt x="1705" y="2652"/>
                    <a:pt x="1724" y="2658"/>
                  </a:cubicBezTo>
                  <a:cubicBezTo>
                    <a:pt x="1896" y="2709"/>
                    <a:pt x="2053" y="2786"/>
                    <a:pt x="2191" y="2884"/>
                  </a:cubicBezTo>
                  <a:cubicBezTo>
                    <a:pt x="2580" y="3159"/>
                    <a:pt x="2825" y="3598"/>
                    <a:pt x="2849" y="4103"/>
                  </a:cubicBezTo>
                  <a:cubicBezTo>
                    <a:pt x="2855" y="4238"/>
                    <a:pt x="2835" y="4372"/>
                    <a:pt x="2805" y="4503"/>
                  </a:cubicBezTo>
                  <a:cubicBezTo>
                    <a:pt x="2787" y="4581"/>
                    <a:pt x="2815" y="4602"/>
                    <a:pt x="2887" y="4602"/>
                  </a:cubicBezTo>
                  <a:cubicBezTo>
                    <a:pt x="3071" y="4601"/>
                    <a:pt x="3254" y="4601"/>
                    <a:pt x="3438" y="4600"/>
                  </a:cubicBezTo>
                  <a:cubicBezTo>
                    <a:pt x="3515" y="4600"/>
                    <a:pt x="3592" y="4600"/>
                    <a:pt x="3669" y="4600"/>
                  </a:cubicBezTo>
                  <a:cubicBezTo>
                    <a:pt x="3878" y="4600"/>
                    <a:pt x="4087" y="4600"/>
                    <a:pt x="4296" y="4602"/>
                  </a:cubicBezTo>
                  <a:cubicBezTo>
                    <a:pt x="4391" y="4602"/>
                    <a:pt x="4400" y="4553"/>
                    <a:pt x="4400" y="4477"/>
                  </a:cubicBezTo>
                  <a:cubicBezTo>
                    <a:pt x="4400" y="4223"/>
                    <a:pt x="4399" y="3969"/>
                    <a:pt x="4399" y="3715"/>
                  </a:cubicBezTo>
                  <a:cubicBezTo>
                    <a:pt x="4399" y="3288"/>
                    <a:pt x="4399" y="2863"/>
                    <a:pt x="4400" y="2436"/>
                  </a:cubicBezTo>
                  <a:cubicBezTo>
                    <a:pt x="4400" y="2390"/>
                    <a:pt x="4377" y="2327"/>
                    <a:pt x="4422" y="2301"/>
                  </a:cubicBezTo>
                  <a:cubicBezTo>
                    <a:pt x="4474" y="2269"/>
                    <a:pt x="4515" y="2328"/>
                    <a:pt x="4556" y="2354"/>
                  </a:cubicBezTo>
                  <a:cubicBezTo>
                    <a:pt x="4647" y="2412"/>
                    <a:pt x="4739" y="2464"/>
                    <a:pt x="4835" y="2505"/>
                  </a:cubicBezTo>
                  <a:cubicBezTo>
                    <a:pt x="4995" y="2574"/>
                    <a:pt x="5164" y="2615"/>
                    <a:pt x="5351" y="2609"/>
                  </a:cubicBezTo>
                  <a:cubicBezTo>
                    <a:pt x="5374" y="2609"/>
                    <a:pt x="5398" y="2608"/>
                    <a:pt x="5420" y="2605"/>
                  </a:cubicBezTo>
                  <a:lnTo>
                    <a:pt x="5421" y="2605"/>
                  </a:lnTo>
                  <a:cubicBezTo>
                    <a:pt x="5546" y="2593"/>
                    <a:pt x="5664" y="2559"/>
                    <a:pt x="5772" y="2507"/>
                  </a:cubicBezTo>
                  <a:cubicBezTo>
                    <a:pt x="6000" y="2398"/>
                    <a:pt x="6182" y="2209"/>
                    <a:pt x="6292" y="1985"/>
                  </a:cubicBezTo>
                  <a:cubicBezTo>
                    <a:pt x="6333" y="1903"/>
                    <a:pt x="6364" y="1816"/>
                    <a:pt x="6384" y="1727"/>
                  </a:cubicBezTo>
                  <a:cubicBezTo>
                    <a:pt x="6437" y="1491"/>
                    <a:pt x="6414" y="1237"/>
                    <a:pt x="6294" y="1005"/>
                  </a:cubicBezTo>
                  <a:cubicBezTo>
                    <a:pt x="6042" y="521"/>
                    <a:pt x="5503" y="261"/>
                    <a:pt x="4975" y="418"/>
                  </a:cubicBezTo>
                  <a:cubicBezTo>
                    <a:pt x="4954" y="424"/>
                    <a:pt x="4932" y="431"/>
                    <a:pt x="4911" y="439"/>
                  </a:cubicBezTo>
                  <a:cubicBezTo>
                    <a:pt x="4777" y="488"/>
                    <a:pt x="4661" y="570"/>
                    <a:pt x="4536" y="636"/>
                  </a:cubicBezTo>
                  <a:cubicBezTo>
                    <a:pt x="4499" y="656"/>
                    <a:pt x="4463" y="708"/>
                    <a:pt x="4419" y="681"/>
                  </a:cubicBezTo>
                  <a:cubicBezTo>
                    <a:pt x="4380" y="658"/>
                    <a:pt x="4400" y="604"/>
                    <a:pt x="4400" y="565"/>
                  </a:cubicBezTo>
                  <a:cubicBezTo>
                    <a:pt x="4400" y="426"/>
                    <a:pt x="4400" y="287"/>
                    <a:pt x="4400" y="148"/>
                  </a:cubicBezTo>
                  <a:cubicBezTo>
                    <a:pt x="4244" y="50"/>
                    <a:pt x="4082" y="26"/>
                    <a:pt x="4008" y="15"/>
                  </a:cubicBezTo>
                  <a:cubicBezTo>
                    <a:pt x="3943" y="5"/>
                    <a:pt x="3878" y="0"/>
                    <a:pt x="3815" y="0"/>
                  </a:cubicBezTo>
                  <a:lnTo>
                    <a:pt x="3814" y="0"/>
                  </a:lnTo>
                  <a:cubicBezTo>
                    <a:pt x="3496" y="0"/>
                    <a:pt x="3191" y="123"/>
                    <a:pt x="2906" y="364"/>
                  </a:cubicBezTo>
                  <a:cubicBezTo>
                    <a:pt x="2835" y="424"/>
                    <a:pt x="2769" y="492"/>
                    <a:pt x="2704" y="569"/>
                  </a:cubicBezTo>
                  <a:lnTo>
                    <a:pt x="2650" y="569"/>
                  </a:lnTo>
                  <a:cubicBezTo>
                    <a:pt x="2436" y="569"/>
                    <a:pt x="2172" y="656"/>
                    <a:pt x="2011" y="848"/>
                  </a:cubicBezTo>
                  <a:cubicBezTo>
                    <a:pt x="1979" y="840"/>
                    <a:pt x="1947" y="834"/>
                    <a:pt x="1913" y="829"/>
                  </a:cubicBezTo>
                  <a:cubicBezTo>
                    <a:pt x="1870" y="822"/>
                    <a:pt x="1827" y="819"/>
                    <a:pt x="1784" y="819"/>
                  </a:cubicBezTo>
                  <a:cubicBezTo>
                    <a:pt x="1518" y="819"/>
                    <a:pt x="1275" y="947"/>
                    <a:pt x="1100" y="1181"/>
                  </a:cubicBezTo>
                  <a:cubicBezTo>
                    <a:pt x="1015" y="1294"/>
                    <a:pt x="953" y="1423"/>
                    <a:pt x="913" y="1571"/>
                  </a:cubicBezTo>
                  <a:cubicBezTo>
                    <a:pt x="840" y="1595"/>
                    <a:pt x="770" y="1630"/>
                    <a:pt x="702" y="1675"/>
                  </a:cubicBezTo>
                  <a:cubicBezTo>
                    <a:pt x="478" y="1825"/>
                    <a:pt x="349" y="2093"/>
                    <a:pt x="367" y="2364"/>
                  </a:cubicBezTo>
                  <a:cubicBezTo>
                    <a:pt x="100" y="2592"/>
                    <a:pt x="-25" y="2896"/>
                    <a:pt x="4" y="3254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656320" y="875880"/>
              <a:ext cx="581040" cy="805680"/>
            </a:xfrm>
            <a:custGeom>
              <a:avLst/>
              <a:gdLst/>
              <a:ahLst/>
              <a:cxnLst/>
              <a:rect l="l" t="t" r="r" b="b"/>
              <a:pathLst>
                <a:path w="1614" h="2238" extrusionOk="0">
                  <a:moveTo>
                    <a:pt x="58" y="1951"/>
                  </a:moveTo>
                  <a:cubicBezTo>
                    <a:pt x="48" y="2011"/>
                    <a:pt x="42" y="2071"/>
                    <a:pt x="38" y="2133"/>
                  </a:cubicBezTo>
                  <a:cubicBezTo>
                    <a:pt x="198" y="2202"/>
                    <a:pt x="367" y="2243"/>
                    <a:pt x="554" y="2238"/>
                  </a:cubicBezTo>
                  <a:cubicBezTo>
                    <a:pt x="577" y="2237"/>
                    <a:pt x="601" y="2235"/>
                    <a:pt x="623" y="2233"/>
                  </a:cubicBezTo>
                  <a:lnTo>
                    <a:pt x="624" y="2233"/>
                  </a:lnTo>
                  <a:cubicBezTo>
                    <a:pt x="727" y="2174"/>
                    <a:pt x="781" y="2068"/>
                    <a:pt x="842" y="1949"/>
                  </a:cubicBezTo>
                  <a:cubicBezTo>
                    <a:pt x="850" y="1934"/>
                    <a:pt x="857" y="1919"/>
                    <a:pt x="865" y="1903"/>
                  </a:cubicBezTo>
                  <a:cubicBezTo>
                    <a:pt x="876" y="1883"/>
                    <a:pt x="886" y="1862"/>
                    <a:pt x="896" y="1841"/>
                  </a:cubicBezTo>
                  <a:cubicBezTo>
                    <a:pt x="910" y="1811"/>
                    <a:pt x="925" y="1780"/>
                    <a:pt x="942" y="1750"/>
                  </a:cubicBezTo>
                  <a:cubicBezTo>
                    <a:pt x="1007" y="1635"/>
                    <a:pt x="1087" y="1545"/>
                    <a:pt x="1180" y="1483"/>
                  </a:cubicBezTo>
                  <a:cubicBezTo>
                    <a:pt x="1298" y="1403"/>
                    <a:pt x="1442" y="1358"/>
                    <a:pt x="1587" y="1355"/>
                  </a:cubicBezTo>
                  <a:cubicBezTo>
                    <a:pt x="1640" y="1119"/>
                    <a:pt x="1617" y="865"/>
                    <a:pt x="1497" y="633"/>
                  </a:cubicBezTo>
                  <a:cubicBezTo>
                    <a:pt x="1245" y="149"/>
                    <a:pt x="706" y="-111"/>
                    <a:pt x="178" y="46"/>
                  </a:cubicBezTo>
                  <a:cubicBezTo>
                    <a:pt x="141" y="82"/>
                    <a:pt x="113" y="125"/>
                    <a:pt x="91" y="178"/>
                  </a:cubicBezTo>
                  <a:cubicBezTo>
                    <a:pt x="63" y="247"/>
                    <a:pt x="34" y="323"/>
                    <a:pt x="21" y="401"/>
                  </a:cubicBezTo>
                  <a:cubicBezTo>
                    <a:pt x="-29" y="689"/>
                    <a:pt x="10" y="982"/>
                    <a:pt x="139" y="1294"/>
                  </a:cubicBezTo>
                  <a:cubicBezTo>
                    <a:pt x="276" y="1167"/>
                    <a:pt x="446" y="1078"/>
                    <a:pt x="653" y="1024"/>
                  </a:cubicBezTo>
                  <a:cubicBezTo>
                    <a:pt x="551" y="769"/>
                    <a:pt x="522" y="598"/>
                    <a:pt x="648" y="491"/>
                  </a:cubicBezTo>
                  <a:cubicBezTo>
                    <a:pt x="659" y="482"/>
                    <a:pt x="673" y="477"/>
                    <a:pt x="687" y="477"/>
                  </a:cubicBezTo>
                  <a:cubicBezTo>
                    <a:pt x="696" y="477"/>
                    <a:pt x="706" y="479"/>
                    <a:pt x="715" y="484"/>
                  </a:cubicBezTo>
                  <a:cubicBezTo>
                    <a:pt x="737" y="496"/>
                    <a:pt x="749" y="521"/>
                    <a:pt x="746" y="545"/>
                  </a:cubicBezTo>
                  <a:cubicBezTo>
                    <a:pt x="727" y="673"/>
                    <a:pt x="761" y="793"/>
                    <a:pt x="861" y="948"/>
                  </a:cubicBezTo>
                  <a:cubicBezTo>
                    <a:pt x="890" y="992"/>
                    <a:pt x="908" y="1000"/>
                    <a:pt x="929" y="1000"/>
                  </a:cubicBezTo>
                  <a:cubicBezTo>
                    <a:pt x="935" y="1000"/>
                    <a:pt x="941" y="1000"/>
                    <a:pt x="947" y="999"/>
                  </a:cubicBezTo>
                  <a:cubicBezTo>
                    <a:pt x="961" y="996"/>
                    <a:pt x="975" y="995"/>
                    <a:pt x="992" y="995"/>
                  </a:cubicBezTo>
                  <a:cubicBezTo>
                    <a:pt x="1014" y="995"/>
                    <a:pt x="1035" y="997"/>
                    <a:pt x="1056" y="999"/>
                  </a:cubicBezTo>
                  <a:lnTo>
                    <a:pt x="1060" y="1000"/>
                  </a:lnTo>
                  <a:lnTo>
                    <a:pt x="1084" y="1002"/>
                  </a:lnTo>
                  <a:cubicBezTo>
                    <a:pt x="1175" y="1012"/>
                    <a:pt x="1269" y="1021"/>
                    <a:pt x="1360" y="1058"/>
                  </a:cubicBezTo>
                  <a:cubicBezTo>
                    <a:pt x="1385" y="1068"/>
                    <a:pt x="1400" y="1093"/>
                    <a:pt x="1397" y="1119"/>
                  </a:cubicBezTo>
                  <a:cubicBezTo>
                    <a:pt x="1394" y="1146"/>
                    <a:pt x="1374" y="1167"/>
                    <a:pt x="1348" y="1172"/>
                  </a:cubicBezTo>
                  <a:cubicBezTo>
                    <a:pt x="1320" y="1177"/>
                    <a:pt x="1294" y="1177"/>
                    <a:pt x="1274" y="1177"/>
                  </a:cubicBezTo>
                  <a:lnTo>
                    <a:pt x="1258" y="1177"/>
                  </a:lnTo>
                  <a:lnTo>
                    <a:pt x="1223" y="1177"/>
                  </a:lnTo>
                  <a:cubicBezTo>
                    <a:pt x="1006" y="1177"/>
                    <a:pt x="818" y="1207"/>
                    <a:pt x="649" y="1269"/>
                  </a:cubicBezTo>
                  <a:cubicBezTo>
                    <a:pt x="304" y="1395"/>
                    <a:pt x="110" y="1619"/>
                    <a:pt x="58" y="195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039920" y="842040"/>
              <a:ext cx="1482480" cy="1556640"/>
            </a:xfrm>
            <a:custGeom>
              <a:avLst/>
              <a:gdLst/>
              <a:ahLst/>
              <a:cxnLst/>
              <a:rect l="l" t="t" r="r" b="b"/>
              <a:pathLst>
                <a:path w="4118" h="4324" extrusionOk="0">
                  <a:moveTo>
                    <a:pt x="2001" y="1670"/>
                  </a:moveTo>
                  <a:cubicBezTo>
                    <a:pt x="2129" y="1527"/>
                    <a:pt x="2310" y="1448"/>
                    <a:pt x="2510" y="1448"/>
                  </a:cubicBezTo>
                  <a:cubicBezTo>
                    <a:pt x="2663" y="1448"/>
                    <a:pt x="2815" y="1494"/>
                    <a:pt x="2938" y="1577"/>
                  </a:cubicBezTo>
                  <a:cubicBezTo>
                    <a:pt x="3031" y="1639"/>
                    <a:pt x="3111" y="1729"/>
                    <a:pt x="3176" y="1844"/>
                  </a:cubicBezTo>
                  <a:cubicBezTo>
                    <a:pt x="3193" y="1874"/>
                    <a:pt x="3208" y="1905"/>
                    <a:pt x="3222" y="1935"/>
                  </a:cubicBezTo>
                  <a:cubicBezTo>
                    <a:pt x="3232" y="1956"/>
                    <a:pt x="3242" y="1977"/>
                    <a:pt x="3252" y="1998"/>
                  </a:cubicBezTo>
                  <a:cubicBezTo>
                    <a:pt x="3260" y="2013"/>
                    <a:pt x="3268" y="2028"/>
                    <a:pt x="3276" y="2043"/>
                  </a:cubicBezTo>
                  <a:cubicBezTo>
                    <a:pt x="3351" y="2190"/>
                    <a:pt x="3415" y="2316"/>
                    <a:pt x="3575" y="2360"/>
                  </a:cubicBezTo>
                  <a:cubicBezTo>
                    <a:pt x="3602" y="2367"/>
                    <a:pt x="3620" y="2392"/>
                    <a:pt x="3619" y="2420"/>
                  </a:cubicBezTo>
                  <a:cubicBezTo>
                    <a:pt x="3618" y="2448"/>
                    <a:pt x="3598" y="2471"/>
                    <a:pt x="3571" y="2476"/>
                  </a:cubicBezTo>
                  <a:cubicBezTo>
                    <a:pt x="3553" y="2480"/>
                    <a:pt x="3534" y="2482"/>
                    <a:pt x="3516" y="2482"/>
                  </a:cubicBezTo>
                  <a:cubicBezTo>
                    <a:pt x="3465" y="2482"/>
                    <a:pt x="3415" y="2468"/>
                    <a:pt x="3358" y="2440"/>
                  </a:cubicBezTo>
                  <a:cubicBezTo>
                    <a:pt x="3270" y="2395"/>
                    <a:pt x="3198" y="2323"/>
                    <a:pt x="3133" y="2213"/>
                  </a:cubicBezTo>
                  <a:lnTo>
                    <a:pt x="3111" y="2177"/>
                  </a:lnTo>
                  <a:cubicBezTo>
                    <a:pt x="3065" y="2100"/>
                    <a:pt x="3017" y="2021"/>
                    <a:pt x="2972" y="1942"/>
                  </a:cubicBezTo>
                  <a:cubicBezTo>
                    <a:pt x="2877" y="1779"/>
                    <a:pt x="2743" y="1703"/>
                    <a:pt x="2550" y="1703"/>
                  </a:cubicBezTo>
                  <a:cubicBezTo>
                    <a:pt x="2518" y="1703"/>
                    <a:pt x="2483" y="1706"/>
                    <a:pt x="2447" y="1710"/>
                  </a:cubicBezTo>
                  <a:cubicBezTo>
                    <a:pt x="2254" y="1734"/>
                    <a:pt x="2109" y="1840"/>
                    <a:pt x="2004" y="2034"/>
                  </a:cubicBezTo>
                  <a:cubicBezTo>
                    <a:pt x="1994" y="2053"/>
                    <a:pt x="1973" y="2065"/>
                    <a:pt x="1951" y="2065"/>
                  </a:cubicBezTo>
                  <a:cubicBezTo>
                    <a:pt x="1927" y="2065"/>
                    <a:pt x="1905" y="2051"/>
                    <a:pt x="1896" y="2029"/>
                  </a:cubicBezTo>
                  <a:cubicBezTo>
                    <a:pt x="1878" y="1990"/>
                    <a:pt x="1897" y="1785"/>
                    <a:pt x="2001" y="1670"/>
                  </a:cubicBezTo>
                  <a:moveTo>
                    <a:pt x="0" y="2654"/>
                  </a:moveTo>
                  <a:cubicBezTo>
                    <a:pt x="375" y="2354"/>
                    <a:pt x="873" y="2236"/>
                    <a:pt x="1358" y="2363"/>
                  </a:cubicBezTo>
                  <a:cubicBezTo>
                    <a:pt x="1378" y="2368"/>
                    <a:pt x="1398" y="2374"/>
                    <a:pt x="1417" y="2380"/>
                  </a:cubicBezTo>
                  <a:cubicBezTo>
                    <a:pt x="1474" y="2359"/>
                    <a:pt x="1536" y="2349"/>
                    <a:pt x="1602" y="2349"/>
                  </a:cubicBezTo>
                  <a:cubicBezTo>
                    <a:pt x="1731" y="2349"/>
                    <a:pt x="1846" y="2389"/>
                    <a:pt x="1879" y="2408"/>
                  </a:cubicBezTo>
                  <a:cubicBezTo>
                    <a:pt x="1998" y="2474"/>
                    <a:pt x="2096" y="2563"/>
                    <a:pt x="2169" y="2674"/>
                  </a:cubicBezTo>
                  <a:cubicBezTo>
                    <a:pt x="2186" y="2698"/>
                    <a:pt x="2181" y="2732"/>
                    <a:pt x="2159" y="2751"/>
                  </a:cubicBezTo>
                  <a:cubicBezTo>
                    <a:pt x="2148" y="2761"/>
                    <a:pt x="2134" y="2766"/>
                    <a:pt x="2119" y="2766"/>
                  </a:cubicBezTo>
                  <a:cubicBezTo>
                    <a:pt x="2106" y="2766"/>
                    <a:pt x="2092" y="2762"/>
                    <a:pt x="2081" y="2752"/>
                  </a:cubicBezTo>
                  <a:cubicBezTo>
                    <a:pt x="2024" y="2704"/>
                    <a:pt x="1957" y="2649"/>
                    <a:pt x="1884" y="2606"/>
                  </a:cubicBezTo>
                  <a:cubicBezTo>
                    <a:pt x="2273" y="2881"/>
                    <a:pt x="2518" y="3320"/>
                    <a:pt x="2542" y="3825"/>
                  </a:cubicBezTo>
                  <a:cubicBezTo>
                    <a:pt x="2548" y="3960"/>
                    <a:pt x="2528" y="4094"/>
                    <a:pt x="2498" y="4225"/>
                  </a:cubicBezTo>
                  <a:cubicBezTo>
                    <a:pt x="2480" y="4303"/>
                    <a:pt x="2508" y="4324"/>
                    <a:pt x="2580" y="4324"/>
                  </a:cubicBezTo>
                  <a:cubicBezTo>
                    <a:pt x="2764" y="4323"/>
                    <a:pt x="2947" y="4323"/>
                    <a:pt x="3131" y="4322"/>
                  </a:cubicBezTo>
                  <a:cubicBezTo>
                    <a:pt x="3134" y="4060"/>
                    <a:pt x="3074" y="3830"/>
                    <a:pt x="2957" y="3675"/>
                  </a:cubicBezTo>
                  <a:cubicBezTo>
                    <a:pt x="2943" y="3657"/>
                    <a:pt x="2941" y="3632"/>
                    <a:pt x="2952" y="3611"/>
                  </a:cubicBezTo>
                  <a:cubicBezTo>
                    <a:pt x="2963" y="3592"/>
                    <a:pt x="2983" y="3580"/>
                    <a:pt x="3005" y="3580"/>
                  </a:cubicBezTo>
                  <a:lnTo>
                    <a:pt x="3009" y="3580"/>
                  </a:lnTo>
                  <a:cubicBezTo>
                    <a:pt x="3054" y="3583"/>
                    <a:pt x="3080" y="3609"/>
                    <a:pt x="3094" y="3623"/>
                  </a:cubicBezTo>
                  <a:cubicBezTo>
                    <a:pt x="3096" y="3625"/>
                    <a:pt x="3098" y="3627"/>
                    <a:pt x="3100" y="3628"/>
                  </a:cubicBezTo>
                  <a:cubicBezTo>
                    <a:pt x="3280" y="3795"/>
                    <a:pt x="3329" y="4016"/>
                    <a:pt x="3352" y="4190"/>
                  </a:cubicBezTo>
                  <a:cubicBezTo>
                    <a:pt x="3357" y="4231"/>
                    <a:pt x="3360" y="4274"/>
                    <a:pt x="3362" y="4322"/>
                  </a:cubicBezTo>
                  <a:cubicBezTo>
                    <a:pt x="3571" y="4322"/>
                    <a:pt x="3780" y="4322"/>
                    <a:pt x="3989" y="4324"/>
                  </a:cubicBezTo>
                  <a:cubicBezTo>
                    <a:pt x="4084" y="4324"/>
                    <a:pt x="4093" y="4275"/>
                    <a:pt x="4093" y="4199"/>
                  </a:cubicBezTo>
                  <a:cubicBezTo>
                    <a:pt x="4093" y="3945"/>
                    <a:pt x="4092" y="3691"/>
                    <a:pt x="4092" y="3437"/>
                  </a:cubicBezTo>
                  <a:cubicBezTo>
                    <a:pt x="4089" y="3427"/>
                    <a:pt x="4085" y="3418"/>
                    <a:pt x="4082" y="3409"/>
                  </a:cubicBezTo>
                  <a:cubicBezTo>
                    <a:pt x="4005" y="3206"/>
                    <a:pt x="3859" y="3096"/>
                    <a:pt x="3648" y="3082"/>
                  </a:cubicBezTo>
                  <a:cubicBezTo>
                    <a:pt x="3625" y="3080"/>
                    <a:pt x="3605" y="3065"/>
                    <a:pt x="3596" y="3044"/>
                  </a:cubicBezTo>
                  <a:cubicBezTo>
                    <a:pt x="3588" y="3022"/>
                    <a:pt x="3592" y="2998"/>
                    <a:pt x="3608" y="2981"/>
                  </a:cubicBezTo>
                  <a:cubicBezTo>
                    <a:pt x="3649" y="2937"/>
                    <a:pt x="3707" y="2914"/>
                    <a:pt x="3775" y="2914"/>
                  </a:cubicBezTo>
                  <a:cubicBezTo>
                    <a:pt x="3844" y="2914"/>
                    <a:pt x="3924" y="2937"/>
                    <a:pt x="4013" y="2982"/>
                  </a:cubicBezTo>
                  <a:cubicBezTo>
                    <a:pt x="4020" y="2949"/>
                    <a:pt x="4026" y="2914"/>
                    <a:pt x="4032" y="2879"/>
                  </a:cubicBezTo>
                  <a:cubicBezTo>
                    <a:pt x="4034" y="2865"/>
                    <a:pt x="4036" y="2852"/>
                    <a:pt x="4038" y="2839"/>
                  </a:cubicBezTo>
                  <a:cubicBezTo>
                    <a:pt x="4091" y="2535"/>
                    <a:pt x="4098" y="2282"/>
                    <a:pt x="4060" y="2045"/>
                  </a:cubicBezTo>
                  <a:cubicBezTo>
                    <a:pt x="4008" y="1713"/>
                    <a:pt x="3814" y="1489"/>
                    <a:pt x="3469" y="1363"/>
                  </a:cubicBezTo>
                  <a:cubicBezTo>
                    <a:pt x="3300" y="1301"/>
                    <a:pt x="3112" y="1271"/>
                    <a:pt x="2895" y="1271"/>
                  </a:cubicBezTo>
                  <a:lnTo>
                    <a:pt x="2860" y="1271"/>
                  </a:lnTo>
                  <a:lnTo>
                    <a:pt x="2844" y="1271"/>
                  </a:lnTo>
                  <a:cubicBezTo>
                    <a:pt x="2825" y="1271"/>
                    <a:pt x="2799" y="1271"/>
                    <a:pt x="2771" y="1266"/>
                  </a:cubicBezTo>
                  <a:cubicBezTo>
                    <a:pt x="2744" y="1261"/>
                    <a:pt x="2724" y="1240"/>
                    <a:pt x="2721" y="1213"/>
                  </a:cubicBezTo>
                  <a:cubicBezTo>
                    <a:pt x="2718" y="1187"/>
                    <a:pt x="2734" y="1162"/>
                    <a:pt x="2758" y="1152"/>
                  </a:cubicBezTo>
                  <a:cubicBezTo>
                    <a:pt x="2849" y="1115"/>
                    <a:pt x="2943" y="1106"/>
                    <a:pt x="3034" y="1096"/>
                  </a:cubicBezTo>
                  <a:lnTo>
                    <a:pt x="3058" y="1094"/>
                  </a:lnTo>
                  <a:lnTo>
                    <a:pt x="3063" y="1093"/>
                  </a:lnTo>
                  <a:cubicBezTo>
                    <a:pt x="3083" y="1091"/>
                    <a:pt x="3104" y="1089"/>
                    <a:pt x="3126" y="1089"/>
                  </a:cubicBezTo>
                  <a:cubicBezTo>
                    <a:pt x="3142" y="1089"/>
                    <a:pt x="3157" y="1090"/>
                    <a:pt x="3171" y="1093"/>
                  </a:cubicBezTo>
                  <a:cubicBezTo>
                    <a:pt x="3177" y="1094"/>
                    <a:pt x="3183" y="1094"/>
                    <a:pt x="3188" y="1094"/>
                  </a:cubicBezTo>
                  <a:cubicBezTo>
                    <a:pt x="3210" y="1094"/>
                    <a:pt x="3228" y="1086"/>
                    <a:pt x="3257" y="1042"/>
                  </a:cubicBezTo>
                  <a:cubicBezTo>
                    <a:pt x="3356" y="887"/>
                    <a:pt x="3391" y="767"/>
                    <a:pt x="3372" y="639"/>
                  </a:cubicBezTo>
                  <a:cubicBezTo>
                    <a:pt x="3369" y="615"/>
                    <a:pt x="3381" y="590"/>
                    <a:pt x="3403" y="578"/>
                  </a:cubicBezTo>
                  <a:cubicBezTo>
                    <a:pt x="3412" y="573"/>
                    <a:pt x="3421" y="571"/>
                    <a:pt x="3432" y="571"/>
                  </a:cubicBezTo>
                  <a:cubicBezTo>
                    <a:pt x="3446" y="571"/>
                    <a:pt x="3459" y="576"/>
                    <a:pt x="3470" y="585"/>
                  </a:cubicBezTo>
                  <a:cubicBezTo>
                    <a:pt x="3596" y="692"/>
                    <a:pt x="3567" y="863"/>
                    <a:pt x="3465" y="1118"/>
                  </a:cubicBezTo>
                  <a:cubicBezTo>
                    <a:pt x="3673" y="1172"/>
                    <a:pt x="3842" y="1261"/>
                    <a:pt x="3979" y="1388"/>
                  </a:cubicBezTo>
                  <a:cubicBezTo>
                    <a:pt x="4108" y="1076"/>
                    <a:pt x="4147" y="783"/>
                    <a:pt x="4097" y="495"/>
                  </a:cubicBezTo>
                  <a:cubicBezTo>
                    <a:pt x="4084" y="417"/>
                    <a:pt x="4055" y="341"/>
                    <a:pt x="4026" y="271"/>
                  </a:cubicBezTo>
                  <a:cubicBezTo>
                    <a:pt x="3965" y="121"/>
                    <a:pt x="3846" y="44"/>
                    <a:pt x="3628" y="11"/>
                  </a:cubicBezTo>
                  <a:cubicBezTo>
                    <a:pt x="3581" y="4"/>
                    <a:pt x="3534" y="0"/>
                    <a:pt x="3489" y="0"/>
                  </a:cubicBezTo>
                  <a:cubicBezTo>
                    <a:pt x="3255" y="0"/>
                    <a:pt x="3034" y="92"/>
                    <a:pt x="2813" y="280"/>
                  </a:cubicBezTo>
                  <a:cubicBezTo>
                    <a:pt x="2718" y="361"/>
                    <a:pt x="2631" y="459"/>
                    <a:pt x="2540" y="591"/>
                  </a:cubicBezTo>
                  <a:cubicBezTo>
                    <a:pt x="2516" y="626"/>
                    <a:pt x="2501" y="669"/>
                    <a:pt x="2485" y="714"/>
                  </a:cubicBezTo>
                  <a:cubicBezTo>
                    <a:pt x="2474" y="746"/>
                    <a:pt x="2463" y="778"/>
                    <a:pt x="2448" y="809"/>
                  </a:cubicBezTo>
                  <a:lnTo>
                    <a:pt x="2447" y="813"/>
                  </a:lnTo>
                  <a:cubicBezTo>
                    <a:pt x="2442" y="829"/>
                    <a:pt x="2430" y="865"/>
                    <a:pt x="2385" y="881"/>
                  </a:cubicBezTo>
                  <a:cubicBezTo>
                    <a:pt x="2378" y="883"/>
                    <a:pt x="2372" y="884"/>
                    <a:pt x="2365" y="884"/>
                  </a:cubicBezTo>
                  <a:cubicBezTo>
                    <a:pt x="2356" y="884"/>
                    <a:pt x="2346" y="882"/>
                    <a:pt x="2338" y="878"/>
                  </a:cubicBezTo>
                  <a:cubicBezTo>
                    <a:pt x="2323" y="870"/>
                    <a:pt x="2313" y="857"/>
                    <a:pt x="2308" y="842"/>
                  </a:cubicBezTo>
                  <a:cubicBezTo>
                    <a:pt x="2283" y="759"/>
                    <a:pt x="2280" y="672"/>
                    <a:pt x="2298" y="583"/>
                  </a:cubicBezTo>
                  <a:lnTo>
                    <a:pt x="2296" y="583"/>
                  </a:lnTo>
                  <a:cubicBezTo>
                    <a:pt x="2163" y="583"/>
                    <a:pt x="1986" y="646"/>
                    <a:pt x="1919" y="763"/>
                  </a:cubicBezTo>
                  <a:cubicBezTo>
                    <a:pt x="1916" y="769"/>
                    <a:pt x="1914" y="773"/>
                    <a:pt x="1913" y="775"/>
                  </a:cubicBezTo>
                  <a:cubicBezTo>
                    <a:pt x="1914" y="777"/>
                    <a:pt x="1917" y="779"/>
                    <a:pt x="1920" y="782"/>
                  </a:cubicBezTo>
                  <a:cubicBezTo>
                    <a:pt x="2055" y="910"/>
                    <a:pt x="2117" y="1060"/>
                    <a:pt x="2106" y="1229"/>
                  </a:cubicBezTo>
                  <a:cubicBezTo>
                    <a:pt x="2105" y="1237"/>
                    <a:pt x="2105" y="1249"/>
                    <a:pt x="2102" y="1260"/>
                  </a:cubicBezTo>
                  <a:cubicBezTo>
                    <a:pt x="2098" y="1281"/>
                    <a:pt x="2086" y="1293"/>
                    <a:pt x="2082" y="1296"/>
                  </a:cubicBezTo>
                  <a:cubicBezTo>
                    <a:pt x="2071" y="1310"/>
                    <a:pt x="2054" y="1317"/>
                    <a:pt x="2037" y="1317"/>
                  </a:cubicBezTo>
                  <a:cubicBezTo>
                    <a:pt x="2033" y="1317"/>
                    <a:pt x="2030" y="1317"/>
                    <a:pt x="2026" y="1316"/>
                  </a:cubicBezTo>
                  <a:cubicBezTo>
                    <a:pt x="2005" y="1313"/>
                    <a:pt x="1968" y="1298"/>
                    <a:pt x="1960" y="1242"/>
                  </a:cubicBezTo>
                  <a:cubicBezTo>
                    <a:pt x="1878" y="1017"/>
                    <a:pt x="1713" y="879"/>
                    <a:pt x="1483" y="844"/>
                  </a:cubicBezTo>
                  <a:cubicBezTo>
                    <a:pt x="1458" y="840"/>
                    <a:pt x="1434" y="838"/>
                    <a:pt x="1411" y="838"/>
                  </a:cubicBezTo>
                  <a:cubicBezTo>
                    <a:pt x="1263" y="838"/>
                    <a:pt x="1129" y="912"/>
                    <a:pt x="1024" y="1053"/>
                  </a:cubicBezTo>
                  <a:cubicBezTo>
                    <a:pt x="947" y="1155"/>
                    <a:pt x="897" y="1281"/>
                    <a:pt x="872" y="1439"/>
                  </a:cubicBezTo>
                  <a:cubicBezTo>
                    <a:pt x="859" y="1519"/>
                    <a:pt x="817" y="1559"/>
                    <a:pt x="736" y="1568"/>
                  </a:cubicBezTo>
                  <a:cubicBezTo>
                    <a:pt x="662" y="1576"/>
                    <a:pt x="590" y="1603"/>
                    <a:pt x="521" y="1649"/>
                  </a:cubicBezTo>
                  <a:cubicBezTo>
                    <a:pt x="403" y="1729"/>
                    <a:pt x="337" y="1876"/>
                    <a:pt x="353" y="2018"/>
                  </a:cubicBezTo>
                  <a:cubicBezTo>
                    <a:pt x="539" y="2023"/>
                    <a:pt x="655" y="2052"/>
                    <a:pt x="752" y="2168"/>
                  </a:cubicBezTo>
                  <a:cubicBezTo>
                    <a:pt x="768" y="2188"/>
                    <a:pt x="770" y="2216"/>
                    <a:pt x="756" y="2238"/>
                  </a:cubicBezTo>
                  <a:cubicBezTo>
                    <a:pt x="745" y="2256"/>
                    <a:pt x="726" y="2266"/>
                    <a:pt x="706" y="2266"/>
                  </a:cubicBezTo>
                  <a:cubicBezTo>
                    <a:pt x="701" y="2266"/>
                    <a:pt x="696" y="2265"/>
                    <a:pt x="691" y="2264"/>
                  </a:cubicBezTo>
                  <a:cubicBezTo>
                    <a:pt x="595" y="2240"/>
                    <a:pt x="515" y="2229"/>
                    <a:pt x="441" y="2229"/>
                  </a:cubicBezTo>
                  <a:lnTo>
                    <a:pt x="427" y="2229"/>
                  </a:lnTo>
                  <a:cubicBezTo>
                    <a:pt x="370" y="2230"/>
                    <a:pt x="319" y="2248"/>
                    <a:pt x="270" y="2283"/>
                  </a:cubicBezTo>
                  <a:cubicBezTo>
                    <a:pt x="129" y="2386"/>
                    <a:pt x="39" y="2508"/>
                    <a:pt x="0" y="2654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900295">
            <a:off x="10725187" y="3241280"/>
            <a:ext cx="1442868" cy="2373235"/>
            <a:chOff x="3268800" y="1836360"/>
            <a:chExt cx="2244960" cy="3692520"/>
          </a:xfrm>
        </p:grpSpPr>
        <p:sp>
          <p:nvSpPr>
            <p:cNvPr id="18" name="Google Shape;18;p2"/>
            <p:cNvSpPr/>
            <p:nvPr/>
          </p:nvSpPr>
          <p:spPr>
            <a:xfrm>
              <a:off x="3268800" y="1836360"/>
              <a:ext cx="2244960" cy="3692520"/>
            </a:xfrm>
            <a:custGeom>
              <a:avLst/>
              <a:gdLst/>
              <a:ahLst/>
              <a:cxnLst/>
              <a:rect l="l" t="t" r="r" b="b"/>
              <a:pathLst>
                <a:path w="6236" h="10257" extrusionOk="0">
                  <a:moveTo>
                    <a:pt x="1769" y="4357"/>
                  </a:moveTo>
                  <a:cubicBezTo>
                    <a:pt x="2125" y="4913"/>
                    <a:pt x="2094" y="5603"/>
                    <a:pt x="1691" y="6143"/>
                  </a:cubicBezTo>
                  <a:cubicBezTo>
                    <a:pt x="1334" y="6622"/>
                    <a:pt x="717" y="6846"/>
                    <a:pt x="138" y="6706"/>
                  </a:cubicBezTo>
                  <a:cubicBezTo>
                    <a:pt x="7" y="6674"/>
                    <a:pt x="3" y="6677"/>
                    <a:pt x="3" y="6811"/>
                  </a:cubicBezTo>
                  <a:cubicBezTo>
                    <a:pt x="2" y="7146"/>
                    <a:pt x="2" y="7481"/>
                    <a:pt x="3" y="7816"/>
                  </a:cubicBezTo>
                  <a:cubicBezTo>
                    <a:pt x="3" y="8094"/>
                    <a:pt x="151" y="8246"/>
                    <a:pt x="432" y="8247"/>
                  </a:cubicBezTo>
                  <a:cubicBezTo>
                    <a:pt x="902" y="8250"/>
                    <a:pt x="1372" y="8249"/>
                    <a:pt x="1841" y="8248"/>
                  </a:cubicBezTo>
                  <a:cubicBezTo>
                    <a:pt x="1962" y="8248"/>
                    <a:pt x="2083" y="8250"/>
                    <a:pt x="2204" y="8246"/>
                  </a:cubicBezTo>
                  <a:cubicBezTo>
                    <a:pt x="2271" y="8243"/>
                    <a:pt x="2276" y="8270"/>
                    <a:pt x="2248" y="8319"/>
                  </a:cubicBezTo>
                  <a:cubicBezTo>
                    <a:pt x="2198" y="8406"/>
                    <a:pt x="2146" y="8492"/>
                    <a:pt x="2095" y="8578"/>
                  </a:cubicBezTo>
                  <a:cubicBezTo>
                    <a:pt x="1700" y="9244"/>
                    <a:pt x="2120" y="10129"/>
                    <a:pt x="2885" y="10242"/>
                  </a:cubicBezTo>
                  <a:cubicBezTo>
                    <a:pt x="3357" y="10312"/>
                    <a:pt x="3730" y="10133"/>
                    <a:pt x="3991" y="9748"/>
                  </a:cubicBezTo>
                  <a:cubicBezTo>
                    <a:pt x="4247" y="9372"/>
                    <a:pt x="4252" y="8972"/>
                    <a:pt x="4026" y="8574"/>
                  </a:cubicBezTo>
                  <a:cubicBezTo>
                    <a:pt x="3980" y="8493"/>
                    <a:pt x="3937" y="8410"/>
                    <a:pt x="3884" y="8333"/>
                  </a:cubicBezTo>
                  <a:cubicBezTo>
                    <a:pt x="3838" y="8265"/>
                    <a:pt x="3849" y="8245"/>
                    <a:pt x="3930" y="8246"/>
                  </a:cubicBezTo>
                  <a:cubicBezTo>
                    <a:pt x="4265" y="8248"/>
                    <a:pt x="4600" y="8248"/>
                    <a:pt x="4935" y="8248"/>
                  </a:cubicBezTo>
                  <a:lnTo>
                    <a:pt x="5039" y="8248"/>
                  </a:lnTo>
                  <a:cubicBezTo>
                    <a:pt x="5398" y="8248"/>
                    <a:pt x="5757" y="8246"/>
                    <a:pt x="6116" y="8250"/>
                  </a:cubicBezTo>
                  <a:cubicBezTo>
                    <a:pt x="6205" y="8251"/>
                    <a:pt x="6237" y="8224"/>
                    <a:pt x="6236" y="8132"/>
                  </a:cubicBezTo>
                  <a:cubicBezTo>
                    <a:pt x="6232" y="7665"/>
                    <a:pt x="6232" y="7199"/>
                    <a:pt x="6236" y="6733"/>
                  </a:cubicBezTo>
                  <a:cubicBezTo>
                    <a:pt x="6236" y="6645"/>
                    <a:pt x="6212" y="6632"/>
                    <a:pt x="6128" y="6649"/>
                  </a:cubicBezTo>
                  <a:cubicBezTo>
                    <a:pt x="5613" y="6748"/>
                    <a:pt x="5161" y="6653"/>
                    <a:pt x="4799" y="6345"/>
                  </a:cubicBezTo>
                  <a:cubicBezTo>
                    <a:pt x="4705" y="6266"/>
                    <a:pt x="4617" y="6172"/>
                    <a:pt x="4536" y="6063"/>
                  </a:cubicBezTo>
                  <a:cubicBezTo>
                    <a:pt x="4533" y="6059"/>
                    <a:pt x="4530" y="6055"/>
                    <a:pt x="4527" y="6051"/>
                  </a:cubicBezTo>
                  <a:cubicBezTo>
                    <a:pt x="4411" y="5892"/>
                    <a:pt x="4326" y="5729"/>
                    <a:pt x="4273" y="5561"/>
                  </a:cubicBezTo>
                  <a:cubicBezTo>
                    <a:pt x="4254" y="5501"/>
                    <a:pt x="4239" y="5440"/>
                    <a:pt x="4229" y="5379"/>
                  </a:cubicBezTo>
                  <a:cubicBezTo>
                    <a:pt x="4172" y="5056"/>
                    <a:pt x="4231" y="4723"/>
                    <a:pt x="4407" y="4390"/>
                  </a:cubicBezTo>
                  <a:cubicBezTo>
                    <a:pt x="4473" y="4267"/>
                    <a:pt x="4550" y="4157"/>
                    <a:pt x="4637" y="4060"/>
                  </a:cubicBezTo>
                  <a:cubicBezTo>
                    <a:pt x="4709" y="3980"/>
                    <a:pt x="4788" y="3910"/>
                    <a:pt x="4872" y="3850"/>
                  </a:cubicBezTo>
                  <a:cubicBezTo>
                    <a:pt x="5220" y="3598"/>
                    <a:pt x="5662" y="3508"/>
                    <a:pt x="6116" y="3599"/>
                  </a:cubicBezTo>
                  <a:cubicBezTo>
                    <a:pt x="6135" y="3602"/>
                    <a:pt x="6151" y="3605"/>
                    <a:pt x="6165" y="3606"/>
                  </a:cubicBezTo>
                  <a:cubicBezTo>
                    <a:pt x="6218" y="3609"/>
                    <a:pt x="6237" y="3588"/>
                    <a:pt x="6236" y="3507"/>
                  </a:cubicBezTo>
                  <a:cubicBezTo>
                    <a:pt x="6235" y="3348"/>
                    <a:pt x="6234" y="3189"/>
                    <a:pt x="6233" y="3030"/>
                  </a:cubicBezTo>
                  <a:cubicBezTo>
                    <a:pt x="6232" y="2832"/>
                    <a:pt x="6233" y="2635"/>
                    <a:pt x="6234" y="2437"/>
                  </a:cubicBezTo>
                  <a:cubicBezTo>
                    <a:pt x="6234" y="2338"/>
                    <a:pt x="6235" y="2239"/>
                    <a:pt x="6236" y="2140"/>
                  </a:cubicBezTo>
                  <a:cubicBezTo>
                    <a:pt x="6237" y="2044"/>
                    <a:pt x="6205" y="2014"/>
                    <a:pt x="6111" y="2015"/>
                  </a:cubicBezTo>
                  <a:cubicBezTo>
                    <a:pt x="6021" y="2015"/>
                    <a:pt x="5932" y="2016"/>
                    <a:pt x="5842" y="2016"/>
                  </a:cubicBezTo>
                  <a:cubicBezTo>
                    <a:pt x="5533" y="2017"/>
                    <a:pt x="5225" y="2017"/>
                    <a:pt x="4917" y="2017"/>
                  </a:cubicBezTo>
                  <a:cubicBezTo>
                    <a:pt x="4828" y="2017"/>
                    <a:pt x="4740" y="2017"/>
                    <a:pt x="4652" y="2017"/>
                  </a:cubicBezTo>
                  <a:cubicBezTo>
                    <a:pt x="4468" y="2017"/>
                    <a:pt x="4285" y="2016"/>
                    <a:pt x="4101" y="2016"/>
                  </a:cubicBezTo>
                  <a:cubicBezTo>
                    <a:pt x="4082" y="2016"/>
                    <a:pt x="4066" y="2016"/>
                    <a:pt x="4051" y="2016"/>
                  </a:cubicBezTo>
                  <a:cubicBezTo>
                    <a:pt x="3904" y="2015"/>
                    <a:pt x="3897" y="2001"/>
                    <a:pt x="3973" y="1872"/>
                  </a:cubicBezTo>
                  <a:cubicBezTo>
                    <a:pt x="3980" y="1859"/>
                    <a:pt x="3988" y="1845"/>
                    <a:pt x="3997" y="1830"/>
                  </a:cubicBezTo>
                  <a:cubicBezTo>
                    <a:pt x="4102" y="1654"/>
                    <a:pt x="4194" y="1476"/>
                    <a:pt x="4225" y="1270"/>
                  </a:cubicBezTo>
                  <a:cubicBezTo>
                    <a:pt x="4227" y="1253"/>
                    <a:pt x="4230" y="1235"/>
                    <a:pt x="4231" y="1217"/>
                  </a:cubicBezTo>
                  <a:cubicBezTo>
                    <a:pt x="4237" y="1157"/>
                    <a:pt x="4238" y="1098"/>
                    <a:pt x="4233" y="1038"/>
                  </a:cubicBezTo>
                  <a:cubicBezTo>
                    <a:pt x="4206" y="668"/>
                    <a:pt x="3989" y="313"/>
                    <a:pt x="3658" y="137"/>
                  </a:cubicBezTo>
                  <a:cubicBezTo>
                    <a:pt x="3596" y="104"/>
                    <a:pt x="3532" y="77"/>
                    <a:pt x="3468" y="56"/>
                  </a:cubicBezTo>
                  <a:cubicBezTo>
                    <a:pt x="3391" y="31"/>
                    <a:pt x="3313" y="14"/>
                    <a:pt x="3235" y="6"/>
                  </a:cubicBezTo>
                  <a:cubicBezTo>
                    <a:pt x="2927" y="-27"/>
                    <a:pt x="2626" y="70"/>
                    <a:pt x="2398" y="261"/>
                  </a:cubicBezTo>
                  <a:cubicBezTo>
                    <a:pt x="2274" y="365"/>
                    <a:pt x="2172" y="497"/>
                    <a:pt x="2102" y="650"/>
                  </a:cubicBezTo>
                  <a:cubicBezTo>
                    <a:pt x="2101" y="650"/>
                    <a:pt x="2101" y="650"/>
                    <a:pt x="2101" y="650"/>
                  </a:cubicBezTo>
                  <a:cubicBezTo>
                    <a:pt x="2040" y="783"/>
                    <a:pt x="2003" y="932"/>
                    <a:pt x="1997" y="1094"/>
                  </a:cubicBezTo>
                  <a:cubicBezTo>
                    <a:pt x="1996" y="1124"/>
                    <a:pt x="1996" y="1154"/>
                    <a:pt x="1998" y="1183"/>
                  </a:cubicBezTo>
                  <a:cubicBezTo>
                    <a:pt x="2002" y="1272"/>
                    <a:pt x="2020" y="1357"/>
                    <a:pt x="2046" y="1439"/>
                  </a:cubicBezTo>
                  <a:cubicBezTo>
                    <a:pt x="2092" y="1583"/>
                    <a:pt x="2165" y="1718"/>
                    <a:pt x="2247" y="1850"/>
                  </a:cubicBezTo>
                  <a:cubicBezTo>
                    <a:pt x="2276" y="1897"/>
                    <a:pt x="2344" y="1946"/>
                    <a:pt x="2314" y="2000"/>
                  </a:cubicBezTo>
                  <a:cubicBezTo>
                    <a:pt x="2287" y="2048"/>
                    <a:pt x="2212" y="2015"/>
                    <a:pt x="2159" y="2015"/>
                  </a:cubicBezTo>
                  <a:cubicBezTo>
                    <a:pt x="2067" y="2016"/>
                    <a:pt x="1974" y="2016"/>
                    <a:pt x="1882" y="2016"/>
                  </a:cubicBezTo>
                  <a:cubicBezTo>
                    <a:pt x="1788" y="2016"/>
                    <a:pt x="1695" y="2016"/>
                    <a:pt x="1602" y="2017"/>
                  </a:cubicBezTo>
                  <a:cubicBezTo>
                    <a:pt x="1114" y="2017"/>
                    <a:pt x="626" y="2017"/>
                    <a:pt x="138" y="2015"/>
                  </a:cubicBezTo>
                  <a:cubicBezTo>
                    <a:pt x="37" y="2014"/>
                    <a:pt x="-1" y="2041"/>
                    <a:pt x="0" y="2148"/>
                  </a:cubicBezTo>
                  <a:cubicBezTo>
                    <a:pt x="5" y="2622"/>
                    <a:pt x="5" y="3095"/>
                    <a:pt x="1" y="3568"/>
                  </a:cubicBezTo>
                  <a:cubicBezTo>
                    <a:pt x="0" y="3667"/>
                    <a:pt x="29" y="3683"/>
                    <a:pt x="120" y="3664"/>
                  </a:cubicBezTo>
                  <a:cubicBezTo>
                    <a:pt x="771" y="3525"/>
                    <a:pt x="1411" y="3796"/>
                    <a:pt x="1769" y="4357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843720" y="1836360"/>
              <a:ext cx="1670040" cy="2286720"/>
            </a:xfrm>
            <a:custGeom>
              <a:avLst/>
              <a:gdLst/>
              <a:ahLst/>
              <a:cxnLst/>
              <a:rect l="l" t="t" r="r" b="b"/>
              <a:pathLst>
                <a:path w="4639" h="6352" extrusionOk="0">
                  <a:moveTo>
                    <a:pt x="403" y="3148"/>
                  </a:moveTo>
                  <a:lnTo>
                    <a:pt x="410" y="3154"/>
                  </a:lnTo>
                  <a:lnTo>
                    <a:pt x="417" y="3161"/>
                  </a:lnTo>
                  <a:cubicBezTo>
                    <a:pt x="432" y="3176"/>
                    <a:pt x="454" y="3193"/>
                    <a:pt x="479" y="3210"/>
                  </a:cubicBezTo>
                  <a:cubicBezTo>
                    <a:pt x="438" y="3308"/>
                    <a:pt x="417" y="3413"/>
                    <a:pt x="420" y="3520"/>
                  </a:cubicBezTo>
                  <a:cubicBezTo>
                    <a:pt x="431" y="3889"/>
                    <a:pt x="521" y="4207"/>
                    <a:pt x="701" y="4523"/>
                  </a:cubicBezTo>
                  <a:cubicBezTo>
                    <a:pt x="782" y="4664"/>
                    <a:pt x="884" y="4787"/>
                    <a:pt x="1005" y="4887"/>
                  </a:cubicBezTo>
                  <a:lnTo>
                    <a:pt x="1125" y="4987"/>
                  </a:lnTo>
                  <a:cubicBezTo>
                    <a:pt x="1133" y="5017"/>
                    <a:pt x="1145" y="5046"/>
                    <a:pt x="1159" y="5073"/>
                  </a:cubicBezTo>
                  <a:cubicBezTo>
                    <a:pt x="1245" y="5239"/>
                    <a:pt x="1355" y="5433"/>
                    <a:pt x="1514" y="5606"/>
                  </a:cubicBezTo>
                  <a:cubicBezTo>
                    <a:pt x="1607" y="5706"/>
                    <a:pt x="1702" y="5780"/>
                    <a:pt x="1804" y="5832"/>
                  </a:cubicBezTo>
                  <a:cubicBezTo>
                    <a:pt x="1882" y="5871"/>
                    <a:pt x="1964" y="5893"/>
                    <a:pt x="2049" y="5899"/>
                  </a:cubicBezTo>
                  <a:cubicBezTo>
                    <a:pt x="2071" y="5901"/>
                    <a:pt x="2088" y="5901"/>
                    <a:pt x="2105" y="5901"/>
                  </a:cubicBezTo>
                  <a:cubicBezTo>
                    <a:pt x="2120" y="5901"/>
                    <a:pt x="2133" y="5901"/>
                    <a:pt x="2145" y="5900"/>
                  </a:cubicBezTo>
                  <a:lnTo>
                    <a:pt x="2154" y="5899"/>
                  </a:lnTo>
                  <a:cubicBezTo>
                    <a:pt x="2452" y="6269"/>
                    <a:pt x="2807" y="6352"/>
                    <a:pt x="3067" y="6352"/>
                  </a:cubicBezTo>
                  <a:cubicBezTo>
                    <a:pt x="3076" y="6352"/>
                    <a:pt x="3086" y="6352"/>
                    <a:pt x="3095" y="6352"/>
                  </a:cubicBezTo>
                  <a:cubicBezTo>
                    <a:pt x="3131" y="6351"/>
                    <a:pt x="3167" y="6349"/>
                    <a:pt x="3202" y="6345"/>
                  </a:cubicBezTo>
                  <a:cubicBezTo>
                    <a:pt x="3108" y="6266"/>
                    <a:pt x="3020" y="6172"/>
                    <a:pt x="2939" y="6063"/>
                  </a:cubicBezTo>
                  <a:cubicBezTo>
                    <a:pt x="2936" y="6059"/>
                    <a:pt x="2933" y="6055"/>
                    <a:pt x="2930" y="6051"/>
                  </a:cubicBezTo>
                  <a:cubicBezTo>
                    <a:pt x="2814" y="5892"/>
                    <a:pt x="2729" y="5729"/>
                    <a:pt x="2676" y="5561"/>
                  </a:cubicBezTo>
                  <a:cubicBezTo>
                    <a:pt x="2657" y="5501"/>
                    <a:pt x="2642" y="5440"/>
                    <a:pt x="2632" y="5379"/>
                  </a:cubicBezTo>
                  <a:cubicBezTo>
                    <a:pt x="2575" y="5056"/>
                    <a:pt x="2634" y="4723"/>
                    <a:pt x="2810" y="4390"/>
                  </a:cubicBezTo>
                  <a:cubicBezTo>
                    <a:pt x="2876" y="4267"/>
                    <a:pt x="2953" y="4157"/>
                    <a:pt x="3040" y="4060"/>
                  </a:cubicBezTo>
                  <a:cubicBezTo>
                    <a:pt x="3112" y="3980"/>
                    <a:pt x="3191" y="3910"/>
                    <a:pt x="3275" y="3850"/>
                  </a:cubicBezTo>
                  <a:cubicBezTo>
                    <a:pt x="3623" y="3598"/>
                    <a:pt x="4065" y="3508"/>
                    <a:pt x="4519" y="3599"/>
                  </a:cubicBezTo>
                  <a:cubicBezTo>
                    <a:pt x="4538" y="3602"/>
                    <a:pt x="4554" y="3605"/>
                    <a:pt x="4568" y="3606"/>
                  </a:cubicBezTo>
                  <a:cubicBezTo>
                    <a:pt x="4621" y="3609"/>
                    <a:pt x="4640" y="3588"/>
                    <a:pt x="4639" y="3507"/>
                  </a:cubicBezTo>
                  <a:cubicBezTo>
                    <a:pt x="4638" y="3348"/>
                    <a:pt x="4637" y="3189"/>
                    <a:pt x="4636" y="3030"/>
                  </a:cubicBezTo>
                  <a:cubicBezTo>
                    <a:pt x="4635" y="2832"/>
                    <a:pt x="4636" y="2635"/>
                    <a:pt x="4637" y="2437"/>
                  </a:cubicBezTo>
                  <a:cubicBezTo>
                    <a:pt x="4637" y="2338"/>
                    <a:pt x="4638" y="2239"/>
                    <a:pt x="4639" y="2140"/>
                  </a:cubicBezTo>
                  <a:cubicBezTo>
                    <a:pt x="4640" y="2044"/>
                    <a:pt x="4608" y="2014"/>
                    <a:pt x="4514" y="2015"/>
                  </a:cubicBezTo>
                  <a:cubicBezTo>
                    <a:pt x="4424" y="2015"/>
                    <a:pt x="4335" y="2016"/>
                    <a:pt x="4245" y="2016"/>
                  </a:cubicBezTo>
                  <a:cubicBezTo>
                    <a:pt x="3936" y="2017"/>
                    <a:pt x="3628" y="2017"/>
                    <a:pt x="3320" y="2017"/>
                  </a:cubicBezTo>
                  <a:cubicBezTo>
                    <a:pt x="3232" y="2017"/>
                    <a:pt x="3143" y="2017"/>
                    <a:pt x="3055" y="2017"/>
                  </a:cubicBezTo>
                  <a:cubicBezTo>
                    <a:pt x="2871" y="2017"/>
                    <a:pt x="2688" y="2016"/>
                    <a:pt x="2504" y="2016"/>
                  </a:cubicBezTo>
                  <a:cubicBezTo>
                    <a:pt x="2485" y="2016"/>
                    <a:pt x="2469" y="2016"/>
                    <a:pt x="2454" y="2016"/>
                  </a:cubicBezTo>
                  <a:cubicBezTo>
                    <a:pt x="2307" y="2015"/>
                    <a:pt x="2300" y="2001"/>
                    <a:pt x="2376" y="1872"/>
                  </a:cubicBezTo>
                  <a:cubicBezTo>
                    <a:pt x="2383" y="1859"/>
                    <a:pt x="2391" y="1845"/>
                    <a:pt x="2400" y="1830"/>
                  </a:cubicBezTo>
                  <a:cubicBezTo>
                    <a:pt x="2505" y="1654"/>
                    <a:pt x="2597" y="1476"/>
                    <a:pt x="2628" y="1270"/>
                  </a:cubicBezTo>
                  <a:cubicBezTo>
                    <a:pt x="2630" y="1253"/>
                    <a:pt x="2633" y="1235"/>
                    <a:pt x="2634" y="1217"/>
                  </a:cubicBezTo>
                  <a:cubicBezTo>
                    <a:pt x="2640" y="1157"/>
                    <a:pt x="2641" y="1098"/>
                    <a:pt x="2636" y="1038"/>
                  </a:cubicBezTo>
                  <a:cubicBezTo>
                    <a:pt x="2609" y="668"/>
                    <a:pt x="2392" y="313"/>
                    <a:pt x="2061" y="137"/>
                  </a:cubicBezTo>
                  <a:cubicBezTo>
                    <a:pt x="1999" y="104"/>
                    <a:pt x="1935" y="77"/>
                    <a:pt x="1871" y="56"/>
                  </a:cubicBezTo>
                  <a:cubicBezTo>
                    <a:pt x="1794" y="31"/>
                    <a:pt x="1716" y="14"/>
                    <a:pt x="1638" y="6"/>
                  </a:cubicBezTo>
                  <a:cubicBezTo>
                    <a:pt x="1330" y="-27"/>
                    <a:pt x="1029" y="70"/>
                    <a:pt x="801" y="262"/>
                  </a:cubicBezTo>
                  <a:cubicBezTo>
                    <a:pt x="677" y="365"/>
                    <a:pt x="575" y="497"/>
                    <a:pt x="505" y="650"/>
                  </a:cubicBezTo>
                  <a:cubicBezTo>
                    <a:pt x="504" y="650"/>
                    <a:pt x="504" y="650"/>
                    <a:pt x="504" y="650"/>
                  </a:cubicBezTo>
                  <a:cubicBezTo>
                    <a:pt x="443" y="783"/>
                    <a:pt x="406" y="932"/>
                    <a:pt x="400" y="1094"/>
                  </a:cubicBezTo>
                  <a:cubicBezTo>
                    <a:pt x="398" y="1124"/>
                    <a:pt x="399" y="1154"/>
                    <a:pt x="401" y="1183"/>
                  </a:cubicBezTo>
                  <a:cubicBezTo>
                    <a:pt x="406" y="1272"/>
                    <a:pt x="423" y="1357"/>
                    <a:pt x="449" y="1439"/>
                  </a:cubicBezTo>
                  <a:cubicBezTo>
                    <a:pt x="495" y="1583"/>
                    <a:pt x="568" y="1718"/>
                    <a:pt x="650" y="1850"/>
                  </a:cubicBezTo>
                  <a:cubicBezTo>
                    <a:pt x="679" y="1897"/>
                    <a:pt x="747" y="1946"/>
                    <a:pt x="717" y="2000"/>
                  </a:cubicBezTo>
                  <a:cubicBezTo>
                    <a:pt x="690" y="2048"/>
                    <a:pt x="615" y="2015"/>
                    <a:pt x="562" y="2015"/>
                  </a:cubicBezTo>
                  <a:cubicBezTo>
                    <a:pt x="470" y="2016"/>
                    <a:pt x="377" y="2016"/>
                    <a:pt x="285" y="2016"/>
                  </a:cubicBezTo>
                  <a:cubicBezTo>
                    <a:pt x="191" y="2016"/>
                    <a:pt x="98" y="2016"/>
                    <a:pt x="5" y="2017"/>
                  </a:cubicBezTo>
                  <a:cubicBezTo>
                    <a:pt x="-22" y="2375"/>
                    <a:pt x="37" y="2759"/>
                    <a:pt x="403" y="3148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018760" y="3092040"/>
              <a:ext cx="469440" cy="130320"/>
            </a:xfrm>
            <a:custGeom>
              <a:avLst/>
              <a:gdLst/>
              <a:ahLst/>
              <a:cxnLst/>
              <a:rect l="l" t="t" r="r" b="b"/>
              <a:pathLst>
                <a:path w="1304" h="362" extrusionOk="0">
                  <a:moveTo>
                    <a:pt x="1255" y="111"/>
                  </a:moveTo>
                  <a:cubicBezTo>
                    <a:pt x="1274" y="114"/>
                    <a:pt x="1290" y="117"/>
                    <a:pt x="1304" y="118"/>
                  </a:cubicBezTo>
                  <a:cubicBezTo>
                    <a:pt x="1268" y="90"/>
                    <a:pt x="1225" y="66"/>
                    <a:pt x="1174" y="48"/>
                  </a:cubicBezTo>
                  <a:cubicBezTo>
                    <a:pt x="1084" y="16"/>
                    <a:pt x="971" y="0"/>
                    <a:pt x="837" y="0"/>
                  </a:cubicBezTo>
                  <a:cubicBezTo>
                    <a:pt x="812" y="0"/>
                    <a:pt x="787" y="1"/>
                    <a:pt x="761" y="2"/>
                  </a:cubicBezTo>
                  <a:cubicBezTo>
                    <a:pt x="732" y="3"/>
                    <a:pt x="704" y="4"/>
                    <a:pt x="675" y="5"/>
                  </a:cubicBezTo>
                  <a:cubicBezTo>
                    <a:pt x="522" y="9"/>
                    <a:pt x="378" y="13"/>
                    <a:pt x="244" y="76"/>
                  </a:cubicBezTo>
                  <a:cubicBezTo>
                    <a:pt x="142" y="123"/>
                    <a:pt x="67" y="182"/>
                    <a:pt x="13" y="256"/>
                  </a:cubicBezTo>
                  <a:cubicBezTo>
                    <a:pt x="-1" y="276"/>
                    <a:pt x="-1" y="284"/>
                    <a:pt x="0" y="292"/>
                  </a:cubicBezTo>
                  <a:cubicBezTo>
                    <a:pt x="4" y="314"/>
                    <a:pt x="8" y="338"/>
                    <a:pt x="11" y="362"/>
                  </a:cubicBezTo>
                  <a:cubicBezTo>
                    <a:pt x="359" y="110"/>
                    <a:pt x="801" y="20"/>
                    <a:pt x="1255" y="11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64880" y="3799440"/>
              <a:ext cx="236880" cy="219600"/>
            </a:xfrm>
            <a:custGeom>
              <a:avLst/>
              <a:gdLst/>
              <a:ahLst/>
              <a:cxnLst/>
              <a:rect l="l" t="t" r="r" b="b"/>
              <a:pathLst>
                <a:path w="658" h="610" extrusionOk="0">
                  <a:moveTo>
                    <a:pt x="20" y="0"/>
                  </a:moveTo>
                  <a:cubicBezTo>
                    <a:pt x="-6" y="54"/>
                    <a:pt x="-7" y="118"/>
                    <a:pt x="22" y="164"/>
                  </a:cubicBezTo>
                  <a:cubicBezTo>
                    <a:pt x="190" y="438"/>
                    <a:pt x="399" y="584"/>
                    <a:pt x="658" y="610"/>
                  </a:cubicBezTo>
                  <a:cubicBezTo>
                    <a:pt x="655" y="606"/>
                    <a:pt x="652" y="602"/>
                    <a:pt x="649" y="598"/>
                  </a:cubicBezTo>
                  <a:cubicBezTo>
                    <a:pt x="533" y="439"/>
                    <a:pt x="448" y="276"/>
                    <a:pt x="395" y="108"/>
                  </a:cubicBezTo>
                  <a:cubicBezTo>
                    <a:pt x="280" y="104"/>
                    <a:pt x="159" y="69"/>
                    <a:pt x="20" y="0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442760" y="2997360"/>
              <a:ext cx="498240" cy="775440"/>
            </a:xfrm>
            <a:custGeom>
              <a:avLst/>
              <a:gdLst/>
              <a:ahLst/>
              <a:cxnLst/>
              <a:rect l="l" t="t" r="r" b="b"/>
              <a:pathLst>
                <a:path w="1384" h="2154" extrusionOk="0">
                  <a:moveTo>
                    <a:pt x="0" y="298"/>
                  </a:moveTo>
                  <a:cubicBezTo>
                    <a:pt x="9" y="573"/>
                    <a:pt x="89" y="752"/>
                    <a:pt x="261" y="877"/>
                  </a:cubicBezTo>
                  <a:cubicBezTo>
                    <a:pt x="353" y="943"/>
                    <a:pt x="449" y="977"/>
                    <a:pt x="547" y="977"/>
                  </a:cubicBezTo>
                  <a:cubicBezTo>
                    <a:pt x="635" y="977"/>
                    <a:pt x="724" y="950"/>
                    <a:pt x="812" y="895"/>
                  </a:cubicBezTo>
                  <a:cubicBezTo>
                    <a:pt x="841" y="877"/>
                    <a:pt x="870" y="856"/>
                    <a:pt x="901" y="835"/>
                  </a:cubicBezTo>
                  <a:cubicBezTo>
                    <a:pt x="915" y="824"/>
                    <a:pt x="930" y="814"/>
                    <a:pt x="945" y="803"/>
                  </a:cubicBezTo>
                  <a:cubicBezTo>
                    <a:pt x="955" y="796"/>
                    <a:pt x="967" y="792"/>
                    <a:pt x="979" y="792"/>
                  </a:cubicBezTo>
                  <a:cubicBezTo>
                    <a:pt x="993" y="792"/>
                    <a:pt x="1008" y="798"/>
                    <a:pt x="1019" y="807"/>
                  </a:cubicBezTo>
                  <a:cubicBezTo>
                    <a:pt x="1039" y="826"/>
                    <a:pt x="1045" y="856"/>
                    <a:pt x="1032" y="880"/>
                  </a:cubicBezTo>
                  <a:cubicBezTo>
                    <a:pt x="968" y="1000"/>
                    <a:pt x="838" y="1099"/>
                    <a:pt x="686" y="1143"/>
                  </a:cubicBezTo>
                  <a:cubicBezTo>
                    <a:pt x="471" y="1205"/>
                    <a:pt x="337" y="1433"/>
                    <a:pt x="395" y="1641"/>
                  </a:cubicBezTo>
                  <a:cubicBezTo>
                    <a:pt x="400" y="1661"/>
                    <a:pt x="407" y="1682"/>
                    <a:pt x="414" y="1703"/>
                  </a:cubicBezTo>
                  <a:cubicBezTo>
                    <a:pt x="496" y="1947"/>
                    <a:pt x="750" y="2101"/>
                    <a:pt x="968" y="2154"/>
                  </a:cubicBezTo>
                  <a:cubicBezTo>
                    <a:pt x="911" y="1831"/>
                    <a:pt x="970" y="1498"/>
                    <a:pt x="1146" y="1165"/>
                  </a:cubicBezTo>
                  <a:cubicBezTo>
                    <a:pt x="1212" y="1042"/>
                    <a:pt x="1289" y="932"/>
                    <a:pt x="1376" y="835"/>
                  </a:cubicBezTo>
                  <a:cubicBezTo>
                    <a:pt x="1378" y="807"/>
                    <a:pt x="1380" y="782"/>
                    <a:pt x="1381" y="761"/>
                  </a:cubicBezTo>
                  <a:cubicBezTo>
                    <a:pt x="1383" y="728"/>
                    <a:pt x="1385" y="699"/>
                    <a:pt x="1384" y="684"/>
                  </a:cubicBezTo>
                  <a:cubicBezTo>
                    <a:pt x="1375" y="455"/>
                    <a:pt x="1273" y="285"/>
                    <a:pt x="1070" y="162"/>
                  </a:cubicBezTo>
                  <a:cubicBezTo>
                    <a:pt x="945" y="86"/>
                    <a:pt x="802" y="35"/>
                    <a:pt x="620" y="0"/>
                  </a:cubicBezTo>
                  <a:cubicBezTo>
                    <a:pt x="618" y="0"/>
                    <a:pt x="616" y="0"/>
                    <a:pt x="614" y="0"/>
                  </a:cubicBezTo>
                  <a:cubicBezTo>
                    <a:pt x="611" y="0"/>
                    <a:pt x="609" y="0"/>
                    <a:pt x="604" y="5"/>
                  </a:cubicBezTo>
                  <a:cubicBezTo>
                    <a:pt x="457" y="162"/>
                    <a:pt x="265" y="254"/>
                    <a:pt x="18" y="286"/>
                  </a:cubicBezTo>
                  <a:cubicBezTo>
                    <a:pt x="7" y="287"/>
                    <a:pt x="2" y="289"/>
                    <a:pt x="1" y="289"/>
                  </a:cubicBezTo>
                  <a:cubicBezTo>
                    <a:pt x="1" y="289"/>
                    <a:pt x="0" y="292"/>
                    <a:pt x="0" y="298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098600" y="2970000"/>
              <a:ext cx="518760" cy="884520"/>
            </a:xfrm>
            <a:custGeom>
              <a:avLst/>
              <a:gdLst/>
              <a:ahLst/>
              <a:cxnLst/>
              <a:rect l="l" t="t" r="r" b="b"/>
              <a:pathLst>
                <a:path w="1441" h="2457" extrusionOk="0">
                  <a:moveTo>
                    <a:pt x="236" y="1245"/>
                  </a:moveTo>
                  <a:cubicBezTo>
                    <a:pt x="82" y="975"/>
                    <a:pt x="9" y="715"/>
                    <a:pt x="0" y="400"/>
                  </a:cubicBezTo>
                  <a:cubicBezTo>
                    <a:pt x="-4" y="263"/>
                    <a:pt x="78" y="124"/>
                    <a:pt x="208" y="45"/>
                  </a:cubicBezTo>
                  <a:cubicBezTo>
                    <a:pt x="260" y="13"/>
                    <a:pt x="293" y="0"/>
                    <a:pt x="316" y="0"/>
                  </a:cubicBezTo>
                  <a:cubicBezTo>
                    <a:pt x="337" y="0"/>
                    <a:pt x="363" y="13"/>
                    <a:pt x="418" y="80"/>
                  </a:cubicBezTo>
                  <a:cubicBezTo>
                    <a:pt x="455" y="125"/>
                    <a:pt x="490" y="163"/>
                    <a:pt x="525" y="196"/>
                  </a:cubicBezTo>
                  <a:cubicBezTo>
                    <a:pt x="597" y="264"/>
                    <a:pt x="668" y="306"/>
                    <a:pt x="744" y="323"/>
                  </a:cubicBezTo>
                  <a:cubicBezTo>
                    <a:pt x="750" y="324"/>
                    <a:pt x="754" y="325"/>
                    <a:pt x="756" y="326"/>
                  </a:cubicBezTo>
                  <a:cubicBezTo>
                    <a:pt x="757" y="330"/>
                    <a:pt x="757" y="336"/>
                    <a:pt x="757" y="347"/>
                  </a:cubicBezTo>
                  <a:cubicBezTo>
                    <a:pt x="757" y="681"/>
                    <a:pt x="873" y="928"/>
                    <a:pt x="1110" y="1101"/>
                  </a:cubicBezTo>
                  <a:cubicBezTo>
                    <a:pt x="1113" y="1103"/>
                    <a:pt x="1114" y="1104"/>
                    <a:pt x="1114" y="1105"/>
                  </a:cubicBezTo>
                  <a:cubicBezTo>
                    <a:pt x="1114" y="1105"/>
                    <a:pt x="1116" y="1109"/>
                    <a:pt x="1114" y="1125"/>
                  </a:cubicBezTo>
                  <a:cubicBezTo>
                    <a:pt x="1102" y="1228"/>
                    <a:pt x="1098" y="1314"/>
                    <a:pt x="1100" y="1394"/>
                  </a:cubicBezTo>
                  <a:cubicBezTo>
                    <a:pt x="1107" y="1613"/>
                    <a:pt x="1143" y="1893"/>
                    <a:pt x="1367" y="2115"/>
                  </a:cubicBezTo>
                  <a:cubicBezTo>
                    <a:pt x="1391" y="2139"/>
                    <a:pt x="1417" y="2161"/>
                    <a:pt x="1441" y="2181"/>
                  </a:cubicBezTo>
                  <a:cubicBezTo>
                    <a:pt x="1385" y="2246"/>
                    <a:pt x="1354" y="2325"/>
                    <a:pt x="1348" y="2417"/>
                  </a:cubicBezTo>
                  <a:cubicBezTo>
                    <a:pt x="1346" y="2438"/>
                    <a:pt x="1345" y="2450"/>
                    <a:pt x="1343" y="2457"/>
                  </a:cubicBezTo>
                  <a:cubicBezTo>
                    <a:pt x="1341" y="2457"/>
                    <a:pt x="1337" y="2457"/>
                    <a:pt x="1332" y="2457"/>
                  </a:cubicBezTo>
                  <a:cubicBezTo>
                    <a:pt x="1323" y="2457"/>
                    <a:pt x="1313" y="2457"/>
                    <a:pt x="1301" y="2456"/>
                  </a:cubicBezTo>
                  <a:cubicBezTo>
                    <a:pt x="1267" y="2454"/>
                    <a:pt x="1234" y="2445"/>
                    <a:pt x="1202" y="2428"/>
                  </a:cubicBezTo>
                  <a:cubicBezTo>
                    <a:pt x="1138" y="2396"/>
                    <a:pt x="1079" y="2349"/>
                    <a:pt x="1016" y="2281"/>
                  </a:cubicBezTo>
                  <a:cubicBezTo>
                    <a:pt x="884" y="2138"/>
                    <a:pt x="788" y="1968"/>
                    <a:pt x="712" y="1821"/>
                  </a:cubicBezTo>
                  <a:cubicBezTo>
                    <a:pt x="708" y="1814"/>
                    <a:pt x="707" y="1806"/>
                    <a:pt x="706" y="1794"/>
                  </a:cubicBezTo>
                  <a:cubicBezTo>
                    <a:pt x="697" y="1497"/>
                    <a:pt x="637" y="1191"/>
                    <a:pt x="517" y="831"/>
                  </a:cubicBezTo>
                  <a:cubicBezTo>
                    <a:pt x="485" y="734"/>
                    <a:pt x="452" y="640"/>
                    <a:pt x="402" y="553"/>
                  </a:cubicBezTo>
                  <a:cubicBezTo>
                    <a:pt x="391" y="534"/>
                    <a:pt x="371" y="523"/>
                    <a:pt x="350" y="523"/>
                  </a:cubicBezTo>
                  <a:cubicBezTo>
                    <a:pt x="343" y="523"/>
                    <a:pt x="336" y="524"/>
                    <a:pt x="330" y="526"/>
                  </a:cubicBezTo>
                  <a:cubicBezTo>
                    <a:pt x="302" y="536"/>
                    <a:pt x="286" y="564"/>
                    <a:pt x="291" y="593"/>
                  </a:cubicBezTo>
                  <a:cubicBezTo>
                    <a:pt x="311" y="709"/>
                    <a:pt x="335" y="826"/>
                    <a:pt x="358" y="940"/>
                  </a:cubicBezTo>
                  <a:cubicBezTo>
                    <a:pt x="395" y="1126"/>
                    <a:pt x="434" y="1317"/>
                    <a:pt x="457" y="1509"/>
                  </a:cubicBezTo>
                  <a:cubicBezTo>
                    <a:pt x="369" y="1437"/>
                    <a:pt x="295" y="1348"/>
                    <a:pt x="236" y="1245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717440" y="2562120"/>
              <a:ext cx="795600" cy="560160"/>
            </a:xfrm>
            <a:custGeom>
              <a:avLst/>
              <a:gdLst/>
              <a:ahLst/>
              <a:cxnLst/>
              <a:rect l="l" t="t" r="r" b="b"/>
              <a:pathLst>
                <a:path w="2210" h="1556" extrusionOk="0">
                  <a:moveTo>
                    <a:pt x="0" y="972"/>
                  </a:moveTo>
                  <a:cubicBezTo>
                    <a:pt x="312" y="1055"/>
                    <a:pt x="629" y="1199"/>
                    <a:pt x="782" y="1556"/>
                  </a:cubicBezTo>
                  <a:cubicBezTo>
                    <a:pt x="919" y="1374"/>
                    <a:pt x="1123" y="1272"/>
                    <a:pt x="1403" y="1246"/>
                  </a:cubicBezTo>
                  <a:cubicBezTo>
                    <a:pt x="1479" y="1239"/>
                    <a:pt x="1557" y="1238"/>
                    <a:pt x="1632" y="1237"/>
                  </a:cubicBezTo>
                  <a:cubicBezTo>
                    <a:pt x="1669" y="1236"/>
                    <a:pt x="1707" y="1235"/>
                    <a:pt x="1745" y="1234"/>
                  </a:cubicBezTo>
                  <a:cubicBezTo>
                    <a:pt x="1884" y="1229"/>
                    <a:pt x="1999" y="1194"/>
                    <a:pt x="2096" y="1127"/>
                  </a:cubicBezTo>
                  <a:cubicBezTo>
                    <a:pt x="2142" y="1095"/>
                    <a:pt x="2180" y="1057"/>
                    <a:pt x="2210" y="1014"/>
                  </a:cubicBezTo>
                  <a:cubicBezTo>
                    <a:pt x="2208" y="816"/>
                    <a:pt x="2209" y="619"/>
                    <a:pt x="2210" y="421"/>
                  </a:cubicBezTo>
                  <a:cubicBezTo>
                    <a:pt x="2164" y="313"/>
                    <a:pt x="2093" y="217"/>
                    <a:pt x="1999" y="131"/>
                  </a:cubicBezTo>
                  <a:cubicBezTo>
                    <a:pt x="1942" y="79"/>
                    <a:pt x="1882" y="35"/>
                    <a:pt x="1818" y="0"/>
                  </a:cubicBezTo>
                  <a:cubicBezTo>
                    <a:pt x="1509" y="1"/>
                    <a:pt x="1201" y="1"/>
                    <a:pt x="893" y="1"/>
                  </a:cubicBezTo>
                  <a:cubicBezTo>
                    <a:pt x="857" y="19"/>
                    <a:pt x="821" y="40"/>
                    <a:pt x="786" y="63"/>
                  </a:cubicBezTo>
                  <a:cubicBezTo>
                    <a:pt x="756" y="83"/>
                    <a:pt x="725" y="105"/>
                    <a:pt x="695" y="127"/>
                  </a:cubicBezTo>
                  <a:cubicBezTo>
                    <a:pt x="680" y="137"/>
                    <a:pt x="664" y="148"/>
                    <a:pt x="649" y="159"/>
                  </a:cubicBezTo>
                  <a:cubicBezTo>
                    <a:pt x="639" y="166"/>
                    <a:pt x="627" y="170"/>
                    <a:pt x="615" y="170"/>
                  </a:cubicBezTo>
                  <a:cubicBezTo>
                    <a:pt x="599" y="170"/>
                    <a:pt x="584" y="164"/>
                    <a:pt x="573" y="152"/>
                  </a:cubicBezTo>
                  <a:cubicBezTo>
                    <a:pt x="552" y="131"/>
                    <a:pt x="549" y="99"/>
                    <a:pt x="566" y="75"/>
                  </a:cubicBezTo>
                  <a:cubicBezTo>
                    <a:pt x="586" y="49"/>
                    <a:pt x="606" y="24"/>
                    <a:pt x="628" y="1"/>
                  </a:cubicBezTo>
                  <a:cubicBezTo>
                    <a:pt x="444" y="1"/>
                    <a:pt x="261" y="0"/>
                    <a:pt x="77" y="0"/>
                  </a:cubicBezTo>
                  <a:cubicBezTo>
                    <a:pt x="58" y="0"/>
                    <a:pt x="42" y="0"/>
                    <a:pt x="27" y="0"/>
                  </a:cubicBezTo>
                  <a:cubicBezTo>
                    <a:pt x="66" y="91"/>
                    <a:pt x="94" y="195"/>
                    <a:pt x="115" y="315"/>
                  </a:cubicBezTo>
                  <a:cubicBezTo>
                    <a:pt x="154" y="553"/>
                    <a:pt x="311" y="701"/>
                    <a:pt x="524" y="701"/>
                  </a:cubicBezTo>
                  <a:cubicBezTo>
                    <a:pt x="551" y="701"/>
                    <a:pt x="578" y="699"/>
                    <a:pt x="606" y="694"/>
                  </a:cubicBezTo>
                  <a:cubicBezTo>
                    <a:pt x="697" y="679"/>
                    <a:pt x="784" y="653"/>
                    <a:pt x="876" y="626"/>
                  </a:cubicBezTo>
                  <a:cubicBezTo>
                    <a:pt x="943" y="606"/>
                    <a:pt x="1012" y="585"/>
                    <a:pt x="1083" y="569"/>
                  </a:cubicBezTo>
                  <a:cubicBezTo>
                    <a:pt x="1098" y="566"/>
                    <a:pt x="1114" y="562"/>
                    <a:pt x="1129" y="558"/>
                  </a:cubicBezTo>
                  <a:cubicBezTo>
                    <a:pt x="1216" y="538"/>
                    <a:pt x="1306" y="518"/>
                    <a:pt x="1399" y="518"/>
                  </a:cubicBezTo>
                  <a:cubicBezTo>
                    <a:pt x="1439" y="518"/>
                    <a:pt x="1477" y="521"/>
                    <a:pt x="1514" y="529"/>
                  </a:cubicBezTo>
                  <a:cubicBezTo>
                    <a:pt x="1573" y="541"/>
                    <a:pt x="1620" y="561"/>
                    <a:pt x="1660" y="590"/>
                  </a:cubicBezTo>
                  <a:cubicBezTo>
                    <a:pt x="1683" y="607"/>
                    <a:pt x="1691" y="638"/>
                    <a:pt x="1679" y="663"/>
                  </a:cubicBezTo>
                  <a:cubicBezTo>
                    <a:pt x="1669" y="685"/>
                    <a:pt x="1648" y="698"/>
                    <a:pt x="1625" y="698"/>
                  </a:cubicBezTo>
                  <a:cubicBezTo>
                    <a:pt x="1620" y="698"/>
                    <a:pt x="1616" y="697"/>
                    <a:pt x="1611" y="696"/>
                  </a:cubicBezTo>
                  <a:cubicBezTo>
                    <a:pt x="1565" y="685"/>
                    <a:pt x="1519" y="680"/>
                    <a:pt x="1470" y="680"/>
                  </a:cubicBezTo>
                  <a:cubicBezTo>
                    <a:pt x="1325" y="680"/>
                    <a:pt x="1189" y="729"/>
                    <a:pt x="1045" y="780"/>
                  </a:cubicBezTo>
                  <a:cubicBezTo>
                    <a:pt x="993" y="799"/>
                    <a:pt x="939" y="818"/>
                    <a:pt x="885" y="835"/>
                  </a:cubicBezTo>
                  <a:cubicBezTo>
                    <a:pt x="868" y="840"/>
                    <a:pt x="851" y="846"/>
                    <a:pt x="834" y="851"/>
                  </a:cubicBezTo>
                  <a:cubicBezTo>
                    <a:pt x="746" y="879"/>
                    <a:pt x="654" y="909"/>
                    <a:pt x="556" y="917"/>
                  </a:cubicBezTo>
                  <a:cubicBezTo>
                    <a:pt x="538" y="918"/>
                    <a:pt x="520" y="919"/>
                    <a:pt x="503" y="919"/>
                  </a:cubicBezTo>
                  <a:cubicBezTo>
                    <a:pt x="346" y="919"/>
                    <a:pt x="207" y="860"/>
                    <a:pt x="86" y="744"/>
                  </a:cubicBezTo>
                  <a:cubicBezTo>
                    <a:pt x="80" y="777"/>
                    <a:pt x="73" y="811"/>
                    <a:pt x="60" y="844"/>
                  </a:cubicBezTo>
                  <a:cubicBezTo>
                    <a:pt x="43" y="888"/>
                    <a:pt x="22" y="930"/>
                    <a:pt x="0" y="972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515840" y="1856520"/>
              <a:ext cx="276840" cy="353520"/>
            </a:xfrm>
            <a:custGeom>
              <a:avLst/>
              <a:gdLst/>
              <a:ahLst/>
              <a:cxnLst/>
              <a:rect l="l" t="t" r="r" b="b"/>
              <a:pathLst>
                <a:path w="769" h="982" extrusionOk="0">
                  <a:moveTo>
                    <a:pt x="0" y="66"/>
                  </a:moveTo>
                  <a:cubicBezTo>
                    <a:pt x="-3" y="300"/>
                    <a:pt x="81" y="507"/>
                    <a:pt x="166" y="680"/>
                  </a:cubicBezTo>
                  <a:cubicBezTo>
                    <a:pt x="197" y="675"/>
                    <a:pt x="229" y="672"/>
                    <a:pt x="259" y="672"/>
                  </a:cubicBezTo>
                  <a:cubicBezTo>
                    <a:pt x="417" y="672"/>
                    <a:pt x="557" y="742"/>
                    <a:pt x="690" y="887"/>
                  </a:cubicBezTo>
                  <a:cubicBezTo>
                    <a:pt x="719" y="919"/>
                    <a:pt x="745" y="951"/>
                    <a:pt x="769" y="982"/>
                  </a:cubicBezTo>
                  <a:cubicBezTo>
                    <a:pt x="742" y="612"/>
                    <a:pt x="525" y="257"/>
                    <a:pt x="194" y="81"/>
                  </a:cubicBezTo>
                  <a:cubicBezTo>
                    <a:pt x="132" y="48"/>
                    <a:pt x="68" y="21"/>
                    <a:pt x="4" y="0"/>
                  </a:cubicBezTo>
                  <a:cubicBezTo>
                    <a:pt x="2" y="21"/>
                    <a:pt x="0" y="43"/>
                    <a:pt x="0" y="66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132080" y="1836360"/>
              <a:ext cx="358920" cy="310320"/>
            </a:xfrm>
            <a:custGeom>
              <a:avLst/>
              <a:gdLst/>
              <a:ahLst/>
              <a:cxnLst/>
              <a:rect l="l" t="t" r="r" b="b"/>
              <a:pathLst>
                <a:path w="997" h="862" extrusionOk="0">
                  <a:moveTo>
                    <a:pt x="0" y="261"/>
                  </a:moveTo>
                  <a:cubicBezTo>
                    <a:pt x="65" y="276"/>
                    <a:pt x="130" y="304"/>
                    <a:pt x="195" y="348"/>
                  </a:cubicBezTo>
                  <a:cubicBezTo>
                    <a:pt x="316" y="429"/>
                    <a:pt x="405" y="538"/>
                    <a:pt x="469" y="623"/>
                  </a:cubicBezTo>
                  <a:lnTo>
                    <a:pt x="484" y="644"/>
                  </a:lnTo>
                  <a:cubicBezTo>
                    <a:pt x="512" y="681"/>
                    <a:pt x="540" y="720"/>
                    <a:pt x="570" y="756"/>
                  </a:cubicBezTo>
                  <a:cubicBezTo>
                    <a:pt x="627" y="827"/>
                    <a:pt x="692" y="862"/>
                    <a:pt x="768" y="862"/>
                  </a:cubicBezTo>
                  <a:cubicBezTo>
                    <a:pt x="801" y="862"/>
                    <a:pt x="836" y="855"/>
                    <a:pt x="872" y="843"/>
                  </a:cubicBezTo>
                  <a:cubicBezTo>
                    <a:pt x="912" y="830"/>
                    <a:pt x="952" y="813"/>
                    <a:pt x="991" y="796"/>
                  </a:cubicBezTo>
                  <a:cubicBezTo>
                    <a:pt x="993" y="795"/>
                    <a:pt x="995" y="795"/>
                    <a:pt x="997" y="794"/>
                  </a:cubicBezTo>
                  <a:cubicBezTo>
                    <a:pt x="995" y="791"/>
                    <a:pt x="994" y="787"/>
                    <a:pt x="992" y="784"/>
                  </a:cubicBezTo>
                  <a:cubicBezTo>
                    <a:pt x="891" y="571"/>
                    <a:pt x="838" y="366"/>
                    <a:pt x="828" y="156"/>
                  </a:cubicBezTo>
                  <a:cubicBezTo>
                    <a:pt x="826" y="103"/>
                    <a:pt x="829" y="53"/>
                    <a:pt x="837" y="6"/>
                  </a:cubicBezTo>
                  <a:cubicBezTo>
                    <a:pt x="529" y="-27"/>
                    <a:pt x="228" y="70"/>
                    <a:pt x="0" y="26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943800" y="2019240"/>
              <a:ext cx="846000" cy="984600"/>
            </a:xfrm>
            <a:custGeom>
              <a:avLst/>
              <a:gdLst/>
              <a:ahLst/>
              <a:cxnLst/>
              <a:rect l="l" t="t" r="r" b="b"/>
              <a:pathLst>
                <a:path w="2350" h="2735" extrusionOk="0">
                  <a:moveTo>
                    <a:pt x="306" y="2402"/>
                  </a:moveTo>
                  <a:cubicBezTo>
                    <a:pt x="322" y="2417"/>
                    <a:pt x="406" y="2466"/>
                    <a:pt x="480" y="2466"/>
                  </a:cubicBezTo>
                  <a:cubicBezTo>
                    <a:pt x="518" y="2466"/>
                    <a:pt x="546" y="2453"/>
                    <a:pt x="566" y="2425"/>
                  </a:cubicBezTo>
                  <a:cubicBezTo>
                    <a:pt x="614" y="2360"/>
                    <a:pt x="663" y="2156"/>
                    <a:pt x="457" y="1529"/>
                  </a:cubicBezTo>
                  <a:cubicBezTo>
                    <a:pt x="449" y="1505"/>
                    <a:pt x="456" y="1480"/>
                    <a:pt x="475" y="1464"/>
                  </a:cubicBezTo>
                  <a:cubicBezTo>
                    <a:pt x="486" y="1455"/>
                    <a:pt x="500" y="1450"/>
                    <a:pt x="513" y="1450"/>
                  </a:cubicBezTo>
                  <a:cubicBezTo>
                    <a:pt x="523" y="1450"/>
                    <a:pt x="533" y="1453"/>
                    <a:pt x="542" y="1457"/>
                  </a:cubicBezTo>
                  <a:cubicBezTo>
                    <a:pt x="589" y="1483"/>
                    <a:pt x="622" y="1520"/>
                    <a:pt x="649" y="1554"/>
                  </a:cubicBezTo>
                  <a:cubicBezTo>
                    <a:pt x="824" y="1765"/>
                    <a:pt x="906" y="2025"/>
                    <a:pt x="900" y="2350"/>
                  </a:cubicBezTo>
                  <a:cubicBezTo>
                    <a:pt x="900" y="2361"/>
                    <a:pt x="898" y="2373"/>
                    <a:pt x="897" y="2384"/>
                  </a:cubicBezTo>
                  <a:cubicBezTo>
                    <a:pt x="896" y="2394"/>
                    <a:pt x="895" y="2404"/>
                    <a:pt x="895" y="2411"/>
                  </a:cubicBezTo>
                  <a:cubicBezTo>
                    <a:pt x="908" y="2602"/>
                    <a:pt x="1186" y="2735"/>
                    <a:pt x="1427" y="2735"/>
                  </a:cubicBezTo>
                  <a:cubicBezTo>
                    <a:pt x="1508" y="2735"/>
                    <a:pt x="1584" y="2720"/>
                    <a:pt x="1647" y="2693"/>
                  </a:cubicBezTo>
                  <a:cubicBezTo>
                    <a:pt x="1900" y="2582"/>
                    <a:pt x="2039" y="2376"/>
                    <a:pt x="2071" y="2061"/>
                  </a:cubicBezTo>
                  <a:cubicBezTo>
                    <a:pt x="2083" y="1942"/>
                    <a:pt x="2072" y="1814"/>
                    <a:pt x="2036" y="1660"/>
                  </a:cubicBezTo>
                  <a:cubicBezTo>
                    <a:pt x="1985" y="1446"/>
                    <a:pt x="1874" y="1296"/>
                    <a:pt x="1697" y="1200"/>
                  </a:cubicBezTo>
                  <a:cubicBezTo>
                    <a:pt x="1672" y="1186"/>
                    <a:pt x="1660" y="1157"/>
                    <a:pt x="1669" y="1130"/>
                  </a:cubicBezTo>
                  <a:cubicBezTo>
                    <a:pt x="1676" y="1104"/>
                    <a:pt x="1700" y="1087"/>
                    <a:pt x="1726" y="1087"/>
                  </a:cubicBezTo>
                  <a:cubicBezTo>
                    <a:pt x="1728" y="1087"/>
                    <a:pt x="1729" y="1087"/>
                    <a:pt x="1731" y="1088"/>
                  </a:cubicBezTo>
                  <a:cubicBezTo>
                    <a:pt x="1798" y="1094"/>
                    <a:pt x="1888" y="1139"/>
                    <a:pt x="1959" y="1203"/>
                  </a:cubicBezTo>
                  <a:cubicBezTo>
                    <a:pt x="2012" y="1252"/>
                    <a:pt x="2059" y="1304"/>
                    <a:pt x="2098" y="1364"/>
                  </a:cubicBezTo>
                  <a:cubicBezTo>
                    <a:pt x="2105" y="1351"/>
                    <a:pt x="2113" y="1337"/>
                    <a:pt x="2122" y="1322"/>
                  </a:cubicBezTo>
                  <a:cubicBezTo>
                    <a:pt x="2227" y="1146"/>
                    <a:pt x="2319" y="968"/>
                    <a:pt x="2350" y="762"/>
                  </a:cubicBezTo>
                  <a:cubicBezTo>
                    <a:pt x="2340" y="751"/>
                    <a:pt x="2331" y="739"/>
                    <a:pt x="2322" y="727"/>
                  </a:cubicBezTo>
                  <a:cubicBezTo>
                    <a:pt x="2289" y="684"/>
                    <a:pt x="2258" y="644"/>
                    <a:pt x="2224" y="606"/>
                  </a:cubicBezTo>
                  <a:cubicBezTo>
                    <a:pt x="2163" y="539"/>
                    <a:pt x="2105" y="493"/>
                    <a:pt x="2043" y="458"/>
                  </a:cubicBezTo>
                  <a:cubicBezTo>
                    <a:pt x="1987" y="428"/>
                    <a:pt x="1933" y="413"/>
                    <a:pt x="1878" y="413"/>
                  </a:cubicBezTo>
                  <a:cubicBezTo>
                    <a:pt x="1828" y="413"/>
                    <a:pt x="1778" y="426"/>
                    <a:pt x="1726" y="451"/>
                  </a:cubicBezTo>
                  <a:cubicBezTo>
                    <a:pt x="1710" y="458"/>
                    <a:pt x="1693" y="467"/>
                    <a:pt x="1677" y="475"/>
                  </a:cubicBezTo>
                  <a:cubicBezTo>
                    <a:pt x="1629" y="498"/>
                    <a:pt x="1580" y="523"/>
                    <a:pt x="1527" y="542"/>
                  </a:cubicBezTo>
                  <a:cubicBezTo>
                    <a:pt x="1442" y="571"/>
                    <a:pt x="1368" y="586"/>
                    <a:pt x="1300" y="586"/>
                  </a:cubicBezTo>
                  <a:cubicBezTo>
                    <a:pt x="1153" y="586"/>
                    <a:pt x="1031" y="517"/>
                    <a:pt x="906" y="362"/>
                  </a:cubicBezTo>
                  <a:cubicBezTo>
                    <a:pt x="851" y="293"/>
                    <a:pt x="791" y="220"/>
                    <a:pt x="729" y="151"/>
                  </a:cubicBezTo>
                  <a:cubicBezTo>
                    <a:pt x="689" y="106"/>
                    <a:pt x="638" y="66"/>
                    <a:pt x="573" y="30"/>
                  </a:cubicBezTo>
                  <a:cubicBezTo>
                    <a:pt x="539" y="10"/>
                    <a:pt x="505" y="0"/>
                    <a:pt x="472" y="0"/>
                  </a:cubicBezTo>
                  <a:cubicBezTo>
                    <a:pt x="438" y="0"/>
                    <a:pt x="403" y="11"/>
                    <a:pt x="368" y="31"/>
                  </a:cubicBezTo>
                  <a:cubicBezTo>
                    <a:pt x="318" y="60"/>
                    <a:pt x="270" y="98"/>
                    <a:pt x="227" y="142"/>
                  </a:cubicBezTo>
                  <a:cubicBezTo>
                    <a:pt x="226" y="142"/>
                    <a:pt x="226" y="142"/>
                    <a:pt x="226" y="142"/>
                  </a:cubicBezTo>
                  <a:cubicBezTo>
                    <a:pt x="165" y="275"/>
                    <a:pt x="128" y="424"/>
                    <a:pt x="122" y="586"/>
                  </a:cubicBezTo>
                  <a:cubicBezTo>
                    <a:pt x="121" y="616"/>
                    <a:pt x="121" y="646"/>
                    <a:pt x="123" y="675"/>
                  </a:cubicBezTo>
                  <a:cubicBezTo>
                    <a:pt x="144" y="660"/>
                    <a:pt x="167" y="647"/>
                    <a:pt x="191" y="635"/>
                  </a:cubicBezTo>
                  <a:cubicBezTo>
                    <a:pt x="280" y="589"/>
                    <a:pt x="382" y="565"/>
                    <a:pt x="484" y="565"/>
                  </a:cubicBezTo>
                  <a:cubicBezTo>
                    <a:pt x="639" y="565"/>
                    <a:pt x="788" y="619"/>
                    <a:pt x="904" y="717"/>
                  </a:cubicBezTo>
                  <a:cubicBezTo>
                    <a:pt x="1034" y="827"/>
                    <a:pt x="1131" y="964"/>
                    <a:pt x="1199" y="1138"/>
                  </a:cubicBezTo>
                  <a:cubicBezTo>
                    <a:pt x="1280" y="1341"/>
                    <a:pt x="1350" y="1712"/>
                    <a:pt x="1349" y="1933"/>
                  </a:cubicBezTo>
                  <a:cubicBezTo>
                    <a:pt x="1349" y="1963"/>
                    <a:pt x="1326" y="1989"/>
                    <a:pt x="1296" y="1992"/>
                  </a:cubicBezTo>
                  <a:cubicBezTo>
                    <a:pt x="1294" y="1992"/>
                    <a:pt x="1292" y="1992"/>
                    <a:pt x="1290" y="1992"/>
                  </a:cubicBezTo>
                  <a:cubicBezTo>
                    <a:pt x="1262" y="1992"/>
                    <a:pt x="1237" y="1973"/>
                    <a:pt x="1231" y="1945"/>
                  </a:cubicBezTo>
                  <a:cubicBezTo>
                    <a:pt x="1222" y="1902"/>
                    <a:pt x="1213" y="1861"/>
                    <a:pt x="1205" y="1820"/>
                  </a:cubicBezTo>
                  <a:cubicBezTo>
                    <a:pt x="1187" y="1735"/>
                    <a:pt x="1170" y="1655"/>
                    <a:pt x="1151" y="1576"/>
                  </a:cubicBezTo>
                  <a:cubicBezTo>
                    <a:pt x="1086" y="1317"/>
                    <a:pt x="997" y="1123"/>
                    <a:pt x="872" y="966"/>
                  </a:cubicBezTo>
                  <a:cubicBezTo>
                    <a:pt x="780" y="852"/>
                    <a:pt x="641" y="783"/>
                    <a:pt x="498" y="783"/>
                  </a:cubicBezTo>
                  <a:cubicBezTo>
                    <a:pt x="370" y="783"/>
                    <a:pt x="256" y="836"/>
                    <a:pt x="171" y="931"/>
                  </a:cubicBezTo>
                  <a:cubicBezTo>
                    <a:pt x="217" y="1075"/>
                    <a:pt x="290" y="1210"/>
                    <a:pt x="372" y="1342"/>
                  </a:cubicBezTo>
                  <a:cubicBezTo>
                    <a:pt x="401" y="1389"/>
                    <a:pt x="469" y="1438"/>
                    <a:pt x="439" y="1492"/>
                  </a:cubicBezTo>
                  <a:cubicBezTo>
                    <a:pt x="412" y="1540"/>
                    <a:pt x="337" y="1507"/>
                    <a:pt x="284" y="1507"/>
                  </a:cubicBezTo>
                  <a:cubicBezTo>
                    <a:pt x="192" y="1508"/>
                    <a:pt x="99" y="1508"/>
                    <a:pt x="7" y="1508"/>
                  </a:cubicBezTo>
                  <a:cubicBezTo>
                    <a:pt x="-22" y="1814"/>
                    <a:pt x="22" y="2101"/>
                    <a:pt x="306" y="2402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2"/>
          <p:cNvSpPr/>
          <p:nvPr/>
        </p:nvSpPr>
        <p:spPr>
          <a:xfrm rot="5400000">
            <a:off x="8314868" y="5080566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 txBox="1">
            <a:spLocks noGrp="1"/>
          </p:cNvSpPr>
          <p:nvPr>
            <p:ph type="ctrTitle"/>
          </p:nvPr>
        </p:nvSpPr>
        <p:spPr>
          <a:xfrm>
            <a:off x="1346767" y="1806667"/>
            <a:ext cx="7425200" cy="22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1">
                <a:latin typeface="Montagu Slab"/>
                <a:ea typeface="Montagu Slab"/>
                <a:cs typeface="Montagu Slab"/>
                <a:sym typeface="Montagu Slab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subTitle" idx="1"/>
          </p:nvPr>
        </p:nvSpPr>
        <p:spPr>
          <a:xfrm>
            <a:off x="1346855" y="4110700"/>
            <a:ext cx="74252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0D0D0D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1952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 rot="-4255017">
            <a:off x="10078449" y="6207948"/>
            <a:ext cx="1904737" cy="1158288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3"/>
          <p:cNvGrpSpPr/>
          <p:nvPr/>
        </p:nvGrpSpPr>
        <p:grpSpPr>
          <a:xfrm rot="900468">
            <a:off x="8264708" y="-321659"/>
            <a:ext cx="1185981" cy="1950708"/>
            <a:chOff x="3268800" y="1836360"/>
            <a:chExt cx="2244960" cy="3692520"/>
          </a:xfrm>
        </p:grpSpPr>
        <p:sp>
          <p:nvSpPr>
            <p:cNvPr id="34" name="Google Shape;34;p3"/>
            <p:cNvSpPr/>
            <p:nvPr/>
          </p:nvSpPr>
          <p:spPr>
            <a:xfrm>
              <a:off x="3268800" y="1836360"/>
              <a:ext cx="2244960" cy="3692520"/>
            </a:xfrm>
            <a:custGeom>
              <a:avLst/>
              <a:gdLst/>
              <a:ahLst/>
              <a:cxnLst/>
              <a:rect l="l" t="t" r="r" b="b"/>
              <a:pathLst>
                <a:path w="6236" h="10257" extrusionOk="0">
                  <a:moveTo>
                    <a:pt x="1769" y="4357"/>
                  </a:moveTo>
                  <a:cubicBezTo>
                    <a:pt x="2125" y="4913"/>
                    <a:pt x="2094" y="5603"/>
                    <a:pt x="1691" y="6143"/>
                  </a:cubicBezTo>
                  <a:cubicBezTo>
                    <a:pt x="1334" y="6622"/>
                    <a:pt x="717" y="6846"/>
                    <a:pt x="138" y="6706"/>
                  </a:cubicBezTo>
                  <a:cubicBezTo>
                    <a:pt x="7" y="6674"/>
                    <a:pt x="3" y="6677"/>
                    <a:pt x="3" y="6811"/>
                  </a:cubicBezTo>
                  <a:cubicBezTo>
                    <a:pt x="2" y="7146"/>
                    <a:pt x="2" y="7481"/>
                    <a:pt x="3" y="7816"/>
                  </a:cubicBezTo>
                  <a:cubicBezTo>
                    <a:pt x="3" y="8094"/>
                    <a:pt x="151" y="8246"/>
                    <a:pt x="432" y="8247"/>
                  </a:cubicBezTo>
                  <a:cubicBezTo>
                    <a:pt x="902" y="8250"/>
                    <a:pt x="1372" y="8249"/>
                    <a:pt x="1841" y="8248"/>
                  </a:cubicBezTo>
                  <a:cubicBezTo>
                    <a:pt x="1962" y="8248"/>
                    <a:pt x="2083" y="8250"/>
                    <a:pt x="2204" y="8246"/>
                  </a:cubicBezTo>
                  <a:cubicBezTo>
                    <a:pt x="2271" y="8243"/>
                    <a:pt x="2276" y="8270"/>
                    <a:pt x="2248" y="8319"/>
                  </a:cubicBezTo>
                  <a:cubicBezTo>
                    <a:pt x="2198" y="8406"/>
                    <a:pt x="2146" y="8492"/>
                    <a:pt x="2095" y="8578"/>
                  </a:cubicBezTo>
                  <a:cubicBezTo>
                    <a:pt x="1700" y="9244"/>
                    <a:pt x="2120" y="10129"/>
                    <a:pt x="2885" y="10242"/>
                  </a:cubicBezTo>
                  <a:cubicBezTo>
                    <a:pt x="3357" y="10312"/>
                    <a:pt x="3730" y="10133"/>
                    <a:pt x="3991" y="9748"/>
                  </a:cubicBezTo>
                  <a:cubicBezTo>
                    <a:pt x="4247" y="9372"/>
                    <a:pt x="4252" y="8972"/>
                    <a:pt x="4026" y="8574"/>
                  </a:cubicBezTo>
                  <a:cubicBezTo>
                    <a:pt x="3980" y="8493"/>
                    <a:pt x="3937" y="8410"/>
                    <a:pt x="3884" y="8333"/>
                  </a:cubicBezTo>
                  <a:cubicBezTo>
                    <a:pt x="3838" y="8265"/>
                    <a:pt x="3849" y="8245"/>
                    <a:pt x="3930" y="8246"/>
                  </a:cubicBezTo>
                  <a:cubicBezTo>
                    <a:pt x="4265" y="8248"/>
                    <a:pt x="4600" y="8248"/>
                    <a:pt x="4935" y="8248"/>
                  </a:cubicBezTo>
                  <a:lnTo>
                    <a:pt x="5039" y="8248"/>
                  </a:lnTo>
                  <a:cubicBezTo>
                    <a:pt x="5398" y="8248"/>
                    <a:pt x="5757" y="8246"/>
                    <a:pt x="6116" y="8250"/>
                  </a:cubicBezTo>
                  <a:cubicBezTo>
                    <a:pt x="6205" y="8251"/>
                    <a:pt x="6237" y="8224"/>
                    <a:pt x="6236" y="8132"/>
                  </a:cubicBezTo>
                  <a:cubicBezTo>
                    <a:pt x="6232" y="7665"/>
                    <a:pt x="6232" y="7199"/>
                    <a:pt x="6236" y="6733"/>
                  </a:cubicBezTo>
                  <a:cubicBezTo>
                    <a:pt x="6236" y="6645"/>
                    <a:pt x="6212" y="6632"/>
                    <a:pt x="6128" y="6649"/>
                  </a:cubicBezTo>
                  <a:cubicBezTo>
                    <a:pt x="5613" y="6748"/>
                    <a:pt x="5161" y="6653"/>
                    <a:pt x="4799" y="6345"/>
                  </a:cubicBezTo>
                  <a:cubicBezTo>
                    <a:pt x="4705" y="6266"/>
                    <a:pt x="4617" y="6172"/>
                    <a:pt x="4536" y="6063"/>
                  </a:cubicBezTo>
                  <a:cubicBezTo>
                    <a:pt x="4533" y="6059"/>
                    <a:pt x="4530" y="6055"/>
                    <a:pt x="4527" y="6051"/>
                  </a:cubicBezTo>
                  <a:cubicBezTo>
                    <a:pt x="4411" y="5892"/>
                    <a:pt x="4326" y="5729"/>
                    <a:pt x="4273" y="5561"/>
                  </a:cubicBezTo>
                  <a:cubicBezTo>
                    <a:pt x="4254" y="5501"/>
                    <a:pt x="4239" y="5440"/>
                    <a:pt x="4229" y="5379"/>
                  </a:cubicBezTo>
                  <a:cubicBezTo>
                    <a:pt x="4172" y="5056"/>
                    <a:pt x="4231" y="4723"/>
                    <a:pt x="4407" y="4390"/>
                  </a:cubicBezTo>
                  <a:cubicBezTo>
                    <a:pt x="4473" y="4267"/>
                    <a:pt x="4550" y="4157"/>
                    <a:pt x="4637" y="4060"/>
                  </a:cubicBezTo>
                  <a:cubicBezTo>
                    <a:pt x="4709" y="3980"/>
                    <a:pt x="4788" y="3910"/>
                    <a:pt x="4872" y="3850"/>
                  </a:cubicBezTo>
                  <a:cubicBezTo>
                    <a:pt x="5220" y="3598"/>
                    <a:pt x="5662" y="3508"/>
                    <a:pt x="6116" y="3599"/>
                  </a:cubicBezTo>
                  <a:cubicBezTo>
                    <a:pt x="6135" y="3602"/>
                    <a:pt x="6151" y="3605"/>
                    <a:pt x="6165" y="3606"/>
                  </a:cubicBezTo>
                  <a:cubicBezTo>
                    <a:pt x="6218" y="3609"/>
                    <a:pt x="6237" y="3588"/>
                    <a:pt x="6236" y="3507"/>
                  </a:cubicBezTo>
                  <a:cubicBezTo>
                    <a:pt x="6235" y="3348"/>
                    <a:pt x="6234" y="3189"/>
                    <a:pt x="6233" y="3030"/>
                  </a:cubicBezTo>
                  <a:cubicBezTo>
                    <a:pt x="6232" y="2832"/>
                    <a:pt x="6233" y="2635"/>
                    <a:pt x="6234" y="2437"/>
                  </a:cubicBezTo>
                  <a:cubicBezTo>
                    <a:pt x="6234" y="2338"/>
                    <a:pt x="6235" y="2239"/>
                    <a:pt x="6236" y="2140"/>
                  </a:cubicBezTo>
                  <a:cubicBezTo>
                    <a:pt x="6237" y="2044"/>
                    <a:pt x="6205" y="2014"/>
                    <a:pt x="6111" y="2015"/>
                  </a:cubicBezTo>
                  <a:cubicBezTo>
                    <a:pt x="6021" y="2015"/>
                    <a:pt x="5932" y="2016"/>
                    <a:pt x="5842" y="2016"/>
                  </a:cubicBezTo>
                  <a:cubicBezTo>
                    <a:pt x="5533" y="2017"/>
                    <a:pt x="5225" y="2017"/>
                    <a:pt x="4917" y="2017"/>
                  </a:cubicBezTo>
                  <a:cubicBezTo>
                    <a:pt x="4828" y="2017"/>
                    <a:pt x="4740" y="2017"/>
                    <a:pt x="4652" y="2017"/>
                  </a:cubicBezTo>
                  <a:cubicBezTo>
                    <a:pt x="4468" y="2017"/>
                    <a:pt x="4285" y="2016"/>
                    <a:pt x="4101" y="2016"/>
                  </a:cubicBezTo>
                  <a:cubicBezTo>
                    <a:pt x="4082" y="2016"/>
                    <a:pt x="4066" y="2016"/>
                    <a:pt x="4051" y="2016"/>
                  </a:cubicBezTo>
                  <a:cubicBezTo>
                    <a:pt x="3904" y="2015"/>
                    <a:pt x="3897" y="2001"/>
                    <a:pt x="3973" y="1872"/>
                  </a:cubicBezTo>
                  <a:cubicBezTo>
                    <a:pt x="3980" y="1859"/>
                    <a:pt x="3988" y="1845"/>
                    <a:pt x="3997" y="1830"/>
                  </a:cubicBezTo>
                  <a:cubicBezTo>
                    <a:pt x="4102" y="1654"/>
                    <a:pt x="4194" y="1476"/>
                    <a:pt x="4225" y="1270"/>
                  </a:cubicBezTo>
                  <a:cubicBezTo>
                    <a:pt x="4227" y="1253"/>
                    <a:pt x="4230" y="1235"/>
                    <a:pt x="4231" y="1217"/>
                  </a:cubicBezTo>
                  <a:cubicBezTo>
                    <a:pt x="4237" y="1157"/>
                    <a:pt x="4238" y="1098"/>
                    <a:pt x="4233" y="1038"/>
                  </a:cubicBezTo>
                  <a:cubicBezTo>
                    <a:pt x="4206" y="668"/>
                    <a:pt x="3989" y="313"/>
                    <a:pt x="3658" y="137"/>
                  </a:cubicBezTo>
                  <a:cubicBezTo>
                    <a:pt x="3596" y="104"/>
                    <a:pt x="3532" y="77"/>
                    <a:pt x="3468" y="56"/>
                  </a:cubicBezTo>
                  <a:cubicBezTo>
                    <a:pt x="3391" y="31"/>
                    <a:pt x="3313" y="14"/>
                    <a:pt x="3235" y="6"/>
                  </a:cubicBezTo>
                  <a:cubicBezTo>
                    <a:pt x="2927" y="-27"/>
                    <a:pt x="2626" y="70"/>
                    <a:pt x="2398" y="261"/>
                  </a:cubicBezTo>
                  <a:cubicBezTo>
                    <a:pt x="2274" y="365"/>
                    <a:pt x="2172" y="497"/>
                    <a:pt x="2102" y="650"/>
                  </a:cubicBezTo>
                  <a:cubicBezTo>
                    <a:pt x="2101" y="650"/>
                    <a:pt x="2101" y="650"/>
                    <a:pt x="2101" y="650"/>
                  </a:cubicBezTo>
                  <a:cubicBezTo>
                    <a:pt x="2040" y="783"/>
                    <a:pt x="2003" y="932"/>
                    <a:pt x="1997" y="1094"/>
                  </a:cubicBezTo>
                  <a:cubicBezTo>
                    <a:pt x="1996" y="1124"/>
                    <a:pt x="1996" y="1154"/>
                    <a:pt x="1998" y="1183"/>
                  </a:cubicBezTo>
                  <a:cubicBezTo>
                    <a:pt x="2002" y="1272"/>
                    <a:pt x="2020" y="1357"/>
                    <a:pt x="2046" y="1439"/>
                  </a:cubicBezTo>
                  <a:cubicBezTo>
                    <a:pt x="2092" y="1583"/>
                    <a:pt x="2165" y="1718"/>
                    <a:pt x="2247" y="1850"/>
                  </a:cubicBezTo>
                  <a:cubicBezTo>
                    <a:pt x="2276" y="1897"/>
                    <a:pt x="2344" y="1946"/>
                    <a:pt x="2314" y="2000"/>
                  </a:cubicBezTo>
                  <a:cubicBezTo>
                    <a:pt x="2287" y="2048"/>
                    <a:pt x="2212" y="2015"/>
                    <a:pt x="2159" y="2015"/>
                  </a:cubicBezTo>
                  <a:cubicBezTo>
                    <a:pt x="2067" y="2016"/>
                    <a:pt x="1974" y="2016"/>
                    <a:pt x="1882" y="2016"/>
                  </a:cubicBezTo>
                  <a:cubicBezTo>
                    <a:pt x="1788" y="2016"/>
                    <a:pt x="1695" y="2016"/>
                    <a:pt x="1602" y="2017"/>
                  </a:cubicBezTo>
                  <a:cubicBezTo>
                    <a:pt x="1114" y="2017"/>
                    <a:pt x="626" y="2017"/>
                    <a:pt x="138" y="2015"/>
                  </a:cubicBezTo>
                  <a:cubicBezTo>
                    <a:pt x="37" y="2014"/>
                    <a:pt x="-1" y="2041"/>
                    <a:pt x="0" y="2148"/>
                  </a:cubicBezTo>
                  <a:cubicBezTo>
                    <a:pt x="5" y="2622"/>
                    <a:pt x="5" y="3095"/>
                    <a:pt x="1" y="3568"/>
                  </a:cubicBezTo>
                  <a:cubicBezTo>
                    <a:pt x="0" y="3667"/>
                    <a:pt x="29" y="3683"/>
                    <a:pt x="120" y="3664"/>
                  </a:cubicBezTo>
                  <a:cubicBezTo>
                    <a:pt x="771" y="3525"/>
                    <a:pt x="1411" y="3796"/>
                    <a:pt x="1769" y="43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3843720" y="1836360"/>
              <a:ext cx="1670040" cy="2286720"/>
            </a:xfrm>
            <a:custGeom>
              <a:avLst/>
              <a:gdLst/>
              <a:ahLst/>
              <a:cxnLst/>
              <a:rect l="l" t="t" r="r" b="b"/>
              <a:pathLst>
                <a:path w="4639" h="6352" extrusionOk="0">
                  <a:moveTo>
                    <a:pt x="403" y="3148"/>
                  </a:moveTo>
                  <a:lnTo>
                    <a:pt x="410" y="3154"/>
                  </a:lnTo>
                  <a:lnTo>
                    <a:pt x="417" y="3161"/>
                  </a:lnTo>
                  <a:cubicBezTo>
                    <a:pt x="432" y="3176"/>
                    <a:pt x="454" y="3193"/>
                    <a:pt x="479" y="3210"/>
                  </a:cubicBezTo>
                  <a:cubicBezTo>
                    <a:pt x="438" y="3308"/>
                    <a:pt x="417" y="3413"/>
                    <a:pt x="420" y="3520"/>
                  </a:cubicBezTo>
                  <a:cubicBezTo>
                    <a:pt x="431" y="3889"/>
                    <a:pt x="521" y="4207"/>
                    <a:pt x="701" y="4523"/>
                  </a:cubicBezTo>
                  <a:cubicBezTo>
                    <a:pt x="782" y="4664"/>
                    <a:pt x="884" y="4787"/>
                    <a:pt x="1005" y="4887"/>
                  </a:cubicBezTo>
                  <a:lnTo>
                    <a:pt x="1125" y="4987"/>
                  </a:lnTo>
                  <a:cubicBezTo>
                    <a:pt x="1133" y="5017"/>
                    <a:pt x="1145" y="5046"/>
                    <a:pt x="1159" y="5073"/>
                  </a:cubicBezTo>
                  <a:cubicBezTo>
                    <a:pt x="1245" y="5239"/>
                    <a:pt x="1355" y="5433"/>
                    <a:pt x="1514" y="5606"/>
                  </a:cubicBezTo>
                  <a:cubicBezTo>
                    <a:pt x="1607" y="5706"/>
                    <a:pt x="1702" y="5780"/>
                    <a:pt x="1804" y="5832"/>
                  </a:cubicBezTo>
                  <a:cubicBezTo>
                    <a:pt x="1882" y="5871"/>
                    <a:pt x="1964" y="5893"/>
                    <a:pt x="2049" y="5899"/>
                  </a:cubicBezTo>
                  <a:cubicBezTo>
                    <a:pt x="2071" y="5901"/>
                    <a:pt x="2088" y="5901"/>
                    <a:pt x="2105" y="5901"/>
                  </a:cubicBezTo>
                  <a:cubicBezTo>
                    <a:pt x="2120" y="5901"/>
                    <a:pt x="2133" y="5901"/>
                    <a:pt x="2145" y="5900"/>
                  </a:cubicBezTo>
                  <a:lnTo>
                    <a:pt x="2154" y="5899"/>
                  </a:lnTo>
                  <a:cubicBezTo>
                    <a:pt x="2452" y="6269"/>
                    <a:pt x="2807" y="6352"/>
                    <a:pt x="3067" y="6352"/>
                  </a:cubicBezTo>
                  <a:cubicBezTo>
                    <a:pt x="3076" y="6352"/>
                    <a:pt x="3086" y="6352"/>
                    <a:pt x="3095" y="6352"/>
                  </a:cubicBezTo>
                  <a:cubicBezTo>
                    <a:pt x="3131" y="6351"/>
                    <a:pt x="3167" y="6349"/>
                    <a:pt x="3202" y="6345"/>
                  </a:cubicBezTo>
                  <a:cubicBezTo>
                    <a:pt x="3108" y="6266"/>
                    <a:pt x="3020" y="6172"/>
                    <a:pt x="2939" y="6063"/>
                  </a:cubicBezTo>
                  <a:cubicBezTo>
                    <a:pt x="2936" y="6059"/>
                    <a:pt x="2933" y="6055"/>
                    <a:pt x="2930" y="6051"/>
                  </a:cubicBezTo>
                  <a:cubicBezTo>
                    <a:pt x="2814" y="5892"/>
                    <a:pt x="2729" y="5729"/>
                    <a:pt x="2676" y="5561"/>
                  </a:cubicBezTo>
                  <a:cubicBezTo>
                    <a:pt x="2657" y="5501"/>
                    <a:pt x="2642" y="5440"/>
                    <a:pt x="2632" y="5379"/>
                  </a:cubicBezTo>
                  <a:cubicBezTo>
                    <a:pt x="2575" y="5056"/>
                    <a:pt x="2634" y="4723"/>
                    <a:pt x="2810" y="4390"/>
                  </a:cubicBezTo>
                  <a:cubicBezTo>
                    <a:pt x="2876" y="4267"/>
                    <a:pt x="2953" y="4157"/>
                    <a:pt x="3040" y="4060"/>
                  </a:cubicBezTo>
                  <a:cubicBezTo>
                    <a:pt x="3112" y="3980"/>
                    <a:pt x="3191" y="3910"/>
                    <a:pt x="3275" y="3850"/>
                  </a:cubicBezTo>
                  <a:cubicBezTo>
                    <a:pt x="3623" y="3598"/>
                    <a:pt x="4065" y="3508"/>
                    <a:pt x="4519" y="3599"/>
                  </a:cubicBezTo>
                  <a:cubicBezTo>
                    <a:pt x="4538" y="3602"/>
                    <a:pt x="4554" y="3605"/>
                    <a:pt x="4568" y="3606"/>
                  </a:cubicBezTo>
                  <a:cubicBezTo>
                    <a:pt x="4621" y="3609"/>
                    <a:pt x="4640" y="3588"/>
                    <a:pt x="4639" y="3507"/>
                  </a:cubicBezTo>
                  <a:cubicBezTo>
                    <a:pt x="4638" y="3348"/>
                    <a:pt x="4637" y="3189"/>
                    <a:pt x="4636" y="3030"/>
                  </a:cubicBezTo>
                  <a:cubicBezTo>
                    <a:pt x="4635" y="2832"/>
                    <a:pt x="4636" y="2635"/>
                    <a:pt x="4637" y="2437"/>
                  </a:cubicBezTo>
                  <a:cubicBezTo>
                    <a:pt x="4637" y="2338"/>
                    <a:pt x="4638" y="2239"/>
                    <a:pt x="4639" y="2140"/>
                  </a:cubicBezTo>
                  <a:cubicBezTo>
                    <a:pt x="4640" y="2044"/>
                    <a:pt x="4608" y="2014"/>
                    <a:pt x="4514" y="2015"/>
                  </a:cubicBezTo>
                  <a:cubicBezTo>
                    <a:pt x="4424" y="2015"/>
                    <a:pt x="4335" y="2016"/>
                    <a:pt x="4245" y="2016"/>
                  </a:cubicBezTo>
                  <a:cubicBezTo>
                    <a:pt x="3936" y="2017"/>
                    <a:pt x="3628" y="2017"/>
                    <a:pt x="3320" y="2017"/>
                  </a:cubicBezTo>
                  <a:cubicBezTo>
                    <a:pt x="3232" y="2017"/>
                    <a:pt x="3143" y="2017"/>
                    <a:pt x="3055" y="2017"/>
                  </a:cubicBezTo>
                  <a:cubicBezTo>
                    <a:pt x="2871" y="2017"/>
                    <a:pt x="2688" y="2016"/>
                    <a:pt x="2504" y="2016"/>
                  </a:cubicBezTo>
                  <a:cubicBezTo>
                    <a:pt x="2485" y="2016"/>
                    <a:pt x="2469" y="2016"/>
                    <a:pt x="2454" y="2016"/>
                  </a:cubicBezTo>
                  <a:cubicBezTo>
                    <a:pt x="2307" y="2015"/>
                    <a:pt x="2300" y="2001"/>
                    <a:pt x="2376" y="1872"/>
                  </a:cubicBezTo>
                  <a:cubicBezTo>
                    <a:pt x="2383" y="1859"/>
                    <a:pt x="2391" y="1845"/>
                    <a:pt x="2400" y="1830"/>
                  </a:cubicBezTo>
                  <a:cubicBezTo>
                    <a:pt x="2505" y="1654"/>
                    <a:pt x="2597" y="1476"/>
                    <a:pt x="2628" y="1270"/>
                  </a:cubicBezTo>
                  <a:cubicBezTo>
                    <a:pt x="2630" y="1253"/>
                    <a:pt x="2633" y="1235"/>
                    <a:pt x="2634" y="1217"/>
                  </a:cubicBezTo>
                  <a:cubicBezTo>
                    <a:pt x="2640" y="1157"/>
                    <a:pt x="2641" y="1098"/>
                    <a:pt x="2636" y="1038"/>
                  </a:cubicBezTo>
                  <a:cubicBezTo>
                    <a:pt x="2609" y="668"/>
                    <a:pt x="2392" y="313"/>
                    <a:pt x="2061" y="137"/>
                  </a:cubicBezTo>
                  <a:cubicBezTo>
                    <a:pt x="1999" y="104"/>
                    <a:pt x="1935" y="77"/>
                    <a:pt x="1871" y="56"/>
                  </a:cubicBezTo>
                  <a:cubicBezTo>
                    <a:pt x="1794" y="31"/>
                    <a:pt x="1716" y="14"/>
                    <a:pt x="1638" y="6"/>
                  </a:cubicBezTo>
                  <a:cubicBezTo>
                    <a:pt x="1330" y="-27"/>
                    <a:pt x="1029" y="70"/>
                    <a:pt x="801" y="262"/>
                  </a:cubicBezTo>
                  <a:cubicBezTo>
                    <a:pt x="677" y="365"/>
                    <a:pt x="575" y="497"/>
                    <a:pt x="505" y="650"/>
                  </a:cubicBezTo>
                  <a:cubicBezTo>
                    <a:pt x="504" y="650"/>
                    <a:pt x="504" y="650"/>
                    <a:pt x="504" y="650"/>
                  </a:cubicBezTo>
                  <a:cubicBezTo>
                    <a:pt x="443" y="783"/>
                    <a:pt x="406" y="932"/>
                    <a:pt x="400" y="1094"/>
                  </a:cubicBezTo>
                  <a:cubicBezTo>
                    <a:pt x="398" y="1124"/>
                    <a:pt x="399" y="1154"/>
                    <a:pt x="401" y="1183"/>
                  </a:cubicBezTo>
                  <a:cubicBezTo>
                    <a:pt x="406" y="1272"/>
                    <a:pt x="423" y="1357"/>
                    <a:pt x="449" y="1439"/>
                  </a:cubicBezTo>
                  <a:cubicBezTo>
                    <a:pt x="495" y="1583"/>
                    <a:pt x="568" y="1718"/>
                    <a:pt x="650" y="1850"/>
                  </a:cubicBezTo>
                  <a:cubicBezTo>
                    <a:pt x="679" y="1897"/>
                    <a:pt x="747" y="1946"/>
                    <a:pt x="717" y="2000"/>
                  </a:cubicBezTo>
                  <a:cubicBezTo>
                    <a:pt x="690" y="2048"/>
                    <a:pt x="615" y="2015"/>
                    <a:pt x="562" y="2015"/>
                  </a:cubicBezTo>
                  <a:cubicBezTo>
                    <a:pt x="470" y="2016"/>
                    <a:pt x="377" y="2016"/>
                    <a:pt x="285" y="2016"/>
                  </a:cubicBezTo>
                  <a:cubicBezTo>
                    <a:pt x="191" y="2016"/>
                    <a:pt x="98" y="2016"/>
                    <a:pt x="5" y="2017"/>
                  </a:cubicBezTo>
                  <a:cubicBezTo>
                    <a:pt x="-22" y="2375"/>
                    <a:pt x="37" y="2759"/>
                    <a:pt x="403" y="31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5018760" y="3092040"/>
              <a:ext cx="469440" cy="130320"/>
            </a:xfrm>
            <a:custGeom>
              <a:avLst/>
              <a:gdLst/>
              <a:ahLst/>
              <a:cxnLst/>
              <a:rect l="l" t="t" r="r" b="b"/>
              <a:pathLst>
                <a:path w="1304" h="362" extrusionOk="0">
                  <a:moveTo>
                    <a:pt x="1255" y="111"/>
                  </a:moveTo>
                  <a:cubicBezTo>
                    <a:pt x="1274" y="114"/>
                    <a:pt x="1290" y="117"/>
                    <a:pt x="1304" y="118"/>
                  </a:cubicBezTo>
                  <a:cubicBezTo>
                    <a:pt x="1268" y="90"/>
                    <a:pt x="1225" y="66"/>
                    <a:pt x="1174" y="48"/>
                  </a:cubicBezTo>
                  <a:cubicBezTo>
                    <a:pt x="1084" y="16"/>
                    <a:pt x="971" y="0"/>
                    <a:pt x="837" y="0"/>
                  </a:cubicBezTo>
                  <a:cubicBezTo>
                    <a:pt x="812" y="0"/>
                    <a:pt x="787" y="1"/>
                    <a:pt x="761" y="2"/>
                  </a:cubicBezTo>
                  <a:cubicBezTo>
                    <a:pt x="732" y="3"/>
                    <a:pt x="704" y="4"/>
                    <a:pt x="675" y="5"/>
                  </a:cubicBezTo>
                  <a:cubicBezTo>
                    <a:pt x="522" y="9"/>
                    <a:pt x="378" y="13"/>
                    <a:pt x="244" y="76"/>
                  </a:cubicBezTo>
                  <a:cubicBezTo>
                    <a:pt x="142" y="123"/>
                    <a:pt x="67" y="182"/>
                    <a:pt x="13" y="256"/>
                  </a:cubicBezTo>
                  <a:cubicBezTo>
                    <a:pt x="-1" y="276"/>
                    <a:pt x="-1" y="284"/>
                    <a:pt x="0" y="292"/>
                  </a:cubicBezTo>
                  <a:cubicBezTo>
                    <a:pt x="4" y="314"/>
                    <a:pt x="8" y="338"/>
                    <a:pt x="11" y="362"/>
                  </a:cubicBezTo>
                  <a:cubicBezTo>
                    <a:pt x="359" y="110"/>
                    <a:pt x="801" y="20"/>
                    <a:pt x="1255" y="1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4664880" y="3799440"/>
              <a:ext cx="236880" cy="219600"/>
            </a:xfrm>
            <a:custGeom>
              <a:avLst/>
              <a:gdLst/>
              <a:ahLst/>
              <a:cxnLst/>
              <a:rect l="l" t="t" r="r" b="b"/>
              <a:pathLst>
                <a:path w="658" h="610" extrusionOk="0">
                  <a:moveTo>
                    <a:pt x="20" y="0"/>
                  </a:moveTo>
                  <a:cubicBezTo>
                    <a:pt x="-6" y="54"/>
                    <a:pt x="-7" y="118"/>
                    <a:pt x="22" y="164"/>
                  </a:cubicBezTo>
                  <a:cubicBezTo>
                    <a:pt x="190" y="438"/>
                    <a:pt x="399" y="584"/>
                    <a:pt x="658" y="610"/>
                  </a:cubicBezTo>
                  <a:cubicBezTo>
                    <a:pt x="655" y="606"/>
                    <a:pt x="652" y="602"/>
                    <a:pt x="649" y="598"/>
                  </a:cubicBezTo>
                  <a:cubicBezTo>
                    <a:pt x="533" y="439"/>
                    <a:pt x="448" y="276"/>
                    <a:pt x="395" y="108"/>
                  </a:cubicBezTo>
                  <a:cubicBezTo>
                    <a:pt x="280" y="104"/>
                    <a:pt x="159" y="69"/>
                    <a:pt x="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4442760" y="2997360"/>
              <a:ext cx="498240" cy="775440"/>
            </a:xfrm>
            <a:custGeom>
              <a:avLst/>
              <a:gdLst/>
              <a:ahLst/>
              <a:cxnLst/>
              <a:rect l="l" t="t" r="r" b="b"/>
              <a:pathLst>
                <a:path w="1384" h="2154" extrusionOk="0">
                  <a:moveTo>
                    <a:pt x="0" y="298"/>
                  </a:moveTo>
                  <a:cubicBezTo>
                    <a:pt x="9" y="573"/>
                    <a:pt x="89" y="752"/>
                    <a:pt x="261" y="877"/>
                  </a:cubicBezTo>
                  <a:cubicBezTo>
                    <a:pt x="353" y="943"/>
                    <a:pt x="449" y="977"/>
                    <a:pt x="547" y="977"/>
                  </a:cubicBezTo>
                  <a:cubicBezTo>
                    <a:pt x="635" y="977"/>
                    <a:pt x="724" y="950"/>
                    <a:pt x="812" y="895"/>
                  </a:cubicBezTo>
                  <a:cubicBezTo>
                    <a:pt x="841" y="877"/>
                    <a:pt x="870" y="856"/>
                    <a:pt x="901" y="835"/>
                  </a:cubicBezTo>
                  <a:cubicBezTo>
                    <a:pt x="915" y="824"/>
                    <a:pt x="930" y="814"/>
                    <a:pt x="945" y="803"/>
                  </a:cubicBezTo>
                  <a:cubicBezTo>
                    <a:pt x="955" y="796"/>
                    <a:pt x="967" y="792"/>
                    <a:pt x="979" y="792"/>
                  </a:cubicBezTo>
                  <a:cubicBezTo>
                    <a:pt x="993" y="792"/>
                    <a:pt x="1008" y="798"/>
                    <a:pt x="1019" y="807"/>
                  </a:cubicBezTo>
                  <a:cubicBezTo>
                    <a:pt x="1039" y="826"/>
                    <a:pt x="1045" y="856"/>
                    <a:pt x="1032" y="880"/>
                  </a:cubicBezTo>
                  <a:cubicBezTo>
                    <a:pt x="968" y="1000"/>
                    <a:pt x="838" y="1099"/>
                    <a:pt x="686" y="1143"/>
                  </a:cubicBezTo>
                  <a:cubicBezTo>
                    <a:pt x="471" y="1205"/>
                    <a:pt x="337" y="1433"/>
                    <a:pt x="395" y="1641"/>
                  </a:cubicBezTo>
                  <a:cubicBezTo>
                    <a:pt x="400" y="1661"/>
                    <a:pt x="407" y="1682"/>
                    <a:pt x="414" y="1703"/>
                  </a:cubicBezTo>
                  <a:cubicBezTo>
                    <a:pt x="496" y="1947"/>
                    <a:pt x="750" y="2101"/>
                    <a:pt x="968" y="2154"/>
                  </a:cubicBezTo>
                  <a:cubicBezTo>
                    <a:pt x="911" y="1831"/>
                    <a:pt x="970" y="1498"/>
                    <a:pt x="1146" y="1165"/>
                  </a:cubicBezTo>
                  <a:cubicBezTo>
                    <a:pt x="1212" y="1042"/>
                    <a:pt x="1289" y="932"/>
                    <a:pt x="1376" y="835"/>
                  </a:cubicBezTo>
                  <a:cubicBezTo>
                    <a:pt x="1378" y="807"/>
                    <a:pt x="1380" y="782"/>
                    <a:pt x="1381" y="761"/>
                  </a:cubicBezTo>
                  <a:cubicBezTo>
                    <a:pt x="1383" y="728"/>
                    <a:pt x="1385" y="699"/>
                    <a:pt x="1384" y="684"/>
                  </a:cubicBezTo>
                  <a:cubicBezTo>
                    <a:pt x="1375" y="455"/>
                    <a:pt x="1273" y="285"/>
                    <a:pt x="1070" y="162"/>
                  </a:cubicBezTo>
                  <a:cubicBezTo>
                    <a:pt x="945" y="86"/>
                    <a:pt x="802" y="35"/>
                    <a:pt x="620" y="0"/>
                  </a:cubicBezTo>
                  <a:cubicBezTo>
                    <a:pt x="618" y="0"/>
                    <a:pt x="616" y="0"/>
                    <a:pt x="614" y="0"/>
                  </a:cubicBezTo>
                  <a:cubicBezTo>
                    <a:pt x="611" y="0"/>
                    <a:pt x="609" y="0"/>
                    <a:pt x="604" y="5"/>
                  </a:cubicBezTo>
                  <a:cubicBezTo>
                    <a:pt x="457" y="162"/>
                    <a:pt x="265" y="254"/>
                    <a:pt x="18" y="286"/>
                  </a:cubicBezTo>
                  <a:cubicBezTo>
                    <a:pt x="7" y="287"/>
                    <a:pt x="2" y="289"/>
                    <a:pt x="1" y="289"/>
                  </a:cubicBezTo>
                  <a:cubicBezTo>
                    <a:pt x="1" y="289"/>
                    <a:pt x="0" y="292"/>
                    <a:pt x="0" y="2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4098600" y="2970000"/>
              <a:ext cx="518760" cy="884520"/>
            </a:xfrm>
            <a:custGeom>
              <a:avLst/>
              <a:gdLst/>
              <a:ahLst/>
              <a:cxnLst/>
              <a:rect l="l" t="t" r="r" b="b"/>
              <a:pathLst>
                <a:path w="1441" h="2457" extrusionOk="0">
                  <a:moveTo>
                    <a:pt x="236" y="1245"/>
                  </a:moveTo>
                  <a:cubicBezTo>
                    <a:pt x="82" y="975"/>
                    <a:pt x="9" y="715"/>
                    <a:pt x="0" y="400"/>
                  </a:cubicBezTo>
                  <a:cubicBezTo>
                    <a:pt x="-4" y="263"/>
                    <a:pt x="78" y="124"/>
                    <a:pt x="208" y="45"/>
                  </a:cubicBezTo>
                  <a:cubicBezTo>
                    <a:pt x="260" y="13"/>
                    <a:pt x="293" y="0"/>
                    <a:pt x="316" y="0"/>
                  </a:cubicBezTo>
                  <a:cubicBezTo>
                    <a:pt x="337" y="0"/>
                    <a:pt x="363" y="13"/>
                    <a:pt x="418" y="80"/>
                  </a:cubicBezTo>
                  <a:cubicBezTo>
                    <a:pt x="455" y="125"/>
                    <a:pt x="490" y="163"/>
                    <a:pt x="525" y="196"/>
                  </a:cubicBezTo>
                  <a:cubicBezTo>
                    <a:pt x="597" y="264"/>
                    <a:pt x="668" y="306"/>
                    <a:pt x="744" y="323"/>
                  </a:cubicBezTo>
                  <a:cubicBezTo>
                    <a:pt x="750" y="324"/>
                    <a:pt x="754" y="325"/>
                    <a:pt x="756" y="326"/>
                  </a:cubicBezTo>
                  <a:cubicBezTo>
                    <a:pt x="757" y="330"/>
                    <a:pt x="757" y="336"/>
                    <a:pt x="757" y="347"/>
                  </a:cubicBezTo>
                  <a:cubicBezTo>
                    <a:pt x="757" y="681"/>
                    <a:pt x="873" y="928"/>
                    <a:pt x="1110" y="1101"/>
                  </a:cubicBezTo>
                  <a:cubicBezTo>
                    <a:pt x="1113" y="1103"/>
                    <a:pt x="1114" y="1104"/>
                    <a:pt x="1114" y="1105"/>
                  </a:cubicBezTo>
                  <a:cubicBezTo>
                    <a:pt x="1114" y="1105"/>
                    <a:pt x="1116" y="1109"/>
                    <a:pt x="1114" y="1125"/>
                  </a:cubicBezTo>
                  <a:cubicBezTo>
                    <a:pt x="1102" y="1228"/>
                    <a:pt x="1098" y="1314"/>
                    <a:pt x="1100" y="1394"/>
                  </a:cubicBezTo>
                  <a:cubicBezTo>
                    <a:pt x="1107" y="1613"/>
                    <a:pt x="1143" y="1893"/>
                    <a:pt x="1367" y="2115"/>
                  </a:cubicBezTo>
                  <a:cubicBezTo>
                    <a:pt x="1391" y="2139"/>
                    <a:pt x="1417" y="2161"/>
                    <a:pt x="1441" y="2181"/>
                  </a:cubicBezTo>
                  <a:cubicBezTo>
                    <a:pt x="1385" y="2246"/>
                    <a:pt x="1354" y="2325"/>
                    <a:pt x="1348" y="2417"/>
                  </a:cubicBezTo>
                  <a:cubicBezTo>
                    <a:pt x="1346" y="2438"/>
                    <a:pt x="1345" y="2450"/>
                    <a:pt x="1343" y="2457"/>
                  </a:cubicBezTo>
                  <a:cubicBezTo>
                    <a:pt x="1341" y="2457"/>
                    <a:pt x="1337" y="2457"/>
                    <a:pt x="1332" y="2457"/>
                  </a:cubicBezTo>
                  <a:cubicBezTo>
                    <a:pt x="1323" y="2457"/>
                    <a:pt x="1313" y="2457"/>
                    <a:pt x="1301" y="2456"/>
                  </a:cubicBezTo>
                  <a:cubicBezTo>
                    <a:pt x="1267" y="2454"/>
                    <a:pt x="1234" y="2445"/>
                    <a:pt x="1202" y="2428"/>
                  </a:cubicBezTo>
                  <a:cubicBezTo>
                    <a:pt x="1138" y="2396"/>
                    <a:pt x="1079" y="2349"/>
                    <a:pt x="1016" y="2281"/>
                  </a:cubicBezTo>
                  <a:cubicBezTo>
                    <a:pt x="884" y="2138"/>
                    <a:pt x="788" y="1968"/>
                    <a:pt x="712" y="1821"/>
                  </a:cubicBezTo>
                  <a:cubicBezTo>
                    <a:pt x="708" y="1814"/>
                    <a:pt x="707" y="1806"/>
                    <a:pt x="706" y="1794"/>
                  </a:cubicBezTo>
                  <a:cubicBezTo>
                    <a:pt x="697" y="1497"/>
                    <a:pt x="637" y="1191"/>
                    <a:pt x="517" y="831"/>
                  </a:cubicBezTo>
                  <a:cubicBezTo>
                    <a:pt x="485" y="734"/>
                    <a:pt x="452" y="640"/>
                    <a:pt x="402" y="553"/>
                  </a:cubicBezTo>
                  <a:cubicBezTo>
                    <a:pt x="391" y="534"/>
                    <a:pt x="371" y="523"/>
                    <a:pt x="350" y="523"/>
                  </a:cubicBezTo>
                  <a:cubicBezTo>
                    <a:pt x="343" y="523"/>
                    <a:pt x="336" y="524"/>
                    <a:pt x="330" y="526"/>
                  </a:cubicBezTo>
                  <a:cubicBezTo>
                    <a:pt x="302" y="536"/>
                    <a:pt x="286" y="564"/>
                    <a:pt x="291" y="593"/>
                  </a:cubicBezTo>
                  <a:cubicBezTo>
                    <a:pt x="311" y="709"/>
                    <a:pt x="335" y="826"/>
                    <a:pt x="358" y="940"/>
                  </a:cubicBezTo>
                  <a:cubicBezTo>
                    <a:pt x="395" y="1126"/>
                    <a:pt x="434" y="1317"/>
                    <a:pt x="457" y="1509"/>
                  </a:cubicBezTo>
                  <a:cubicBezTo>
                    <a:pt x="369" y="1437"/>
                    <a:pt x="295" y="1348"/>
                    <a:pt x="236" y="1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717440" y="2562120"/>
              <a:ext cx="795600" cy="560160"/>
            </a:xfrm>
            <a:custGeom>
              <a:avLst/>
              <a:gdLst/>
              <a:ahLst/>
              <a:cxnLst/>
              <a:rect l="l" t="t" r="r" b="b"/>
              <a:pathLst>
                <a:path w="2210" h="1556" extrusionOk="0">
                  <a:moveTo>
                    <a:pt x="0" y="972"/>
                  </a:moveTo>
                  <a:cubicBezTo>
                    <a:pt x="312" y="1055"/>
                    <a:pt x="629" y="1199"/>
                    <a:pt x="782" y="1556"/>
                  </a:cubicBezTo>
                  <a:cubicBezTo>
                    <a:pt x="919" y="1374"/>
                    <a:pt x="1123" y="1272"/>
                    <a:pt x="1403" y="1246"/>
                  </a:cubicBezTo>
                  <a:cubicBezTo>
                    <a:pt x="1479" y="1239"/>
                    <a:pt x="1557" y="1238"/>
                    <a:pt x="1632" y="1237"/>
                  </a:cubicBezTo>
                  <a:cubicBezTo>
                    <a:pt x="1669" y="1236"/>
                    <a:pt x="1707" y="1235"/>
                    <a:pt x="1745" y="1234"/>
                  </a:cubicBezTo>
                  <a:cubicBezTo>
                    <a:pt x="1884" y="1229"/>
                    <a:pt x="1999" y="1194"/>
                    <a:pt x="2096" y="1127"/>
                  </a:cubicBezTo>
                  <a:cubicBezTo>
                    <a:pt x="2142" y="1095"/>
                    <a:pt x="2180" y="1057"/>
                    <a:pt x="2210" y="1014"/>
                  </a:cubicBezTo>
                  <a:cubicBezTo>
                    <a:pt x="2208" y="816"/>
                    <a:pt x="2209" y="619"/>
                    <a:pt x="2210" y="421"/>
                  </a:cubicBezTo>
                  <a:cubicBezTo>
                    <a:pt x="2164" y="313"/>
                    <a:pt x="2093" y="217"/>
                    <a:pt x="1999" y="131"/>
                  </a:cubicBezTo>
                  <a:cubicBezTo>
                    <a:pt x="1942" y="79"/>
                    <a:pt x="1882" y="35"/>
                    <a:pt x="1818" y="0"/>
                  </a:cubicBezTo>
                  <a:cubicBezTo>
                    <a:pt x="1509" y="1"/>
                    <a:pt x="1201" y="1"/>
                    <a:pt x="893" y="1"/>
                  </a:cubicBezTo>
                  <a:cubicBezTo>
                    <a:pt x="857" y="19"/>
                    <a:pt x="821" y="40"/>
                    <a:pt x="786" y="63"/>
                  </a:cubicBezTo>
                  <a:cubicBezTo>
                    <a:pt x="756" y="83"/>
                    <a:pt x="725" y="105"/>
                    <a:pt x="695" y="127"/>
                  </a:cubicBezTo>
                  <a:cubicBezTo>
                    <a:pt x="680" y="137"/>
                    <a:pt x="664" y="148"/>
                    <a:pt x="649" y="159"/>
                  </a:cubicBezTo>
                  <a:cubicBezTo>
                    <a:pt x="639" y="166"/>
                    <a:pt x="627" y="170"/>
                    <a:pt x="615" y="170"/>
                  </a:cubicBezTo>
                  <a:cubicBezTo>
                    <a:pt x="599" y="170"/>
                    <a:pt x="584" y="164"/>
                    <a:pt x="573" y="152"/>
                  </a:cubicBezTo>
                  <a:cubicBezTo>
                    <a:pt x="552" y="131"/>
                    <a:pt x="549" y="99"/>
                    <a:pt x="566" y="75"/>
                  </a:cubicBezTo>
                  <a:cubicBezTo>
                    <a:pt x="586" y="49"/>
                    <a:pt x="606" y="24"/>
                    <a:pt x="628" y="1"/>
                  </a:cubicBezTo>
                  <a:cubicBezTo>
                    <a:pt x="444" y="1"/>
                    <a:pt x="261" y="0"/>
                    <a:pt x="77" y="0"/>
                  </a:cubicBezTo>
                  <a:cubicBezTo>
                    <a:pt x="58" y="0"/>
                    <a:pt x="42" y="0"/>
                    <a:pt x="27" y="0"/>
                  </a:cubicBezTo>
                  <a:cubicBezTo>
                    <a:pt x="66" y="91"/>
                    <a:pt x="94" y="195"/>
                    <a:pt x="115" y="315"/>
                  </a:cubicBezTo>
                  <a:cubicBezTo>
                    <a:pt x="154" y="553"/>
                    <a:pt x="311" y="701"/>
                    <a:pt x="524" y="701"/>
                  </a:cubicBezTo>
                  <a:cubicBezTo>
                    <a:pt x="551" y="701"/>
                    <a:pt x="578" y="699"/>
                    <a:pt x="606" y="694"/>
                  </a:cubicBezTo>
                  <a:cubicBezTo>
                    <a:pt x="697" y="679"/>
                    <a:pt x="784" y="653"/>
                    <a:pt x="876" y="626"/>
                  </a:cubicBezTo>
                  <a:cubicBezTo>
                    <a:pt x="943" y="606"/>
                    <a:pt x="1012" y="585"/>
                    <a:pt x="1083" y="569"/>
                  </a:cubicBezTo>
                  <a:cubicBezTo>
                    <a:pt x="1098" y="566"/>
                    <a:pt x="1114" y="562"/>
                    <a:pt x="1129" y="558"/>
                  </a:cubicBezTo>
                  <a:cubicBezTo>
                    <a:pt x="1216" y="538"/>
                    <a:pt x="1306" y="518"/>
                    <a:pt x="1399" y="518"/>
                  </a:cubicBezTo>
                  <a:cubicBezTo>
                    <a:pt x="1439" y="518"/>
                    <a:pt x="1477" y="521"/>
                    <a:pt x="1514" y="529"/>
                  </a:cubicBezTo>
                  <a:cubicBezTo>
                    <a:pt x="1573" y="541"/>
                    <a:pt x="1620" y="561"/>
                    <a:pt x="1660" y="590"/>
                  </a:cubicBezTo>
                  <a:cubicBezTo>
                    <a:pt x="1683" y="607"/>
                    <a:pt x="1691" y="638"/>
                    <a:pt x="1679" y="663"/>
                  </a:cubicBezTo>
                  <a:cubicBezTo>
                    <a:pt x="1669" y="685"/>
                    <a:pt x="1648" y="698"/>
                    <a:pt x="1625" y="698"/>
                  </a:cubicBezTo>
                  <a:cubicBezTo>
                    <a:pt x="1620" y="698"/>
                    <a:pt x="1616" y="697"/>
                    <a:pt x="1611" y="696"/>
                  </a:cubicBezTo>
                  <a:cubicBezTo>
                    <a:pt x="1565" y="685"/>
                    <a:pt x="1519" y="680"/>
                    <a:pt x="1470" y="680"/>
                  </a:cubicBezTo>
                  <a:cubicBezTo>
                    <a:pt x="1325" y="680"/>
                    <a:pt x="1189" y="729"/>
                    <a:pt x="1045" y="780"/>
                  </a:cubicBezTo>
                  <a:cubicBezTo>
                    <a:pt x="993" y="799"/>
                    <a:pt x="939" y="818"/>
                    <a:pt x="885" y="835"/>
                  </a:cubicBezTo>
                  <a:cubicBezTo>
                    <a:pt x="868" y="840"/>
                    <a:pt x="851" y="846"/>
                    <a:pt x="834" y="851"/>
                  </a:cubicBezTo>
                  <a:cubicBezTo>
                    <a:pt x="746" y="879"/>
                    <a:pt x="654" y="909"/>
                    <a:pt x="556" y="917"/>
                  </a:cubicBezTo>
                  <a:cubicBezTo>
                    <a:pt x="538" y="918"/>
                    <a:pt x="520" y="919"/>
                    <a:pt x="503" y="919"/>
                  </a:cubicBezTo>
                  <a:cubicBezTo>
                    <a:pt x="346" y="919"/>
                    <a:pt x="207" y="860"/>
                    <a:pt x="86" y="744"/>
                  </a:cubicBezTo>
                  <a:cubicBezTo>
                    <a:pt x="80" y="777"/>
                    <a:pt x="73" y="811"/>
                    <a:pt x="60" y="844"/>
                  </a:cubicBezTo>
                  <a:cubicBezTo>
                    <a:pt x="43" y="888"/>
                    <a:pt x="22" y="930"/>
                    <a:pt x="0" y="9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4515840" y="1856520"/>
              <a:ext cx="276840" cy="353520"/>
            </a:xfrm>
            <a:custGeom>
              <a:avLst/>
              <a:gdLst/>
              <a:ahLst/>
              <a:cxnLst/>
              <a:rect l="l" t="t" r="r" b="b"/>
              <a:pathLst>
                <a:path w="769" h="982" extrusionOk="0">
                  <a:moveTo>
                    <a:pt x="0" y="66"/>
                  </a:moveTo>
                  <a:cubicBezTo>
                    <a:pt x="-3" y="300"/>
                    <a:pt x="81" y="507"/>
                    <a:pt x="166" y="680"/>
                  </a:cubicBezTo>
                  <a:cubicBezTo>
                    <a:pt x="197" y="675"/>
                    <a:pt x="229" y="672"/>
                    <a:pt x="259" y="672"/>
                  </a:cubicBezTo>
                  <a:cubicBezTo>
                    <a:pt x="417" y="672"/>
                    <a:pt x="557" y="742"/>
                    <a:pt x="690" y="887"/>
                  </a:cubicBezTo>
                  <a:cubicBezTo>
                    <a:pt x="719" y="919"/>
                    <a:pt x="745" y="951"/>
                    <a:pt x="769" y="982"/>
                  </a:cubicBezTo>
                  <a:cubicBezTo>
                    <a:pt x="742" y="612"/>
                    <a:pt x="525" y="257"/>
                    <a:pt x="194" y="81"/>
                  </a:cubicBezTo>
                  <a:cubicBezTo>
                    <a:pt x="132" y="48"/>
                    <a:pt x="68" y="21"/>
                    <a:pt x="4" y="0"/>
                  </a:cubicBezTo>
                  <a:cubicBezTo>
                    <a:pt x="2" y="21"/>
                    <a:pt x="0" y="43"/>
                    <a:pt x="0" y="6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4132080" y="1836360"/>
              <a:ext cx="358920" cy="310320"/>
            </a:xfrm>
            <a:custGeom>
              <a:avLst/>
              <a:gdLst/>
              <a:ahLst/>
              <a:cxnLst/>
              <a:rect l="l" t="t" r="r" b="b"/>
              <a:pathLst>
                <a:path w="997" h="862" extrusionOk="0">
                  <a:moveTo>
                    <a:pt x="0" y="261"/>
                  </a:moveTo>
                  <a:cubicBezTo>
                    <a:pt x="65" y="276"/>
                    <a:pt x="130" y="304"/>
                    <a:pt x="195" y="348"/>
                  </a:cubicBezTo>
                  <a:cubicBezTo>
                    <a:pt x="316" y="429"/>
                    <a:pt x="405" y="538"/>
                    <a:pt x="469" y="623"/>
                  </a:cubicBezTo>
                  <a:lnTo>
                    <a:pt x="484" y="644"/>
                  </a:lnTo>
                  <a:cubicBezTo>
                    <a:pt x="512" y="681"/>
                    <a:pt x="540" y="720"/>
                    <a:pt x="570" y="756"/>
                  </a:cubicBezTo>
                  <a:cubicBezTo>
                    <a:pt x="627" y="827"/>
                    <a:pt x="692" y="862"/>
                    <a:pt x="768" y="862"/>
                  </a:cubicBezTo>
                  <a:cubicBezTo>
                    <a:pt x="801" y="862"/>
                    <a:pt x="836" y="855"/>
                    <a:pt x="872" y="843"/>
                  </a:cubicBezTo>
                  <a:cubicBezTo>
                    <a:pt x="912" y="830"/>
                    <a:pt x="952" y="813"/>
                    <a:pt x="991" y="796"/>
                  </a:cubicBezTo>
                  <a:cubicBezTo>
                    <a:pt x="993" y="795"/>
                    <a:pt x="995" y="795"/>
                    <a:pt x="997" y="794"/>
                  </a:cubicBezTo>
                  <a:cubicBezTo>
                    <a:pt x="995" y="791"/>
                    <a:pt x="994" y="787"/>
                    <a:pt x="992" y="784"/>
                  </a:cubicBezTo>
                  <a:cubicBezTo>
                    <a:pt x="891" y="571"/>
                    <a:pt x="838" y="366"/>
                    <a:pt x="828" y="156"/>
                  </a:cubicBezTo>
                  <a:cubicBezTo>
                    <a:pt x="826" y="103"/>
                    <a:pt x="829" y="53"/>
                    <a:pt x="837" y="6"/>
                  </a:cubicBezTo>
                  <a:cubicBezTo>
                    <a:pt x="529" y="-27"/>
                    <a:pt x="228" y="70"/>
                    <a:pt x="0" y="2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3943800" y="2019240"/>
              <a:ext cx="846000" cy="984600"/>
            </a:xfrm>
            <a:custGeom>
              <a:avLst/>
              <a:gdLst/>
              <a:ahLst/>
              <a:cxnLst/>
              <a:rect l="l" t="t" r="r" b="b"/>
              <a:pathLst>
                <a:path w="2350" h="2735" extrusionOk="0">
                  <a:moveTo>
                    <a:pt x="306" y="2402"/>
                  </a:moveTo>
                  <a:cubicBezTo>
                    <a:pt x="322" y="2417"/>
                    <a:pt x="406" y="2466"/>
                    <a:pt x="480" y="2466"/>
                  </a:cubicBezTo>
                  <a:cubicBezTo>
                    <a:pt x="518" y="2466"/>
                    <a:pt x="546" y="2453"/>
                    <a:pt x="566" y="2425"/>
                  </a:cubicBezTo>
                  <a:cubicBezTo>
                    <a:pt x="614" y="2360"/>
                    <a:pt x="663" y="2156"/>
                    <a:pt x="457" y="1529"/>
                  </a:cubicBezTo>
                  <a:cubicBezTo>
                    <a:pt x="449" y="1505"/>
                    <a:pt x="456" y="1480"/>
                    <a:pt x="475" y="1464"/>
                  </a:cubicBezTo>
                  <a:cubicBezTo>
                    <a:pt x="486" y="1455"/>
                    <a:pt x="500" y="1450"/>
                    <a:pt x="513" y="1450"/>
                  </a:cubicBezTo>
                  <a:cubicBezTo>
                    <a:pt x="523" y="1450"/>
                    <a:pt x="533" y="1453"/>
                    <a:pt x="542" y="1457"/>
                  </a:cubicBezTo>
                  <a:cubicBezTo>
                    <a:pt x="589" y="1483"/>
                    <a:pt x="622" y="1520"/>
                    <a:pt x="649" y="1554"/>
                  </a:cubicBezTo>
                  <a:cubicBezTo>
                    <a:pt x="824" y="1765"/>
                    <a:pt x="906" y="2025"/>
                    <a:pt x="900" y="2350"/>
                  </a:cubicBezTo>
                  <a:cubicBezTo>
                    <a:pt x="900" y="2361"/>
                    <a:pt x="898" y="2373"/>
                    <a:pt x="897" y="2384"/>
                  </a:cubicBezTo>
                  <a:cubicBezTo>
                    <a:pt x="896" y="2394"/>
                    <a:pt x="895" y="2404"/>
                    <a:pt x="895" y="2411"/>
                  </a:cubicBezTo>
                  <a:cubicBezTo>
                    <a:pt x="908" y="2602"/>
                    <a:pt x="1186" y="2735"/>
                    <a:pt x="1427" y="2735"/>
                  </a:cubicBezTo>
                  <a:cubicBezTo>
                    <a:pt x="1508" y="2735"/>
                    <a:pt x="1584" y="2720"/>
                    <a:pt x="1647" y="2693"/>
                  </a:cubicBezTo>
                  <a:cubicBezTo>
                    <a:pt x="1900" y="2582"/>
                    <a:pt x="2039" y="2376"/>
                    <a:pt x="2071" y="2061"/>
                  </a:cubicBezTo>
                  <a:cubicBezTo>
                    <a:pt x="2083" y="1942"/>
                    <a:pt x="2072" y="1814"/>
                    <a:pt x="2036" y="1660"/>
                  </a:cubicBezTo>
                  <a:cubicBezTo>
                    <a:pt x="1985" y="1446"/>
                    <a:pt x="1874" y="1296"/>
                    <a:pt x="1697" y="1200"/>
                  </a:cubicBezTo>
                  <a:cubicBezTo>
                    <a:pt x="1672" y="1186"/>
                    <a:pt x="1660" y="1157"/>
                    <a:pt x="1669" y="1130"/>
                  </a:cubicBezTo>
                  <a:cubicBezTo>
                    <a:pt x="1676" y="1104"/>
                    <a:pt x="1700" y="1087"/>
                    <a:pt x="1726" y="1087"/>
                  </a:cubicBezTo>
                  <a:cubicBezTo>
                    <a:pt x="1728" y="1087"/>
                    <a:pt x="1729" y="1087"/>
                    <a:pt x="1731" y="1088"/>
                  </a:cubicBezTo>
                  <a:cubicBezTo>
                    <a:pt x="1798" y="1094"/>
                    <a:pt x="1888" y="1139"/>
                    <a:pt x="1959" y="1203"/>
                  </a:cubicBezTo>
                  <a:cubicBezTo>
                    <a:pt x="2012" y="1252"/>
                    <a:pt x="2059" y="1304"/>
                    <a:pt x="2098" y="1364"/>
                  </a:cubicBezTo>
                  <a:cubicBezTo>
                    <a:pt x="2105" y="1351"/>
                    <a:pt x="2113" y="1337"/>
                    <a:pt x="2122" y="1322"/>
                  </a:cubicBezTo>
                  <a:cubicBezTo>
                    <a:pt x="2227" y="1146"/>
                    <a:pt x="2319" y="968"/>
                    <a:pt x="2350" y="762"/>
                  </a:cubicBezTo>
                  <a:cubicBezTo>
                    <a:pt x="2340" y="751"/>
                    <a:pt x="2331" y="739"/>
                    <a:pt x="2322" y="727"/>
                  </a:cubicBezTo>
                  <a:cubicBezTo>
                    <a:pt x="2289" y="684"/>
                    <a:pt x="2258" y="644"/>
                    <a:pt x="2224" y="606"/>
                  </a:cubicBezTo>
                  <a:cubicBezTo>
                    <a:pt x="2163" y="539"/>
                    <a:pt x="2105" y="493"/>
                    <a:pt x="2043" y="458"/>
                  </a:cubicBezTo>
                  <a:cubicBezTo>
                    <a:pt x="1987" y="428"/>
                    <a:pt x="1933" y="413"/>
                    <a:pt x="1878" y="413"/>
                  </a:cubicBezTo>
                  <a:cubicBezTo>
                    <a:pt x="1828" y="413"/>
                    <a:pt x="1778" y="426"/>
                    <a:pt x="1726" y="451"/>
                  </a:cubicBezTo>
                  <a:cubicBezTo>
                    <a:pt x="1710" y="458"/>
                    <a:pt x="1693" y="467"/>
                    <a:pt x="1677" y="475"/>
                  </a:cubicBezTo>
                  <a:cubicBezTo>
                    <a:pt x="1629" y="498"/>
                    <a:pt x="1580" y="523"/>
                    <a:pt x="1527" y="542"/>
                  </a:cubicBezTo>
                  <a:cubicBezTo>
                    <a:pt x="1442" y="571"/>
                    <a:pt x="1368" y="586"/>
                    <a:pt x="1300" y="586"/>
                  </a:cubicBezTo>
                  <a:cubicBezTo>
                    <a:pt x="1153" y="586"/>
                    <a:pt x="1031" y="517"/>
                    <a:pt x="906" y="362"/>
                  </a:cubicBezTo>
                  <a:cubicBezTo>
                    <a:pt x="851" y="293"/>
                    <a:pt x="791" y="220"/>
                    <a:pt x="729" y="151"/>
                  </a:cubicBezTo>
                  <a:cubicBezTo>
                    <a:pt x="689" y="106"/>
                    <a:pt x="638" y="66"/>
                    <a:pt x="573" y="30"/>
                  </a:cubicBezTo>
                  <a:cubicBezTo>
                    <a:pt x="539" y="10"/>
                    <a:pt x="505" y="0"/>
                    <a:pt x="472" y="0"/>
                  </a:cubicBezTo>
                  <a:cubicBezTo>
                    <a:pt x="438" y="0"/>
                    <a:pt x="403" y="11"/>
                    <a:pt x="368" y="31"/>
                  </a:cubicBezTo>
                  <a:cubicBezTo>
                    <a:pt x="318" y="60"/>
                    <a:pt x="270" y="98"/>
                    <a:pt x="227" y="142"/>
                  </a:cubicBezTo>
                  <a:cubicBezTo>
                    <a:pt x="226" y="142"/>
                    <a:pt x="226" y="142"/>
                    <a:pt x="226" y="142"/>
                  </a:cubicBezTo>
                  <a:cubicBezTo>
                    <a:pt x="165" y="275"/>
                    <a:pt x="128" y="424"/>
                    <a:pt x="122" y="586"/>
                  </a:cubicBezTo>
                  <a:cubicBezTo>
                    <a:pt x="121" y="616"/>
                    <a:pt x="121" y="646"/>
                    <a:pt x="123" y="675"/>
                  </a:cubicBezTo>
                  <a:cubicBezTo>
                    <a:pt x="144" y="660"/>
                    <a:pt x="167" y="647"/>
                    <a:pt x="191" y="635"/>
                  </a:cubicBezTo>
                  <a:cubicBezTo>
                    <a:pt x="280" y="589"/>
                    <a:pt x="382" y="565"/>
                    <a:pt x="484" y="565"/>
                  </a:cubicBezTo>
                  <a:cubicBezTo>
                    <a:pt x="639" y="565"/>
                    <a:pt x="788" y="619"/>
                    <a:pt x="904" y="717"/>
                  </a:cubicBezTo>
                  <a:cubicBezTo>
                    <a:pt x="1034" y="827"/>
                    <a:pt x="1131" y="964"/>
                    <a:pt x="1199" y="1138"/>
                  </a:cubicBezTo>
                  <a:cubicBezTo>
                    <a:pt x="1280" y="1341"/>
                    <a:pt x="1350" y="1712"/>
                    <a:pt x="1349" y="1933"/>
                  </a:cubicBezTo>
                  <a:cubicBezTo>
                    <a:pt x="1349" y="1963"/>
                    <a:pt x="1326" y="1989"/>
                    <a:pt x="1296" y="1992"/>
                  </a:cubicBezTo>
                  <a:cubicBezTo>
                    <a:pt x="1294" y="1992"/>
                    <a:pt x="1292" y="1992"/>
                    <a:pt x="1290" y="1992"/>
                  </a:cubicBezTo>
                  <a:cubicBezTo>
                    <a:pt x="1262" y="1992"/>
                    <a:pt x="1237" y="1973"/>
                    <a:pt x="1231" y="1945"/>
                  </a:cubicBezTo>
                  <a:cubicBezTo>
                    <a:pt x="1222" y="1902"/>
                    <a:pt x="1213" y="1861"/>
                    <a:pt x="1205" y="1820"/>
                  </a:cubicBezTo>
                  <a:cubicBezTo>
                    <a:pt x="1187" y="1735"/>
                    <a:pt x="1170" y="1655"/>
                    <a:pt x="1151" y="1576"/>
                  </a:cubicBezTo>
                  <a:cubicBezTo>
                    <a:pt x="1086" y="1317"/>
                    <a:pt x="997" y="1123"/>
                    <a:pt x="872" y="966"/>
                  </a:cubicBezTo>
                  <a:cubicBezTo>
                    <a:pt x="780" y="852"/>
                    <a:pt x="641" y="783"/>
                    <a:pt x="498" y="783"/>
                  </a:cubicBezTo>
                  <a:cubicBezTo>
                    <a:pt x="370" y="783"/>
                    <a:pt x="256" y="836"/>
                    <a:pt x="171" y="931"/>
                  </a:cubicBezTo>
                  <a:cubicBezTo>
                    <a:pt x="217" y="1075"/>
                    <a:pt x="290" y="1210"/>
                    <a:pt x="372" y="1342"/>
                  </a:cubicBezTo>
                  <a:cubicBezTo>
                    <a:pt x="401" y="1389"/>
                    <a:pt x="469" y="1438"/>
                    <a:pt x="439" y="1492"/>
                  </a:cubicBezTo>
                  <a:cubicBezTo>
                    <a:pt x="412" y="1540"/>
                    <a:pt x="337" y="1507"/>
                    <a:pt x="284" y="1507"/>
                  </a:cubicBezTo>
                  <a:cubicBezTo>
                    <a:pt x="192" y="1508"/>
                    <a:pt x="99" y="1508"/>
                    <a:pt x="7" y="1508"/>
                  </a:cubicBezTo>
                  <a:cubicBezTo>
                    <a:pt x="-22" y="1814"/>
                    <a:pt x="22" y="2101"/>
                    <a:pt x="306" y="24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" name="Google Shape;44;p3"/>
          <p:cNvGrpSpPr/>
          <p:nvPr/>
        </p:nvGrpSpPr>
        <p:grpSpPr>
          <a:xfrm rot="-1800564">
            <a:off x="10143761" y="313344"/>
            <a:ext cx="1993048" cy="1211991"/>
            <a:chOff x="4949280" y="2561760"/>
            <a:chExt cx="3684600" cy="2240640"/>
          </a:xfrm>
        </p:grpSpPr>
        <p:sp>
          <p:nvSpPr>
            <p:cNvPr id="45" name="Google Shape;45;p3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3"/>
          <p:cNvSpPr/>
          <p:nvPr/>
        </p:nvSpPr>
        <p:spPr>
          <a:xfrm rot="-10799969">
            <a:off x="-203201" y="2380495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 txBox="1">
            <a:spLocks noGrp="1"/>
          </p:cNvSpPr>
          <p:nvPr>
            <p:ph type="title"/>
          </p:nvPr>
        </p:nvSpPr>
        <p:spPr>
          <a:xfrm>
            <a:off x="3444833" y="3330300"/>
            <a:ext cx="75376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 idx="2" hasCustomPrompt="1"/>
          </p:nvPr>
        </p:nvSpPr>
        <p:spPr>
          <a:xfrm>
            <a:off x="1209568" y="1666467"/>
            <a:ext cx="1741200" cy="112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444833" y="4638733"/>
            <a:ext cx="75376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6782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 rot="5399969" flipH="1">
            <a:off x="2009067" y="-1361340"/>
            <a:ext cx="728204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 rot="-7200640">
            <a:off x="2790910" y="6073211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 txBox="1">
            <a:spLocks noGrp="1"/>
          </p:cNvSpPr>
          <p:nvPr>
            <p:ph type="body" idx="1"/>
          </p:nvPr>
        </p:nvSpPr>
        <p:spPr>
          <a:xfrm>
            <a:off x="1154167" y="2634117"/>
            <a:ext cx="6470000" cy="19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sz="1400"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1154167" y="1494684"/>
            <a:ext cx="6470000" cy="9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62" name="Google Shape;62;p4"/>
          <p:cNvGrpSpPr/>
          <p:nvPr/>
        </p:nvGrpSpPr>
        <p:grpSpPr>
          <a:xfrm rot="-2701008">
            <a:off x="9424117" y="1347342"/>
            <a:ext cx="2373579" cy="1442613"/>
            <a:chOff x="2544840" y="154440"/>
            <a:chExt cx="3692520" cy="2244240"/>
          </a:xfrm>
        </p:grpSpPr>
        <p:sp>
          <p:nvSpPr>
            <p:cNvPr id="63" name="Google Shape;63;p4"/>
            <p:cNvSpPr/>
            <p:nvPr/>
          </p:nvSpPr>
          <p:spPr>
            <a:xfrm>
              <a:off x="2544840" y="154440"/>
              <a:ext cx="3692520" cy="2244240"/>
            </a:xfrm>
            <a:custGeom>
              <a:avLst/>
              <a:gdLst/>
              <a:ahLst/>
              <a:cxnLst/>
              <a:rect l="l" t="t" r="r" b="b"/>
              <a:pathLst>
                <a:path w="10257" h="6234" extrusionOk="0">
                  <a:moveTo>
                    <a:pt x="309" y="3816"/>
                  </a:moveTo>
                  <a:cubicBezTo>
                    <a:pt x="685" y="4204"/>
                    <a:pt x="1175" y="4286"/>
                    <a:pt x="1651" y="4038"/>
                  </a:cubicBezTo>
                  <a:cubicBezTo>
                    <a:pt x="1739" y="3992"/>
                    <a:pt x="1824" y="3938"/>
                    <a:pt x="1911" y="3888"/>
                  </a:cubicBezTo>
                  <a:cubicBezTo>
                    <a:pt x="1995" y="3841"/>
                    <a:pt x="2012" y="3850"/>
                    <a:pt x="2013" y="3946"/>
                  </a:cubicBezTo>
                  <a:cubicBezTo>
                    <a:pt x="2015" y="4129"/>
                    <a:pt x="2013" y="4312"/>
                    <a:pt x="2013" y="4495"/>
                  </a:cubicBezTo>
                  <a:cubicBezTo>
                    <a:pt x="2013" y="4678"/>
                    <a:pt x="2013" y="4861"/>
                    <a:pt x="2013" y="5045"/>
                  </a:cubicBezTo>
                  <a:lnTo>
                    <a:pt x="2014" y="5045"/>
                  </a:lnTo>
                  <a:cubicBezTo>
                    <a:pt x="2014" y="5393"/>
                    <a:pt x="2013" y="5742"/>
                    <a:pt x="2014" y="6091"/>
                  </a:cubicBezTo>
                  <a:cubicBezTo>
                    <a:pt x="2014" y="6230"/>
                    <a:pt x="2016" y="6233"/>
                    <a:pt x="2150" y="6233"/>
                  </a:cubicBezTo>
                  <a:cubicBezTo>
                    <a:pt x="2595" y="6233"/>
                    <a:pt x="3041" y="6233"/>
                    <a:pt x="3486" y="6233"/>
                  </a:cubicBezTo>
                  <a:cubicBezTo>
                    <a:pt x="3623" y="6232"/>
                    <a:pt x="3625" y="6231"/>
                    <a:pt x="3597" y="6100"/>
                  </a:cubicBezTo>
                  <a:cubicBezTo>
                    <a:pt x="3507" y="5672"/>
                    <a:pt x="3588" y="5270"/>
                    <a:pt x="3831" y="4914"/>
                  </a:cubicBezTo>
                  <a:cubicBezTo>
                    <a:pt x="3837" y="4904"/>
                    <a:pt x="3843" y="4895"/>
                    <a:pt x="3850" y="4886"/>
                  </a:cubicBezTo>
                  <a:cubicBezTo>
                    <a:pt x="3937" y="4763"/>
                    <a:pt x="4040" y="4655"/>
                    <a:pt x="4153" y="4564"/>
                  </a:cubicBezTo>
                  <a:cubicBezTo>
                    <a:pt x="4528" y="4264"/>
                    <a:pt x="5026" y="4146"/>
                    <a:pt x="5511" y="4273"/>
                  </a:cubicBezTo>
                  <a:cubicBezTo>
                    <a:pt x="5531" y="4278"/>
                    <a:pt x="5551" y="4284"/>
                    <a:pt x="5570" y="4290"/>
                  </a:cubicBezTo>
                  <a:cubicBezTo>
                    <a:pt x="5742" y="4341"/>
                    <a:pt x="5899" y="4418"/>
                    <a:pt x="6037" y="4516"/>
                  </a:cubicBezTo>
                  <a:cubicBezTo>
                    <a:pt x="6426" y="4791"/>
                    <a:pt x="6671" y="5230"/>
                    <a:pt x="6695" y="5735"/>
                  </a:cubicBezTo>
                  <a:cubicBezTo>
                    <a:pt x="6701" y="5870"/>
                    <a:pt x="6681" y="6004"/>
                    <a:pt x="6651" y="6135"/>
                  </a:cubicBezTo>
                  <a:cubicBezTo>
                    <a:pt x="6633" y="6213"/>
                    <a:pt x="6661" y="6234"/>
                    <a:pt x="6733" y="6234"/>
                  </a:cubicBezTo>
                  <a:cubicBezTo>
                    <a:pt x="6917" y="6233"/>
                    <a:pt x="7100" y="6233"/>
                    <a:pt x="7284" y="6232"/>
                  </a:cubicBezTo>
                  <a:cubicBezTo>
                    <a:pt x="7361" y="6232"/>
                    <a:pt x="7438" y="6232"/>
                    <a:pt x="7515" y="6232"/>
                  </a:cubicBezTo>
                  <a:cubicBezTo>
                    <a:pt x="7724" y="6232"/>
                    <a:pt x="7933" y="6232"/>
                    <a:pt x="8142" y="6234"/>
                  </a:cubicBezTo>
                  <a:cubicBezTo>
                    <a:pt x="8237" y="6234"/>
                    <a:pt x="8246" y="6185"/>
                    <a:pt x="8246" y="6109"/>
                  </a:cubicBezTo>
                  <a:cubicBezTo>
                    <a:pt x="8246" y="5855"/>
                    <a:pt x="8245" y="5601"/>
                    <a:pt x="8245" y="5347"/>
                  </a:cubicBezTo>
                  <a:cubicBezTo>
                    <a:pt x="8245" y="4920"/>
                    <a:pt x="8245" y="4495"/>
                    <a:pt x="8246" y="4068"/>
                  </a:cubicBezTo>
                  <a:cubicBezTo>
                    <a:pt x="8246" y="4022"/>
                    <a:pt x="8223" y="3959"/>
                    <a:pt x="8268" y="3933"/>
                  </a:cubicBezTo>
                  <a:cubicBezTo>
                    <a:pt x="8320" y="3901"/>
                    <a:pt x="8361" y="3960"/>
                    <a:pt x="8402" y="3986"/>
                  </a:cubicBezTo>
                  <a:cubicBezTo>
                    <a:pt x="8493" y="4044"/>
                    <a:pt x="8585" y="4096"/>
                    <a:pt x="8681" y="4137"/>
                  </a:cubicBezTo>
                  <a:cubicBezTo>
                    <a:pt x="8841" y="4206"/>
                    <a:pt x="9010" y="4247"/>
                    <a:pt x="9197" y="4241"/>
                  </a:cubicBezTo>
                  <a:cubicBezTo>
                    <a:pt x="9220" y="4241"/>
                    <a:pt x="9244" y="4240"/>
                    <a:pt x="9266" y="4237"/>
                  </a:cubicBezTo>
                  <a:lnTo>
                    <a:pt x="9267" y="4237"/>
                  </a:lnTo>
                  <a:cubicBezTo>
                    <a:pt x="9392" y="4225"/>
                    <a:pt x="9510" y="4191"/>
                    <a:pt x="9618" y="4139"/>
                  </a:cubicBezTo>
                  <a:cubicBezTo>
                    <a:pt x="9846" y="4030"/>
                    <a:pt x="10028" y="3841"/>
                    <a:pt x="10138" y="3617"/>
                  </a:cubicBezTo>
                  <a:cubicBezTo>
                    <a:pt x="10179" y="3535"/>
                    <a:pt x="10210" y="3448"/>
                    <a:pt x="10230" y="3359"/>
                  </a:cubicBezTo>
                  <a:cubicBezTo>
                    <a:pt x="10283" y="3123"/>
                    <a:pt x="10260" y="2869"/>
                    <a:pt x="10140" y="2637"/>
                  </a:cubicBezTo>
                  <a:cubicBezTo>
                    <a:pt x="9888" y="2153"/>
                    <a:pt x="9349" y="1893"/>
                    <a:pt x="8821" y="2050"/>
                  </a:cubicBezTo>
                  <a:cubicBezTo>
                    <a:pt x="8800" y="2056"/>
                    <a:pt x="8778" y="2063"/>
                    <a:pt x="8757" y="2071"/>
                  </a:cubicBezTo>
                  <a:cubicBezTo>
                    <a:pt x="8623" y="2120"/>
                    <a:pt x="8507" y="2202"/>
                    <a:pt x="8382" y="2268"/>
                  </a:cubicBezTo>
                  <a:cubicBezTo>
                    <a:pt x="8345" y="2288"/>
                    <a:pt x="8309" y="2340"/>
                    <a:pt x="8264" y="2313"/>
                  </a:cubicBezTo>
                  <a:cubicBezTo>
                    <a:pt x="8226" y="2290"/>
                    <a:pt x="8246" y="2236"/>
                    <a:pt x="8246" y="2197"/>
                  </a:cubicBezTo>
                  <a:cubicBezTo>
                    <a:pt x="8246" y="2058"/>
                    <a:pt x="8246" y="1919"/>
                    <a:pt x="8246" y="1780"/>
                  </a:cubicBezTo>
                  <a:cubicBezTo>
                    <a:pt x="8245" y="1239"/>
                    <a:pt x="8245" y="697"/>
                    <a:pt x="8245" y="155"/>
                  </a:cubicBezTo>
                  <a:cubicBezTo>
                    <a:pt x="8245" y="1"/>
                    <a:pt x="8244" y="1"/>
                    <a:pt x="8090" y="1"/>
                  </a:cubicBezTo>
                  <a:cubicBezTo>
                    <a:pt x="7624" y="1"/>
                    <a:pt x="7158" y="5"/>
                    <a:pt x="6692" y="2"/>
                  </a:cubicBezTo>
                  <a:cubicBezTo>
                    <a:pt x="6598" y="1"/>
                    <a:pt x="6573" y="25"/>
                    <a:pt x="6591" y="122"/>
                  </a:cubicBezTo>
                  <a:cubicBezTo>
                    <a:pt x="6715" y="792"/>
                    <a:pt x="6498" y="1336"/>
                    <a:pt x="5951" y="1737"/>
                  </a:cubicBezTo>
                  <a:cubicBezTo>
                    <a:pt x="5027" y="2415"/>
                    <a:pt x="3663" y="1819"/>
                    <a:pt x="3516" y="681"/>
                  </a:cubicBezTo>
                  <a:cubicBezTo>
                    <a:pt x="3492" y="493"/>
                    <a:pt x="3499" y="310"/>
                    <a:pt x="3535" y="126"/>
                  </a:cubicBezTo>
                  <a:cubicBezTo>
                    <a:pt x="3558" y="9"/>
                    <a:pt x="3552" y="1"/>
                    <a:pt x="3431" y="1"/>
                  </a:cubicBezTo>
                  <a:cubicBezTo>
                    <a:pt x="3103" y="1"/>
                    <a:pt x="2775" y="-1"/>
                    <a:pt x="2447" y="1"/>
                  </a:cubicBezTo>
                  <a:cubicBezTo>
                    <a:pt x="2162" y="4"/>
                    <a:pt x="2014" y="155"/>
                    <a:pt x="2013" y="439"/>
                  </a:cubicBezTo>
                  <a:cubicBezTo>
                    <a:pt x="2013" y="1009"/>
                    <a:pt x="2014" y="1579"/>
                    <a:pt x="2014" y="2149"/>
                  </a:cubicBezTo>
                  <a:cubicBezTo>
                    <a:pt x="2014" y="2277"/>
                    <a:pt x="2009" y="2280"/>
                    <a:pt x="1898" y="2219"/>
                  </a:cubicBezTo>
                  <a:cubicBezTo>
                    <a:pt x="1714" y="2118"/>
                    <a:pt x="1541" y="1998"/>
                    <a:pt x="1328" y="1958"/>
                  </a:cubicBezTo>
                  <a:cubicBezTo>
                    <a:pt x="865" y="1871"/>
                    <a:pt x="369" y="2096"/>
                    <a:pt x="147" y="2504"/>
                  </a:cubicBezTo>
                  <a:cubicBezTo>
                    <a:pt x="-96" y="2952"/>
                    <a:pt x="-33" y="3462"/>
                    <a:pt x="309" y="3816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3929400" y="741960"/>
              <a:ext cx="2307960" cy="1656720"/>
            </a:xfrm>
            <a:custGeom>
              <a:avLst/>
              <a:gdLst/>
              <a:ahLst/>
              <a:cxnLst/>
              <a:rect l="l" t="t" r="r" b="b"/>
              <a:pathLst>
                <a:path w="6411" h="4602" extrusionOk="0">
                  <a:moveTo>
                    <a:pt x="4" y="3254"/>
                  </a:moveTo>
                  <a:cubicBezTo>
                    <a:pt x="91" y="3131"/>
                    <a:pt x="194" y="3023"/>
                    <a:pt x="307" y="2932"/>
                  </a:cubicBezTo>
                  <a:cubicBezTo>
                    <a:pt x="682" y="2632"/>
                    <a:pt x="1180" y="2514"/>
                    <a:pt x="1665" y="2641"/>
                  </a:cubicBezTo>
                  <a:cubicBezTo>
                    <a:pt x="1685" y="2646"/>
                    <a:pt x="1705" y="2652"/>
                    <a:pt x="1724" y="2658"/>
                  </a:cubicBezTo>
                  <a:cubicBezTo>
                    <a:pt x="1896" y="2709"/>
                    <a:pt x="2053" y="2786"/>
                    <a:pt x="2191" y="2884"/>
                  </a:cubicBezTo>
                  <a:cubicBezTo>
                    <a:pt x="2580" y="3159"/>
                    <a:pt x="2825" y="3598"/>
                    <a:pt x="2849" y="4103"/>
                  </a:cubicBezTo>
                  <a:cubicBezTo>
                    <a:pt x="2855" y="4238"/>
                    <a:pt x="2835" y="4372"/>
                    <a:pt x="2805" y="4503"/>
                  </a:cubicBezTo>
                  <a:cubicBezTo>
                    <a:pt x="2787" y="4581"/>
                    <a:pt x="2815" y="4602"/>
                    <a:pt x="2887" y="4602"/>
                  </a:cubicBezTo>
                  <a:cubicBezTo>
                    <a:pt x="3071" y="4601"/>
                    <a:pt x="3254" y="4601"/>
                    <a:pt x="3438" y="4600"/>
                  </a:cubicBezTo>
                  <a:cubicBezTo>
                    <a:pt x="3515" y="4600"/>
                    <a:pt x="3592" y="4600"/>
                    <a:pt x="3669" y="4600"/>
                  </a:cubicBezTo>
                  <a:cubicBezTo>
                    <a:pt x="3878" y="4600"/>
                    <a:pt x="4087" y="4600"/>
                    <a:pt x="4296" y="4602"/>
                  </a:cubicBezTo>
                  <a:cubicBezTo>
                    <a:pt x="4391" y="4602"/>
                    <a:pt x="4400" y="4553"/>
                    <a:pt x="4400" y="4477"/>
                  </a:cubicBezTo>
                  <a:cubicBezTo>
                    <a:pt x="4400" y="4223"/>
                    <a:pt x="4399" y="3969"/>
                    <a:pt x="4399" y="3715"/>
                  </a:cubicBezTo>
                  <a:cubicBezTo>
                    <a:pt x="4399" y="3288"/>
                    <a:pt x="4399" y="2863"/>
                    <a:pt x="4400" y="2436"/>
                  </a:cubicBezTo>
                  <a:cubicBezTo>
                    <a:pt x="4400" y="2390"/>
                    <a:pt x="4377" y="2327"/>
                    <a:pt x="4422" y="2301"/>
                  </a:cubicBezTo>
                  <a:cubicBezTo>
                    <a:pt x="4474" y="2269"/>
                    <a:pt x="4515" y="2328"/>
                    <a:pt x="4556" y="2354"/>
                  </a:cubicBezTo>
                  <a:cubicBezTo>
                    <a:pt x="4647" y="2412"/>
                    <a:pt x="4739" y="2464"/>
                    <a:pt x="4835" y="2505"/>
                  </a:cubicBezTo>
                  <a:cubicBezTo>
                    <a:pt x="4995" y="2574"/>
                    <a:pt x="5164" y="2615"/>
                    <a:pt x="5351" y="2609"/>
                  </a:cubicBezTo>
                  <a:cubicBezTo>
                    <a:pt x="5374" y="2609"/>
                    <a:pt x="5398" y="2608"/>
                    <a:pt x="5420" y="2605"/>
                  </a:cubicBezTo>
                  <a:lnTo>
                    <a:pt x="5421" y="2605"/>
                  </a:lnTo>
                  <a:cubicBezTo>
                    <a:pt x="5546" y="2593"/>
                    <a:pt x="5664" y="2559"/>
                    <a:pt x="5772" y="2507"/>
                  </a:cubicBezTo>
                  <a:cubicBezTo>
                    <a:pt x="6000" y="2398"/>
                    <a:pt x="6182" y="2209"/>
                    <a:pt x="6292" y="1985"/>
                  </a:cubicBezTo>
                  <a:cubicBezTo>
                    <a:pt x="6333" y="1903"/>
                    <a:pt x="6364" y="1816"/>
                    <a:pt x="6384" y="1727"/>
                  </a:cubicBezTo>
                  <a:cubicBezTo>
                    <a:pt x="6437" y="1491"/>
                    <a:pt x="6414" y="1237"/>
                    <a:pt x="6294" y="1005"/>
                  </a:cubicBezTo>
                  <a:cubicBezTo>
                    <a:pt x="6042" y="521"/>
                    <a:pt x="5503" y="261"/>
                    <a:pt x="4975" y="418"/>
                  </a:cubicBezTo>
                  <a:cubicBezTo>
                    <a:pt x="4954" y="424"/>
                    <a:pt x="4932" y="431"/>
                    <a:pt x="4911" y="439"/>
                  </a:cubicBezTo>
                  <a:cubicBezTo>
                    <a:pt x="4777" y="488"/>
                    <a:pt x="4661" y="570"/>
                    <a:pt x="4536" y="636"/>
                  </a:cubicBezTo>
                  <a:cubicBezTo>
                    <a:pt x="4499" y="656"/>
                    <a:pt x="4463" y="708"/>
                    <a:pt x="4419" y="681"/>
                  </a:cubicBezTo>
                  <a:cubicBezTo>
                    <a:pt x="4380" y="658"/>
                    <a:pt x="4400" y="604"/>
                    <a:pt x="4400" y="565"/>
                  </a:cubicBezTo>
                  <a:cubicBezTo>
                    <a:pt x="4400" y="426"/>
                    <a:pt x="4400" y="287"/>
                    <a:pt x="4400" y="148"/>
                  </a:cubicBezTo>
                  <a:cubicBezTo>
                    <a:pt x="4244" y="50"/>
                    <a:pt x="4082" y="26"/>
                    <a:pt x="4008" y="15"/>
                  </a:cubicBezTo>
                  <a:cubicBezTo>
                    <a:pt x="3943" y="5"/>
                    <a:pt x="3878" y="0"/>
                    <a:pt x="3815" y="0"/>
                  </a:cubicBezTo>
                  <a:lnTo>
                    <a:pt x="3814" y="0"/>
                  </a:lnTo>
                  <a:cubicBezTo>
                    <a:pt x="3496" y="0"/>
                    <a:pt x="3191" y="123"/>
                    <a:pt x="2906" y="364"/>
                  </a:cubicBezTo>
                  <a:cubicBezTo>
                    <a:pt x="2835" y="424"/>
                    <a:pt x="2769" y="492"/>
                    <a:pt x="2704" y="569"/>
                  </a:cubicBezTo>
                  <a:lnTo>
                    <a:pt x="2650" y="569"/>
                  </a:lnTo>
                  <a:cubicBezTo>
                    <a:pt x="2436" y="569"/>
                    <a:pt x="2172" y="656"/>
                    <a:pt x="2011" y="848"/>
                  </a:cubicBezTo>
                  <a:cubicBezTo>
                    <a:pt x="1979" y="840"/>
                    <a:pt x="1947" y="834"/>
                    <a:pt x="1913" y="829"/>
                  </a:cubicBezTo>
                  <a:cubicBezTo>
                    <a:pt x="1870" y="822"/>
                    <a:pt x="1827" y="819"/>
                    <a:pt x="1784" y="819"/>
                  </a:cubicBezTo>
                  <a:cubicBezTo>
                    <a:pt x="1518" y="819"/>
                    <a:pt x="1275" y="947"/>
                    <a:pt x="1100" y="1181"/>
                  </a:cubicBezTo>
                  <a:cubicBezTo>
                    <a:pt x="1015" y="1294"/>
                    <a:pt x="953" y="1423"/>
                    <a:pt x="913" y="1571"/>
                  </a:cubicBezTo>
                  <a:cubicBezTo>
                    <a:pt x="840" y="1595"/>
                    <a:pt x="770" y="1630"/>
                    <a:pt x="702" y="1675"/>
                  </a:cubicBezTo>
                  <a:cubicBezTo>
                    <a:pt x="478" y="1825"/>
                    <a:pt x="349" y="2093"/>
                    <a:pt x="367" y="2364"/>
                  </a:cubicBezTo>
                  <a:cubicBezTo>
                    <a:pt x="100" y="2592"/>
                    <a:pt x="-25" y="2896"/>
                    <a:pt x="4" y="3254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5656320" y="875880"/>
              <a:ext cx="581040" cy="805680"/>
            </a:xfrm>
            <a:custGeom>
              <a:avLst/>
              <a:gdLst/>
              <a:ahLst/>
              <a:cxnLst/>
              <a:rect l="l" t="t" r="r" b="b"/>
              <a:pathLst>
                <a:path w="1614" h="2238" extrusionOk="0">
                  <a:moveTo>
                    <a:pt x="58" y="1951"/>
                  </a:moveTo>
                  <a:cubicBezTo>
                    <a:pt x="48" y="2011"/>
                    <a:pt x="42" y="2071"/>
                    <a:pt x="38" y="2133"/>
                  </a:cubicBezTo>
                  <a:cubicBezTo>
                    <a:pt x="198" y="2202"/>
                    <a:pt x="367" y="2243"/>
                    <a:pt x="554" y="2238"/>
                  </a:cubicBezTo>
                  <a:cubicBezTo>
                    <a:pt x="577" y="2237"/>
                    <a:pt x="601" y="2235"/>
                    <a:pt x="623" y="2233"/>
                  </a:cubicBezTo>
                  <a:lnTo>
                    <a:pt x="624" y="2233"/>
                  </a:lnTo>
                  <a:cubicBezTo>
                    <a:pt x="727" y="2174"/>
                    <a:pt x="781" y="2068"/>
                    <a:pt x="842" y="1949"/>
                  </a:cubicBezTo>
                  <a:cubicBezTo>
                    <a:pt x="850" y="1934"/>
                    <a:pt x="857" y="1919"/>
                    <a:pt x="865" y="1903"/>
                  </a:cubicBezTo>
                  <a:cubicBezTo>
                    <a:pt x="876" y="1883"/>
                    <a:pt x="886" y="1862"/>
                    <a:pt x="896" y="1841"/>
                  </a:cubicBezTo>
                  <a:cubicBezTo>
                    <a:pt x="910" y="1811"/>
                    <a:pt x="925" y="1780"/>
                    <a:pt x="942" y="1750"/>
                  </a:cubicBezTo>
                  <a:cubicBezTo>
                    <a:pt x="1007" y="1635"/>
                    <a:pt x="1087" y="1545"/>
                    <a:pt x="1180" y="1483"/>
                  </a:cubicBezTo>
                  <a:cubicBezTo>
                    <a:pt x="1298" y="1403"/>
                    <a:pt x="1442" y="1358"/>
                    <a:pt x="1587" y="1355"/>
                  </a:cubicBezTo>
                  <a:cubicBezTo>
                    <a:pt x="1640" y="1119"/>
                    <a:pt x="1617" y="865"/>
                    <a:pt x="1497" y="633"/>
                  </a:cubicBezTo>
                  <a:cubicBezTo>
                    <a:pt x="1245" y="149"/>
                    <a:pt x="706" y="-111"/>
                    <a:pt x="178" y="46"/>
                  </a:cubicBezTo>
                  <a:cubicBezTo>
                    <a:pt x="141" y="82"/>
                    <a:pt x="113" y="125"/>
                    <a:pt x="91" y="178"/>
                  </a:cubicBezTo>
                  <a:cubicBezTo>
                    <a:pt x="63" y="247"/>
                    <a:pt x="34" y="323"/>
                    <a:pt x="21" y="401"/>
                  </a:cubicBezTo>
                  <a:cubicBezTo>
                    <a:pt x="-29" y="689"/>
                    <a:pt x="10" y="982"/>
                    <a:pt x="139" y="1294"/>
                  </a:cubicBezTo>
                  <a:cubicBezTo>
                    <a:pt x="276" y="1167"/>
                    <a:pt x="446" y="1078"/>
                    <a:pt x="653" y="1024"/>
                  </a:cubicBezTo>
                  <a:cubicBezTo>
                    <a:pt x="551" y="769"/>
                    <a:pt x="522" y="598"/>
                    <a:pt x="648" y="491"/>
                  </a:cubicBezTo>
                  <a:cubicBezTo>
                    <a:pt x="659" y="482"/>
                    <a:pt x="673" y="477"/>
                    <a:pt x="687" y="477"/>
                  </a:cubicBezTo>
                  <a:cubicBezTo>
                    <a:pt x="696" y="477"/>
                    <a:pt x="706" y="479"/>
                    <a:pt x="715" y="484"/>
                  </a:cubicBezTo>
                  <a:cubicBezTo>
                    <a:pt x="737" y="496"/>
                    <a:pt x="749" y="521"/>
                    <a:pt x="746" y="545"/>
                  </a:cubicBezTo>
                  <a:cubicBezTo>
                    <a:pt x="727" y="673"/>
                    <a:pt x="761" y="793"/>
                    <a:pt x="861" y="948"/>
                  </a:cubicBezTo>
                  <a:cubicBezTo>
                    <a:pt x="890" y="992"/>
                    <a:pt x="908" y="1000"/>
                    <a:pt x="929" y="1000"/>
                  </a:cubicBezTo>
                  <a:cubicBezTo>
                    <a:pt x="935" y="1000"/>
                    <a:pt x="941" y="1000"/>
                    <a:pt x="947" y="999"/>
                  </a:cubicBezTo>
                  <a:cubicBezTo>
                    <a:pt x="961" y="996"/>
                    <a:pt x="975" y="995"/>
                    <a:pt x="992" y="995"/>
                  </a:cubicBezTo>
                  <a:cubicBezTo>
                    <a:pt x="1014" y="995"/>
                    <a:pt x="1035" y="997"/>
                    <a:pt x="1056" y="999"/>
                  </a:cubicBezTo>
                  <a:lnTo>
                    <a:pt x="1060" y="1000"/>
                  </a:lnTo>
                  <a:lnTo>
                    <a:pt x="1084" y="1002"/>
                  </a:lnTo>
                  <a:cubicBezTo>
                    <a:pt x="1175" y="1012"/>
                    <a:pt x="1269" y="1021"/>
                    <a:pt x="1360" y="1058"/>
                  </a:cubicBezTo>
                  <a:cubicBezTo>
                    <a:pt x="1385" y="1068"/>
                    <a:pt x="1400" y="1093"/>
                    <a:pt x="1397" y="1119"/>
                  </a:cubicBezTo>
                  <a:cubicBezTo>
                    <a:pt x="1394" y="1146"/>
                    <a:pt x="1374" y="1167"/>
                    <a:pt x="1348" y="1172"/>
                  </a:cubicBezTo>
                  <a:cubicBezTo>
                    <a:pt x="1320" y="1177"/>
                    <a:pt x="1294" y="1177"/>
                    <a:pt x="1274" y="1177"/>
                  </a:cubicBezTo>
                  <a:lnTo>
                    <a:pt x="1258" y="1177"/>
                  </a:lnTo>
                  <a:lnTo>
                    <a:pt x="1223" y="1177"/>
                  </a:lnTo>
                  <a:cubicBezTo>
                    <a:pt x="1006" y="1177"/>
                    <a:pt x="818" y="1207"/>
                    <a:pt x="649" y="1269"/>
                  </a:cubicBezTo>
                  <a:cubicBezTo>
                    <a:pt x="304" y="1395"/>
                    <a:pt x="110" y="1619"/>
                    <a:pt x="58" y="195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4039920" y="842040"/>
              <a:ext cx="1482480" cy="1556640"/>
            </a:xfrm>
            <a:custGeom>
              <a:avLst/>
              <a:gdLst/>
              <a:ahLst/>
              <a:cxnLst/>
              <a:rect l="l" t="t" r="r" b="b"/>
              <a:pathLst>
                <a:path w="4118" h="4324" extrusionOk="0">
                  <a:moveTo>
                    <a:pt x="2001" y="1670"/>
                  </a:moveTo>
                  <a:cubicBezTo>
                    <a:pt x="2129" y="1527"/>
                    <a:pt x="2310" y="1448"/>
                    <a:pt x="2510" y="1448"/>
                  </a:cubicBezTo>
                  <a:cubicBezTo>
                    <a:pt x="2663" y="1448"/>
                    <a:pt x="2815" y="1494"/>
                    <a:pt x="2938" y="1577"/>
                  </a:cubicBezTo>
                  <a:cubicBezTo>
                    <a:pt x="3031" y="1639"/>
                    <a:pt x="3111" y="1729"/>
                    <a:pt x="3176" y="1844"/>
                  </a:cubicBezTo>
                  <a:cubicBezTo>
                    <a:pt x="3193" y="1874"/>
                    <a:pt x="3208" y="1905"/>
                    <a:pt x="3222" y="1935"/>
                  </a:cubicBezTo>
                  <a:cubicBezTo>
                    <a:pt x="3232" y="1956"/>
                    <a:pt x="3242" y="1977"/>
                    <a:pt x="3252" y="1998"/>
                  </a:cubicBezTo>
                  <a:cubicBezTo>
                    <a:pt x="3260" y="2013"/>
                    <a:pt x="3268" y="2028"/>
                    <a:pt x="3276" y="2043"/>
                  </a:cubicBezTo>
                  <a:cubicBezTo>
                    <a:pt x="3351" y="2190"/>
                    <a:pt x="3415" y="2316"/>
                    <a:pt x="3575" y="2360"/>
                  </a:cubicBezTo>
                  <a:cubicBezTo>
                    <a:pt x="3602" y="2367"/>
                    <a:pt x="3620" y="2392"/>
                    <a:pt x="3619" y="2420"/>
                  </a:cubicBezTo>
                  <a:cubicBezTo>
                    <a:pt x="3618" y="2448"/>
                    <a:pt x="3598" y="2471"/>
                    <a:pt x="3571" y="2476"/>
                  </a:cubicBezTo>
                  <a:cubicBezTo>
                    <a:pt x="3553" y="2480"/>
                    <a:pt x="3534" y="2482"/>
                    <a:pt x="3516" y="2482"/>
                  </a:cubicBezTo>
                  <a:cubicBezTo>
                    <a:pt x="3465" y="2482"/>
                    <a:pt x="3415" y="2468"/>
                    <a:pt x="3358" y="2440"/>
                  </a:cubicBezTo>
                  <a:cubicBezTo>
                    <a:pt x="3270" y="2395"/>
                    <a:pt x="3198" y="2323"/>
                    <a:pt x="3133" y="2213"/>
                  </a:cubicBezTo>
                  <a:lnTo>
                    <a:pt x="3111" y="2177"/>
                  </a:lnTo>
                  <a:cubicBezTo>
                    <a:pt x="3065" y="2100"/>
                    <a:pt x="3017" y="2021"/>
                    <a:pt x="2972" y="1942"/>
                  </a:cubicBezTo>
                  <a:cubicBezTo>
                    <a:pt x="2877" y="1779"/>
                    <a:pt x="2743" y="1703"/>
                    <a:pt x="2550" y="1703"/>
                  </a:cubicBezTo>
                  <a:cubicBezTo>
                    <a:pt x="2518" y="1703"/>
                    <a:pt x="2483" y="1706"/>
                    <a:pt x="2447" y="1710"/>
                  </a:cubicBezTo>
                  <a:cubicBezTo>
                    <a:pt x="2254" y="1734"/>
                    <a:pt x="2109" y="1840"/>
                    <a:pt x="2004" y="2034"/>
                  </a:cubicBezTo>
                  <a:cubicBezTo>
                    <a:pt x="1994" y="2053"/>
                    <a:pt x="1973" y="2065"/>
                    <a:pt x="1951" y="2065"/>
                  </a:cubicBezTo>
                  <a:cubicBezTo>
                    <a:pt x="1927" y="2065"/>
                    <a:pt x="1905" y="2051"/>
                    <a:pt x="1896" y="2029"/>
                  </a:cubicBezTo>
                  <a:cubicBezTo>
                    <a:pt x="1878" y="1990"/>
                    <a:pt x="1897" y="1785"/>
                    <a:pt x="2001" y="1670"/>
                  </a:cubicBezTo>
                  <a:moveTo>
                    <a:pt x="0" y="2654"/>
                  </a:moveTo>
                  <a:cubicBezTo>
                    <a:pt x="375" y="2354"/>
                    <a:pt x="873" y="2236"/>
                    <a:pt x="1358" y="2363"/>
                  </a:cubicBezTo>
                  <a:cubicBezTo>
                    <a:pt x="1378" y="2368"/>
                    <a:pt x="1398" y="2374"/>
                    <a:pt x="1417" y="2380"/>
                  </a:cubicBezTo>
                  <a:cubicBezTo>
                    <a:pt x="1474" y="2359"/>
                    <a:pt x="1536" y="2349"/>
                    <a:pt x="1602" y="2349"/>
                  </a:cubicBezTo>
                  <a:cubicBezTo>
                    <a:pt x="1731" y="2349"/>
                    <a:pt x="1846" y="2389"/>
                    <a:pt x="1879" y="2408"/>
                  </a:cubicBezTo>
                  <a:cubicBezTo>
                    <a:pt x="1998" y="2474"/>
                    <a:pt x="2096" y="2563"/>
                    <a:pt x="2169" y="2674"/>
                  </a:cubicBezTo>
                  <a:cubicBezTo>
                    <a:pt x="2186" y="2698"/>
                    <a:pt x="2181" y="2732"/>
                    <a:pt x="2159" y="2751"/>
                  </a:cubicBezTo>
                  <a:cubicBezTo>
                    <a:pt x="2148" y="2761"/>
                    <a:pt x="2134" y="2766"/>
                    <a:pt x="2119" y="2766"/>
                  </a:cubicBezTo>
                  <a:cubicBezTo>
                    <a:pt x="2106" y="2766"/>
                    <a:pt x="2092" y="2762"/>
                    <a:pt x="2081" y="2752"/>
                  </a:cubicBezTo>
                  <a:cubicBezTo>
                    <a:pt x="2024" y="2704"/>
                    <a:pt x="1957" y="2649"/>
                    <a:pt x="1884" y="2606"/>
                  </a:cubicBezTo>
                  <a:cubicBezTo>
                    <a:pt x="2273" y="2881"/>
                    <a:pt x="2518" y="3320"/>
                    <a:pt x="2542" y="3825"/>
                  </a:cubicBezTo>
                  <a:cubicBezTo>
                    <a:pt x="2548" y="3960"/>
                    <a:pt x="2528" y="4094"/>
                    <a:pt x="2498" y="4225"/>
                  </a:cubicBezTo>
                  <a:cubicBezTo>
                    <a:pt x="2480" y="4303"/>
                    <a:pt x="2508" y="4324"/>
                    <a:pt x="2580" y="4324"/>
                  </a:cubicBezTo>
                  <a:cubicBezTo>
                    <a:pt x="2764" y="4323"/>
                    <a:pt x="2947" y="4323"/>
                    <a:pt x="3131" y="4322"/>
                  </a:cubicBezTo>
                  <a:cubicBezTo>
                    <a:pt x="3134" y="4060"/>
                    <a:pt x="3074" y="3830"/>
                    <a:pt x="2957" y="3675"/>
                  </a:cubicBezTo>
                  <a:cubicBezTo>
                    <a:pt x="2943" y="3657"/>
                    <a:pt x="2941" y="3632"/>
                    <a:pt x="2952" y="3611"/>
                  </a:cubicBezTo>
                  <a:cubicBezTo>
                    <a:pt x="2963" y="3592"/>
                    <a:pt x="2983" y="3580"/>
                    <a:pt x="3005" y="3580"/>
                  </a:cubicBezTo>
                  <a:lnTo>
                    <a:pt x="3009" y="3580"/>
                  </a:lnTo>
                  <a:cubicBezTo>
                    <a:pt x="3054" y="3583"/>
                    <a:pt x="3080" y="3609"/>
                    <a:pt x="3094" y="3623"/>
                  </a:cubicBezTo>
                  <a:cubicBezTo>
                    <a:pt x="3096" y="3625"/>
                    <a:pt x="3098" y="3627"/>
                    <a:pt x="3100" y="3628"/>
                  </a:cubicBezTo>
                  <a:cubicBezTo>
                    <a:pt x="3280" y="3795"/>
                    <a:pt x="3329" y="4016"/>
                    <a:pt x="3352" y="4190"/>
                  </a:cubicBezTo>
                  <a:cubicBezTo>
                    <a:pt x="3357" y="4231"/>
                    <a:pt x="3360" y="4274"/>
                    <a:pt x="3362" y="4322"/>
                  </a:cubicBezTo>
                  <a:cubicBezTo>
                    <a:pt x="3571" y="4322"/>
                    <a:pt x="3780" y="4322"/>
                    <a:pt x="3989" y="4324"/>
                  </a:cubicBezTo>
                  <a:cubicBezTo>
                    <a:pt x="4084" y="4324"/>
                    <a:pt x="4093" y="4275"/>
                    <a:pt x="4093" y="4199"/>
                  </a:cubicBezTo>
                  <a:cubicBezTo>
                    <a:pt x="4093" y="3945"/>
                    <a:pt x="4092" y="3691"/>
                    <a:pt x="4092" y="3437"/>
                  </a:cubicBezTo>
                  <a:cubicBezTo>
                    <a:pt x="4089" y="3427"/>
                    <a:pt x="4085" y="3418"/>
                    <a:pt x="4082" y="3409"/>
                  </a:cubicBezTo>
                  <a:cubicBezTo>
                    <a:pt x="4005" y="3206"/>
                    <a:pt x="3859" y="3096"/>
                    <a:pt x="3648" y="3082"/>
                  </a:cubicBezTo>
                  <a:cubicBezTo>
                    <a:pt x="3625" y="3080"/>
                    <a:pt x="3605" y="3065"/>
                    <a:pt x="3596" y="3044"/>
                  </a:cubicBezTo>
                  <a:cubicBezTo>
                    <a:pt x="3588" y="3022"/>
                    <a:pt x="3592" y="2998"/>
                    <a:pt x="3608" y="2981"/>
                  </a:cubicBezTo>
                  <a:cubicBezTo>
                    <a:pt x="3649" y="2937"/>
                    <a:pt x="3707" y="2914"/>
                    <a:pt x="3775" y="2914"/>
                  </a:cubicBezTo>
                  <a:cubicBezTo>
                    <a:pt x="3844" y="2914"/>
                    <a:pt x="3924" y="2937"/>
                    <a:pt x="4013" y="2982"/>
                  </a:cubicBezTo>
                  <a:cubicBezTo>
                    <a:pt x="4020" y="2949"/>
                    <a:pt x="4026" y="2914"/>
                    <a:pt x="4032" y="2879"/>
                  </a:cubicBezTo>
                  <a:cubicBezTo>
                    <a:pt x="4034" y="2865"/>
                    <a:pt x="4036" y="2852"/>
                    <a:pt x="4038" y="2839"/>
                  </a:cubicBezTo>
                  <a:cubicBezTo>
                    <a:pt x="4091" y="2535"/>
                    <a:pt x="4098" y="2282"/>
                    <a:pt x="4060" y="2045"/>
                  </a:cubicBezTo>
                  <a:cubicBezTo>
                    <a:pt x="4008" y="1713"/>
                    <a:pt x="3814" y="1489"/>
                    <a:pt x="3469" y="1363"/>
                  </a:cubicBezTo>
                  <a:cubicBezTo>
                    <a:pt x="3300" y="1301"/>
                    <a:pt x="3112" y="1271"/>
                    <a:pt x="2895" y="1271"/>
                  </a:cubicBezTo>
                  <a:lnTo>
                    <a:pt x="2860" y="1271"/>
                  </a:lnTo>
                  <a:lnTo>
                    <a:pt x="2844" y="1271"/>
                  </a:lnTo>
                  <a:cubicBezTo>
                    <a:pt x="2825" y="1271"/>
                    <a:pt x="2799" y="1271"/>
                    <a:pt x="2771" y="1266"/>
                  </a:cubicBezTo>
                  <a:cubicBezTo>
                    <a:pt x="2744" y="1261"/>
                    <a:pt x="2724" y="1240"/>
                    <a:pt x="2721" y="1213"/>
                  </a:cubicBezTo>
                  <a:cubicBezTo>
                    <a:pt x="2718" y="1187"/>
                    <a:pt x="2734" y="1162"/>
                    <a:pt x="2758" y="1152"/>
                  </a:cubicBezTo>
                  <a:cubicBezTo>
                    <a:pt x="2849" y="1115"/>
                    <a:pt x="2943" y="1106"/>
                    <a:pt x="3034" y="1096"/>
                  </a:cubicBezTo>
                  <a:lnTo>
                    <a:pt x="3058" y="1094"/>
                  </a:lnTo>
                  <a:lnTo>
                    <a:pt x="3063" y="1093"/>
                  </a:lnTo>
                  <a:cubicBezTo>
                    <a:pt x="3083" y="1091"/>
                    <a:pt x="3104" y="1089"/>
                    <a:pt x="3126" y="1089"/>
                  </a:cubicBezTo>
                  <a:cubicBezTo>
                    <a:pt x="3142" y="1089"/>
                    <a:pt x="3157" y="1090"/>
                    <a:pt x="3171" y="1093"/>
                  </a:cubicBezTo>
                  <a:cubicBezTo>
                    <a:pt x="3177" y="1094"/>
                    <a:pt x="3183" y="1094"/>
                    <a:pt x="3188" y="1094"/>
                  </a:cubicBezTo>
                  <a:cubicBezTo>
                    <a:pt x="3210" y="1094"/>
                    <a:pt x="3228" y="1086"/>
                    <a:pt x="3257" y="1042"/>
                  </a:cubicBezTo>
                  <a:cubicBezTo>
                    <a:pt x="3356" y="887"/>
                    <a:pt x="3391" y="767"/>
                    <a:pt x="3372" y="639"/>
                  </a:cubicBezTo>
                  <a:cubicBezTo>
                    <a:pt x="3369" y="615"/>
                    <a:pt x="3381" y="590"/>
                    <a:pt x="3403" y="578"/>
                  </a:cubicBezTo>
                  <a:cubicBezTo>
                    <a:pt x="3412" y="573"/>
                    <a:pt x="3421" y="571"/>
                    <a:pt x="3432" y="571"/>
                  </a:cubicBezTo>
                  <a:cubicBezTo>
                    <a:pt x="3446" y="571"/>
                    <a:pt x="3459" y="576"/>
                    <a:pt x="3470" y="585"/>
                  </a:cubicBezTo>
                  <a:cubicBezTo>
                    <a:pt x="3596" y="692"/>
                    <a:pt x="3567" y="863"/>
                    <a:pt x="3465" y="1118"/>
                  </a:cubicBezTo>
                  <a:cubicBezTo>
                    <a:pt x="3673" y="1172"/>
                    <a:pt x="3842" y="1261"/>
                    <a:pt x="3979" y="1388"/>
                  </a:cubicBezTo>
                  <a:cubicBezTo>
                    <a:pt x="4108" y="1076"/>
                    <a:pt x="4147" y="783"/>
                    <a:pt x="4097" y="495"/>
                  </a:cubicBezTo>
                  <a:cubicBezTo>
                    <a:pt x="4084" y="417"/>
                    <a:pt x="4055" y="341"/>
                    <a:pt x="4026" y="271"/>
                  </a:cubicBezTo>
                  <a:cubicBezTo>
                    <a:pt x="3965" y="121"/>
                    <a:pt x="3846" y="44"/>
                    <a:pt x="3628" y="11"/>
                  </a:cubicBezTo>
                  <a:cubicBezTo>
                    <a:pt x="3581" y="4"/>
                    <a:pt x="3534" y="0"/>
                    <a:pt x="3489" y="0"/>
                  </a:cubicBezTo>
                  <a:cubicBezTo>
                    <a:pt x="3255" y="0"/>
                    <a:pt x="3034" y="92"/>
                    <a:pt x="2813" y="280"/>
                  </a:cubicBezTo>
                  <a:cubicBezTo>
                    <a:pt x="2718" y="361"/>
                    <a:pt x="2631" y="459"/>
                    <a:pt x="2540" y="591"/>
                  </a:cubicBezTo>
                  <a:cubicBezTo>
                    <a:pt x="2516" y="626"/>
                    <a:pt x="2501" y="669"/>
                    <a:pt x="2485" y="714"/>
                  </a:cubicBezTo>
                  <a:cubicBezTo>
                    <a:pt x="2474" y="746"/>
                    <a:pt x="2463" y="778"/>
                    <a:pt x="2448" y="809"/>
                  </a:cubicBezTo>
                  <a:lnTo>
                    <a:pt x="2447" y="813"/>
                  </a:lnTo>
                  <a:cubicBezTo>
                    <a:pt x="2442" y="829"/>
                    <a:pt x="2430" y="865"/>
                    <a:pt x="2385" y="881"/>
                  </a:cubicBezTo>
                  <a:cubicBezTo>
                    <a:pt x="2378" y="883"/>
                    <a:pt x="2372" y="884"/>
                    <a:pt x="2365" y="884"/>
                  </a:cubicBezTo>
                  <a:cubicBezTo>
                    <a:pt x="2356" y="884"/>
                    <a:pt x="2346" y="882"/>
                    <a:pt x="2338" y="878"/>
                  </a:cubicBezTo>
                  <a:cubicBezTo>
                    <a:pt x="2323" y="870"/>
                    <a:pt x="2313" y="857"/>
                    <a:pt x="2308" y="842"/>
                  </a:cubicBezTo>
                  <a:cubicBezTo>
                    <a:pt x="2283" y="759"/>
                    <a:pt x="2280" y="672"/>
                    <a:pt x="2298" y="583"/>
                  </a:cubicBezTo>
                  <a:lnTo>
                    <a:pt x="2296" y="583"/>
                  </a:lnTo>
                  <a:cubicBezTo>
                    <a:pt x="2163" y="583"/>
                    <a:pt x="1986" y="646"/>
                    <a:pt x="1919" y="763"/>
                  </a:cubicBezTo>
                  <a:cubicBezTo>
                    <a:pt x="1916" y="769"/>
                    <a:pt x="1914" y="773"/>
                    <a:pt x="1913" y="775"/>
                  </a:cubicBezTo>
                  <a:cubicBezTo>
                    <a:pt x="1914" y="777"/>
                    <a:pt x="1917" y="779"/>
                    <a:pt x="1920" y="782"/>
                  </a:cubicBezTo>
                  <a:cubicBezTo>
                    <a:pt x="2055" y="910"/>
                    <a:pt x="2117" y="1060"/>
                    <a:pt x="2106" y="1229"/>
                  </a:cubicBezTo>
                  <a:cubicBezTo>
                    <a:pt x="2105" y="1237"/>
                    <a:pt x="2105" y="1249"/>
                    <a:pt x="2102" y="1260"/>
                  </a:cubicBezTo>
                  <a:cubicBezTo>
                    <a:pt x="2098" y="1281"/>
                    <a:pt x="2086" y="1293"/>
                    <a:pt x="2082" y="1296"/>
                  </a:cubicBezTo>
                  <a:cubicBezTo>
                    <a:pt x="2071" y="1310"/>
                    <a:pt x="2054" y="1317"/>
                    <a:pt x="2037" y="1317"/>
                  </a:cubicBezTo>
                  <a:cubicBezTo>
                    <a:pt x="2033" y="1317"/>
                    <a:pt x="2030" y="1317"/>
                    <a:pt x="2026" y="1316"/>
                  </a:cubicBezTo>
                  <a:cubicBezTo>
                    <a:pt x="2005" y="1313"/>
                    <a:pt x="1968" y="1298"/>
                    <a:pt x="1960" y="1242"/>
                  </a:cubicBezTo>
                  <a:cubicBezTo>
                    <a:pt x="1878" y="1017"/>
                    <a:pt x="1713" y="879"/>
                    <a:pt x="1483" y="844"/>
                  </a:cubicBezTo>
                  <a:cubicBezTo>
                    <a:pt x="1458" y="840"/>
                    <a:pt x="1434" y="838"/>
                    <a:pt x="1411" y="838"/>
                  </a:cubicBezTo>
                  <a:cubicBezTo>
                    <a:pt x="1263" y="838"/>
                    <a:pt x="1129" y="912"/>
                    <a:pt x="1024" y="1053"/>
                  </a:cubicBezTo>
                  <a:cubicBezTo>
                    <a:pt x="947" y="1155"/>
                    <a:pt x="897" y="1281"/>
                    <a:pt x="872" y="1439"/>
                  </a:cubicBezTo>
                  <a:cubicBezTo>
                    <a:pt x="859" y="1519"/>
                    <a:pt x="817" y="1559"/>
                    <a:pt x="736" y="1568"/>
                  </a:cubicBezTo>
                  <a:cubicBezTo>
                    <a:pt x="662" y="1576"/>
                    <a:pt x="590" y="1603"/>
                    <a:pt x="521" y="1649"/>
                  </a:cubicBezTo>
                  <a:cubicBezTo>
                    <a:pt x="403" y="1729"/>
                    <a:pt x="337" y="1876"/>
                    <a:pt x="353" y="2018"/>
                  </a:cubicBezTo>
                  <a:cubicBezTo>
                    <a:pt x="539" y="2023"/>
                    <a:pt x="655" y="2052"/>
                    <a:pt x="752" y="2168"/>
                  </a:cubicBezTo>
                  <a:cubicBezTo>
                    <a:pt x="768" y="2188"/>
                    <a:pt x="770" y="2216"/>
                    <a:pt x="756" y="2238"/>
                  </a:cubicBezTo>
                  <a:cubicBezTo>
                    <a:pt x="745" y="2256"/>
                    <a:pt x="726" y="2266"/>
                    <a:pt x="706" y="2266"/>
                  </a:cubicBezTo>
                  <a:cubicBezTo>
                    <a:pt x="701" y="2266"/>
                    <a:pt x="696" y="2265"/>
                    <a:pt x="691" y="2264"/>
                  </a:cubicBezTo>
                  <a:cubicBezTo>
                    <a:pt x="595" y="2240"/>
                    <a:pt x="515" y="2229"/>
                    <a:pt x="441" y="2229"/>
                  </a:cubicBezTo>
                  <a:lnTo>
                    <a:pt x="427" y="2229"/>
                  </a:lnTo>
                  <a:cubicBezTo>
                    <a:pt x="370" y="2230"/>
                    <a:pt x="319" y="2248"/>
                    <a:pt x="270" y="2283"/>
                  </a:cubicBezTo>
                  <a:cubicBezTo>
                    <a:pt x="129" y="2386"/>
                    <a:pt x="39" y="2508"/>
                    <a:pt x="0" y="2654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4"/>
          <p:cNvGrpSpPr/>
          <p:nvPr/>
        </p:nvGrpSpPr>
        <p:grpSpPr>
          <a:xfrm rot="9900027">
            <a:off x="9416025" y="4139688"/>
            <a:ext cx="2501849" cy="1521399"/>
            <a:chOff x="4949280" y="2561760"/>
            <a:chExt cx="3684600" cy="2240640"/>
          </a:xfrm>
        </p:grpSpPr>
        <p:sp>
          <p:nvSpPr>
            <p:cNvPr id="68" name="Google Shape;68;p4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781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 rot="-3351954" flipH="1">
            <a:off x="3761153" y="6509012"/>
            <a:ext cx="1904735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" name="Google Shape;78;p5"/>
          <p:cNvGrpSpPr/>
          <p:nvPr/>
        </p:nvGrpSpPr>
        <p:grpSpPr>
          <a:xfrm rot="8100627" flipH="1">
            <a:off x="566486" y="-179097"/>
            <a:ext cx="1904725" cy="1158281"/>
            <a:chOff x="4949280" y="2561760"/>
            <a:chExt cx="3684600" cy="2240640"/>
          </a:xfrm>
        </p:grpSpPr>
        <p:sp>
          <p:nvSpPr>
            <p:cNvPr id="79" name="Google Shape;79;p5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5"/>
          <p:cNvSpPr/>
          <p:nvPr/>
        </p:nvSpPr>
        <p:spPr>
          <a:xfrm rot="10799969" flipH="1">
            <a:off x="11749032" y="2006813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1"/>
          </p:nvPr>
        </p:nvSpPr>
        <p:spPr>
          <a:xfrm>
            <a:off x="8323611" y="5005479"/>
            <a:ext cx="291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2"/>
          </p:nvPr>
        </p:nvSpPr>
        <p:spPr>
          <a:xfrm>
            <a:off x="1059300" y="5005479"/>
            <a:ext cx="291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3"/>
          </p:nvPr>
        </p:nvSpPr>
        <p:spPr>
          <a:xfrm>
            <a:off x="8323600" y="4668223"/>
            <a:ext cx="2917200" cy="5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subTitle" idx="4"/>
          </p:nvPr>
        </p:nvSpPr>
        <p:spPr>
          <a:xfrm>
            <a:off x="1059300" y="4668223"/>
            <a:ext cx="2917200" cy="5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" name="Google Shape;92;p5"/>
          <p:cNvSpPr txBox="1">
            <a:spLocks noGrp="1"/>
          </p:cNvSpPr>
          <p:nvPr>
            <p:ph type="subTitle" idx="5"/>
          </p:nvPr>
        </p:nvSpPr>
        <p:spPr>
          <a:xfrm>
            <a:off x="4691451" y="5005479"/>
            <a:ext cx="291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5"/>
          <p:cNvSpPr txBox="1">
            <a:spLocks noGrp="1"/>
          </p:cNvSpPr>
          <p:nvPr>
            <p:ph type="subTitle" idx="6"/>
          </p:nvPr>
        </p:nvSpPr>
        <p:spPr>
          <a:xfrm>
            <a:off x="4691451" y="4668223"/>
            <a:ext cx="2917200" cy="5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" name="Google Shape;94;p5"/>
          <p:cNvSpPr txBox="1">
            <a:spLocks noGrp="1"/>
          </p:cNvSpPr>
          <p:nvPr>
            <p:ph type="title"/>
          </p:nvPr>
        </p:nvSpPr>
        <p:spPr>
          <a:xfrm>
            <a:off x="2021200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4746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 rot="1551963">
            <a:off x="11133338" y="5894314"/>
            <a:ext cx="1904743" cy="1158292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6"/>
          <p:cNvGrpSpPr/>
          <p:nvPr/>
        </p:nvGrpSpPr>
        <p:grpSpPr>
          <a:xfrm rot="-900057">
            <a:off x="10587517" y="98307"/>
            <a:ext cx="1903737" cy="1157681"/>
            <a:chOff x="4949280" y="2561760"/>
            <a:chExt cx="3684600" cy="2240640"/>
          </a:xfrm>
        </p:grpSpPr>
        <p:sp>
          <p:nvSpPr>
            <p:cNvPr id="98" name="Google Shape;98;p6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6"/>
          <p:cNvSpPr/>
          <p:nvPr/>
        </p:nvSpPr>
        <p:spPr>
          <a:xfrm rot="-10799969">
            <a:off x="-203201" y="2380495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502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7"/>
          <p:cNvGrpSpPr/>
          <p:nvPr/>
        </p:nvGrpSpPr>
        <p:grpSpPr>
          <a:xfrm rot="-713">
            <a:off x="9628987" y="3158635"/>
            <a:ext cx="2373552" cy="1442597"/>
            <a:chOff x="2544840" y="154440"/>
            <a:chExt cx="3692520" cy="2244240"/>
          </a:xfrm>
        </p:grpSpPr>
        <p:sp>
          <p:nvSpPr>
            <p:cNvPr id="110" name="Google Shape;110;p7"/>
            <p:cNvSpPr/>
            <p:nvPr/>
          </p:nvSpPr>
          <p:spPr>
            <a:xfrm>
              <a:off x="2544840" y="154440"/>
              <a:ext cx="3692520" cy="2244240"/>
            </a:xfrm>
            <a:custGeom>
              <a:avLst/>
              <a:gdLst/>
              <a:ahLst/>
              <a:cxnLst/>
              <a:rect l="l" t="t" r="r" b="b"/>
              <a:pathLst>
                <a:path w="10257" h="6234" extrusionOk="0">
                  <a:moveTo>
                    <a:pt x="309" y="3816"/>
                  </a:moveTo>
                  <a:cubicBezTo>
                    <a:pt x="685" y="4204"/>
                    <a:pt x="1175" y="4286"/>
                    <a:pt x="1651" y="4038"/>
                  </a:cubicBezTo>
                  <a:cubicBezTo>
                    <a:pt x="1739" y="3992"/>
                    <a:pt x="1824" y="3938"/>
                    <a:pt x="1911" y="3888"/>
                  </a:cubicBezTo>
                  <a:cubicBezTo>
                    <a:pt x="1995" y="3841"/>
                    <a:pt x="2012" y="3850"/>
                    <a:pt x="2013" y="3946"/>
                  </a:cubicBezTo>
                  <a:cubicBezTo>
                    <a:pt x="2015" y="4129"/>
                    <a:pt x="2013" y="4312"/>
                    <a:pt x="2013" y="4495"/>
                  </a:cubicBezTo>
                  <a:cubicBezTo>
                    <a:pt x="2013" y="4678"/>
                    <a:pt x="2013" y="4861"/>
                    <a:pt x="2013" y="5045"/>
                  </a:cubicBezTo>
                  <a:lnTo>
                    <a:pt x="2014" y="5045"/>
                  </a:lnTo>
                  <a:cubicBezTo>
                    <a:pt x="2014" y="5393"/>
                    <a:pt x="2013" y="5742"/>
                    <a:pt x="2014" y="6091"/>
                  </a:cubicBezTo>
                  <a:cubicBezTo>
                    <a:pt x="2014" y="6230"/>
                    <a:pt x="2016" y="6233"/>
                    <a:pt x="2150" y="6233"/>
                  </a:cubicBezTo>
                  <a:cubicBezTo>
                    <a:pt x="2595" y="6233"/>
                    <a:pt x="3041" y="6233"/>
                    <a:pt x="3486" y="6233"/>
                  </a:cubicBezTo>
                  <a:cubicBezTo>
                    <a:pt x="3623" y="6232"/>
                    <a:pt x="3625" y="6231"/>
                    <a:pt x="3597" y="6100"/>
                  </a:cubicBezTo>
                  <a:cubicBezTo>
                    <a:pt x="3507" y="5672"/>
                    <a:pt x="3588" y="5270"/>
                    <a:pt x="3831" y="4914"/>
                  </a:cubicBezTo>
                  <a:cubicBezTo>
                    <a:pt x="3837" y="4904"/>
                    <a:pt x="3843" y="4895"/>
                    <a:pt x="3850" y="4886"/>
                  </a:cubicBezTo>
                  <a:cubicBezTo>
                    <a:pt x="3937" y="4763"/>
                    <a:pt x="4040" y="4655"/>
                    <a:pt x="4153" y="4564"/>
                  </a:cubicBezTo>
                  <a:cubicBezTo>
                    <a:pt x="4528" y="4264"/>
                    <a:pt x="5026" y="4146"/>
                    <a:pt x="5511" y="4273"/>
                  </a:cubicBezTo>
                  <a:cubicBezTo>
                    <a:pt x="5531" y="4278"/>
                    <a:pt x="5551" y="4284"/>
                    <a:pt x="5570" y="4290"/>
                  </a:cubicBezTo>
                  <a:cubicBezTo>
                    <a:pt x="5742" y="4341"/>
                    <a:pt x="5899" y="4418"/>
                    <a:pt x="6037" y="4516"/>
                  </a:cubicBezTo>
                  <a:cubicBezTo>
                    <a:pt x="6426" y="4791"/>
                    <a:pt x="6671" y="5230"/>
                    <a:pt x="6695" y="5735"/>
                  </a:cubicBezTo>
                  <a:cubicBezTo>
                    <a:pt x="6701" y="5870"/>
                    <a:pt x="6681" y="6004"/>
                    <a:pt x="6651" y="6135"/>
                  </a:cubicBezTo>
                  <a:cubicBezTo>
                    <a:pt x="6633" y="6213"/>
                    <a:pt x="6661" y="6234"/>
                    <a:pt x="6733" y="6234"/>
                  </a:cubicBezTo>
                  <a:cubicBezTo>
                    <a:pt x="6917" y="6233"/>
                    <a:pt x="7100" y="6233"/>
                    <a:pt x="7284" y="6232"/>
                  </a:cubicBezTo>
                  <a:cubicBezTo>
                    <a:pt x="7361" y="6232"/>
                    <a:pt x="7438" y="6232"/>
                    <a:pt x="7515" y="6232"/>
                  </a:cubicBezTo>
                  <a:cubicBezTo>
                    <a:pt x="7724" y="6232"/>
                    <a:pt x="7933" y="6232"/>
                    <a:pt x="8142" y="6234"/>
                  </a:cubicBezTo>
                  <a:cubicBezTo>
                    <a:pt x="8237" y="6234"/>
                    <a:pt x="8246" y="6185"/>
                    <a:pt x="8246" y="6109"/>
                  </a:cubicBezTo>
                  <a:cubicBezTo>
                    <a:pt x="8246" y="5855"/>
                    <a:pt x="8245" y="5601"/>
                    <a:pt x="8245" y="5347"/>
                  </a:cubicBezTo>
                  <a:cubicBezTo>
                    <a:pt x="8245" y="4920"/>
                    <a:pt x="8245" y="4495"/>
                    <a:pt x="8246" y="4068"/>
                  </a:cubicBezTo>
                  <a:cubicBezTo>
                    <a:pt x="8246" y="4022"/>
                    <a:pt x="8223" y="3959"/>
                    <a:pt x="8268" y="3933"/>
                  </a:cubicBezTo>
                  <a:cubicBezTo>
                    <a:pt x="8320" y="3901"/>
                    <a:pt x="8361" y="3960"/>
                    <a:pt x="8402" y="3986"/>
                  </a:cubicBezTo>
                  <a:cubicBezTo>
                    <a:pt x="8493" y="4044"/>
                    <a:pt x="8585" y="4096"/>
                    <a:pt x="8681" y="4137"/>
                  </a:cubicBezTo>
                  <a:cubicBezTo>
                    <a:pt x="8841" y="4206"/>
                    <a:pt x="9010" y="4247"/>
                    <a:pt x="9197" y="4241"/>
                  </a:cubicBezTo>
                  <a:cubicBezTo>
                    <a:pt x="9220" y="4241"/>
                    <a:pt x="9244" y="4240"/>
                    <a:pt x="9266" y="4237"/>
                  </a:cubicBezTo>
                  <a:lnTo>
                    <a:pt x="9267" y="4237"/>
                  </a:lnTo>
                  <a:cubicBezTo>
                    <a:pt x="9392" y="4225"/>
                    <a:pt x="9510" y="4191"/>
                    <a:pt x="9618" y="4139"/>
                  </a:cubicBezTo>
                  <a:cubicBezTo>
                    <a:pt x="9846" y="4030"/>
                    <a:pt x="10028" y="3841"/>
                    <a:pt x="10138" y="3617"/>
                  </a:cubicBezTo>
                  <a:cubicBezTo>
                    <a:pt x="10179" y="3535"/>
                    <a:pt x="10210" y="3448"/>
                    <a:pt x="10230" y="3359"/>
                  </a:cubicBezTo>
                  <a:cubicBezTo>
                    <a:pt x="10283" y="3123"/>
                    <a:pt x="10260" y="2869"/>
                    <a:pt x="10140" y="2637"/>
                  </a:cubicBezTo>
                  <a:cubicBezTo>
                    <a:pt x="9888" y="2153"/>
                    <a:pt x="9349" y="1893"/>
                    <a:pt x="8821" y="2050"/>
                  </a:cubicBezTo>
                  <a:cubicBezTo>
                    <a:pt x="8800" y="2056"/>
                    <a:pt x="8778" y="2063"/>
                    <a:pt x="8757" y="2071"/>
                  </a:cubicBezTo>
                  <a:cubicBezTo>
                    <a:pt x="8623" y="2120"/>
                    <a:pt x="8507" y="2202"/>
                    <a:pt x="8382" y="2268"/>
                  </a:cubicBezTo>
                  <a:cubicBezTo>
                    <a:pt x="8345" y="2288"/>
                    <a:pt x="8309" y="2340"/>
                    <a:pt x="8264" y="2313"/>
                  </a:cubicBezTo>
                  <a:cubicBezTo>
                    <a:pt x="8226" y="2290"/>
                    <a:pt x="8246" y="2236"/>
                    <a:pt x="8246" y="2197"/>
                  </a:cubicBezTo>
                  <a:cubicBezTo>
                    <a:pt x="8246" y="2058"/>
                    <a:pt x="8246" y="1919"/>
                    <a:pt x="8246" y="1780"/>
                  </a:cubicBezTo>
                  <a:cubicBezTo>
                    <a:pt x="8245" y="1239"/>
                    <a:pt x="8245" y="697"/>
                    <a:pt x="8245" y="155"/>
                  </a:cubicBezTo>
                  <a:cubicBezTo>
                    <a:pt x="8245" y="1"/>
                    <a:pt x="8244" y="1"/>
                    <a:pt x="8090" y="1"/>
                  </a:cubicBezTo>
                  <a:cubicBezTo>
                    <a:pt x="7624" y="1"/>
                    <a:pt x="7158" y="5"/>
                    <a:pt x="6692" y="2"/>
                  </a:cubicBezTo>
                  <a:cubicBezTo>
                    <a:pt x="6598" y="1"/>
                    <a:pt x="6573" y="25"/>
                    <a:pt x="6591" y="122"/>
                  </a:cubicBezTo>
                  <a:cubicBezTo>
                    <a:pt x="6715" y="792"/>
                    <a:pt x="6498" y="1336"/>
                    <a:pt x="5951" y="1737"/>
                  </a:cubicBezTo>
                  <a:cubicBezTo>
                    <a:pt x="5027" y="2415"/>
                    <a:pt x="3663" y="1819"/>
                    <a:pt x="3516" y="681"/>
                  </a:cubicBezTo>
                  <a:cubicBezTo>
                    <a:pt x="3492" y="493"/>
                    <a:pt x="3499" y="310"/>
                    <a:pt x="3535" y="126"/>
                  </a:cubicBezTo>
                  <a:cubicBezTo>
                    <a:pt x="3558" y="9"/>
                    <a:pt x="3552" y="1"/>
                    <a:pt x="3431" y="1"/>
                  </a:cubicBezTo>
                  <a:cubicBezTo>
                    <a:pt x="3103" y="1"/>
                    <a:pt x="2775" y="-1"/>
                    <a:pt x="2447" y="1"/>
                  </a:cubicBezTo>
                  <a:cubicBezTo>
                    <a:pt x="2162" y="4"/>
                    <a:pt x="2014" y="155"/>
                    <a:pt x="2013" y="439"/>
                  </a:cubicBezTo>
                  <a:cubicBezTo>
                    <a:pt x="2013" y="1009"/>
                    <a:pt x="2014" y="1579"/>
                    <a:pt x="2014" y="2149"/>
                  </a:cubicBezTo>
                  <a:cubicBezTo>
                    <a:pt x="2014" y="2277"/>
                    <a:pt x="2009" y="2280"/>
                    <a:pt x="1898" y="2219"/>
                  </a:cubicBezTo>
                  <a:cubicBezTo>
                    <a:pt x="1714" y="2118"/>
                    <a:pt x="1541" y="1998"/>
                    <a:pt x="1328" y="1958"/>
                  </a:cubicBezTo>
                  <a:cubicBezTo>
                    <a:pt x="865" y="1871"/>
                    <a:pt x="369" y="2096"/>
                    <a:pt x="147" y="2504"/>
                  </a:cubicBezTo>
                  <a:cubicBezTo>
                    <a:pt x="-96" y="2952"/>
                    <a:pt x="-33" y="3462"/>
                    <a:pt x="309" y="3816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3929400" y="741960"/>
              <a:ext cx="2307960" cy="1656720"/>
            </a:xfrm>
            <a:custGeom>
              <a:avLst/>
              <a:gdLst/>
              <a:ahLst/>
              <a:cxnLst/>
              <a:rect l="l" t="t" r="r" b="b"/>
              <a:pathLst>
                <a:path w="6411" h="4602" extrusionOk="0">
                  <a:moveTo>
                    <a:pt x="4" y="3254"/>
                  </a:moveTo>
                  <a:cubicBezTo>
                    <a:pt x="91" y="3131"/>
                    <a:pt x="194" y="3023"/>
                    <a:pt x="307" y="2932"/>
                  </a:cubicBezTo>
                  <a:cubicBezTo>
                    <a:pt x="682" y="2632"/>
                    <a:pt x="1180" y="2514"/>
                    <a:pt x="1665" y="2641"/>
                  </a:cubicBezTo>
                  <a:cubicBezTo>
                    <a:pt x="1685" y="2646"/>
                    <a:pt x="1705" y="2652"/>
                    <a:pt x="1724" y="2658"/>
                  </a:cubicBezTo>
                  <a:cubicBezTo>
                    <a:pt x="1896" y="2709"/>
                    <a:pt x="2053" y="2786"/>
                    <a:pt x="2191" y="2884"/>
                  </a:cubicBezTo>
                  <a:cubicBezTo>
                    <a:pt x="2580" y="3159"/>
                    <a:pt x="2825" y="3598"/>
                    <a:pt x="2849" y="4103"/>
                  </a:cubicBezTo>
                  <a:cubicBezTo>
                    <a:pt x="2855" y="4238"/>
                    <a:pt x="2835" y="4372"/>
                    <a:pt x="2805" y="4503"/>
                  </a:cubicBezTo>
                  <a:cubicBezTo>
                    <a:pt x="2787" y="4581"/>
                    <a:pt x="2815" y="4602"/>
                    <a:pt x="2887" y="4602"/>
                  </a:cubicBezTo>
                  <a:cubicBezTo>
                    <a:pt x="3071" y="4601"/>
                    <a:pt x="3254" y="4601"/>
                    <a:pt x="3438" y="4600"/>
                  </a:cubicBezTo>
                  <a:cubicBezTo>
                    <a:pt x="3515" y="4600"/>
                    <a:pt x="3592" y="4600"/>
                    <a:pt x="3669" y="4600"/>
                  </a:cubicBezTo>
                  <a:cubicBezTo>
                    <a:pt x="3878" y="4600"/>
                    <a:pt x="4087" y="4600"/>
                    <a:pt x="4296" y="4602"/>
                  </a:cubicBezTo>
                  <a:cubicBezTo>
                    <a:pt x="4391" y="4602"/>
                    <a:pt x="4400" y="4553"/>
                    <a:pt x="4400" y="4477"/>
                  </a:cubicBezTo>
                  <a:cubicBezTo>
                    <a:pt x="4400" y="4223"/>
                    <a:pt x="4399" y="3969"/>
                    <a:pt x="4399" y="3715"/>
                  </a:cubicBezTo>
                  <a:cubicBezTo>
                    <a:pt x="4399" y="3288"/>
                    <a:pt x="4399" y="2863"/>
                    <a:pt x="4400" y="2436"/>
                  </a:cubicBezTo>
                  <a:cubicBezTo>
                    <a:pt x="4400" y="2390"/>
                    <a:pt x="4377" y="2327"/>
                    <a:pt x="4422" y="2301"/>
                  </a:cubicBezTo>
                  <a:cubicBezTo>
                    <a:pt x="4474" y="2269"/>
                    <a:pt x="4515" y="2328"/>
                    <a:pt x="4556" y="2354"/>
                  </a:cubicBezTo>
                  <a:cubicBezTo>
                    <a:pt x="4647" y="2412"/>
                    <a:pt x="4739" y="2464"/>
                    <a:pt x="4835" y="2505"/>
                  </a:cubicBezTo>
                  <a:cubicBezTo>
                    <a:pt x="4995" y="2574"/>
                    <a:pt x="5164" y="2615"/>
                    <a:pt x="5351" y="2609"/>
                  </a:cubicBezTo>
                  <a:cubicBezTo>
                    <a:pt x="5374" y="2609"/>
                    <a:pt x="5398" y="2608"/>
                    <a:pt x="5420" y="2605"/>
                  </a:cubicBezTo>
                  <a:lnTo>
                    <a:pt x="5421" y="2605"/>
                  </a:lnTo>
                  <a:cubicBezTo>
                    <a:pt x="5546" y="2593"/>
                    <a:pt x="5664" y="2559"/>
                    <a:pt x="5772" y="2507"/>
                  </a:cubicBezTo>
                  <a:cubicBezTo>
                    <a:pt x="6000" y="2398"/>
                    <a:pt x="6182" y="2209"/>
                    <a:pt x="6292" y="1985"/>
                  </a:cubicBezTo>
                  <a:cubicBezTo>
                    <a:pt x="6333" y="1903"/>
                    <a:pt x="6364" y="1816"/>
                    <a:pt x="6384" y="1727"/>
                  </a:cubicBezTo>
                  <a:cubicBezTo>
                    <a:pt x="6437" y="1491"/>
                    <a:pt x="6414" y="1237"/>
                    <a:pt x="6294" y="1005"/>
                  </a:cubicBezTo>
                  <a:cubicBezTo>
                    <a:pt x="6042" y="521"/>
                    <a:pt x="5503" y="261"/>
                    <a:pt x="4975" y="418"/>
                  </a:cubicBezTo>
                  <a:cubicBezTo>
                    <a:pt x="4954" y="424"/>
                    <a:pt x="4932" y="431"/>
                    <a:pt x="4911" y="439"/>
                  </a:cubicBezTo>
                  <a:cubicBezTo>
                    <a:pt x="4777" y="488"/>
                    <a:pt x="4661" y="570"/>
                    <a:pt x="4536" y="636"/>
                  </a:cubicBezTo>
                  <a:cubicBezTo>
                    <a:pt x="4499" y="656"/>
                    <a:pt x="4463" y="708"/>
                    <a:pt x="4419" y="681"/>
                  </a:cubicBezTo>
                  <a:cubicBezTo>
                    <a:pt x="4380" y="658"/>
                    <a:pt x="4400" y="604"/>
                    <a:pt x="4400" y="565"/>
                  </a:cubicBezTo>
                  <a:cubicBezTo>
                    <a:pt x="4400" y="426"/>
                    <a:pt x="4400" y="287"/>
                    <a:pt x="4400" y="148"/>
                  </a:cubicBezTo>
                  <a:cubicBezTo>
                    <a:pt x="4244" y="50"/>
                    <a:pt x="4082" y="26"/>
                    <a:pt x="4008" y="15"/>
                  </a:cubicBezTo>
                  <a:cubicBezTo>
                    <a:pt x="3943" y="5"/>
                    <a:pt x="3878" y="0"/>
                    <a:pt x="3815" y="0"/>
                  </a:cubicBezTo>
                  <a:lnTo>
                    <a:pt x="3814" y="0"/>
                  </a:lnTo>
                  <a:cubicBezTo>
                    <a:pt x="3496" y="0"/>
                    <a:pt x="3191" y="123"/>
                    <a:pt x="2906" y="364"/>
                  </a:cubicBezTo>
                  <a:cubicBezTo>
                    <a:pt x="2835" y="424"/>
                    <a:pt x="2769" y="492"/>
                    <a:pt x="2704" y="569"/>
                  </a:cubicBezTo>
                  <a:lnTo>
                    <a:pt x="2650" y="569"/>
                  </a:lnTo>
                  <a:cubicBezTo>
                    <a:pt x="2436" y="569"/>
                    <a:pt x="2172" y="656"/>
                    <a:pt x="2011" y="848"/>
                  </a:cubicBezTo>
                  <a:cubicBezTo>
                    <a:pt x="1979" y="840"/>
                    <a:pt x="1947" y="834"/>
                    <a:pt x="1913" y="829"/>
                  </a:cubicBezTo>
                  <a:cubicBezTo>
                    <a:pt x="1870" y="822"/>
                    <a:pt x="1827" y="819"/>
                    <a:pt x="1784" y="819"/>
                  </a:cubicBezTo>
                  <a:cubicBezTo>
                    <a:pt x="1518" y="819"/>
                    <a:pt x="1275" y="947"/>
                    <a:pt x="1100" y="1181"/>
                  </a:cubicBezTo>
                  <a:cubicBezTo>
                    <a:pt x="1015" y="1294"/>
                    <a:pt x="953" y="1423"/>
                    <a:pt x="913" y="1571"/>
                  </a:cubicBezTo>
                  <a:cubicBezTo>
                    <a:pt x="840" y="1595"/>
                    <a:pt x="770" y="1630"/>
                    <a:pt x="702" y="1675"/>
                  </a:cubicBezTo>
                  <a:cubicBezTo>
                    <a:pt x="478" y="1825"/>
                    <a:pt x="349" y="2093"/>
                    <a:pt x="367" y="2364"/>
                  </a:cubicBezTo>
                  <a:cubicBezTo>
                    <a:pt x="100" y="2592"/>
                    <a:pt x="-25" y="2896"/>
                    <a:pt x="4" y="3254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5656320" y="875880"/>
              <a:ext cx="581040" cy="805680"/>
            </a:xfrm>
            <a:custGeom>
              <a:avLst/>
              <a:gdLst/>
              <a:ahLst/>
              <a:cxnLst/>
              <a:rect l="l" t="t" r="r" b="b"/>
              <a:pathLst>
                <a:path w="1614" h="2238" extrusionOk="0">
                  <a:moveTo>
                    <a:pt x="58" y="1951"/>
                  </a:moveTo>
                  <a:cubicBezTo>
                    <a:pt x="48" y="2011"/>
                    <a:pt x="42" y="2071"/>
                    <a:pt x="38" y="2133"/>
                  </a:cubicBezTo>
                  <a:cubicBezTo>
                    <a:pt x="198" y="2202"/>
                    <a:pt x="367" y="2243"/>
                    <a:pt x="554" y="2238"/>
                  </a:cubicBezTo>
                  <a:cubicBezTo>
                    <a:pt x="577" y="2237"/>
                    <a:pt x="601" y="2235"/>
                    <a:pt x="623" y="2233"/>
                  </a:cubicBezTo>
                  <a:lnTo>
                    <a:pt x="624" y="2233"/>
                  </a:lnTo>
                  <a:cubicBezTo>
                    <a:pt x="727" y="2174"/>
                    <a:pt x="781" y="2068"/>
                    <a:pt x="842" y="1949"/>
                  </a:cubicBezTo>
                  <a:cubicBezTo>
                    <a:pt x="850" y="1934"/>
                    <a:pt x="857" y="1919"/>
                    <a:pt x="865" y="1903"/>
                  </a:cubicBezTo>
                  <a:cubicBezTo>
                    <a:pt x="876" y="1883"/>
                    <a:pt x="886" y="1862"/>
                    <a:pt x="896" y="1841"/>
                  </a:cubicBezTo>
                  <a:cubicBezTo>
                    <a:pt x="910" y="1811"/>
                    <a:pt x="925" y="1780"/>
                    <a:pt x="942" y="1750"/>
                  </a:cubicBezTo>
                  <a:cubicBezTo>
                    <a:pt x="1007" y="1635"/>
                    <a:pt x="1087" y="1545"/>
                    <a:pt x="1180" y="1483"/>
                  </a:cubicBezTo>
                  <a:cubicBezTo>
                    <a:pt x="1298" y="1403"/>
                    <a:pt x="1442" y="1358"/>
                    <a:pt x="1587" y="1355"/>
                  </a:cubicBezTo>
                  <a:cubicBezTo>
                    <a:pt x="1640" y="1119"/>
                    <a:pt x="1617" y="865"/>
                    <a:pt x="1497" y="633"/>
                  </a:cubicBezTo>
                  <a:cubicBezTo>
                    <a:pt x="1245" y="149"/>
                    <a:pt x="706" y="-111"/>
                    <a:pt x="178" y="46"/>
                  </a:cubicBezTo>
                  <a:cubicBezTo>
                    <a:pt x="141" y="82"/>
                    <a:pt x="113" y="125"/>
                    <a:pt x="91" y="178"/>
                  </a:cubicBezTo>
                  <a:cubicBezTo>
                    <a:pt x="63" y="247"/>
                    <a:pt x="34" y="323"/>
                    <a:pt x="21" y="401"/>
                  </a:cubicBezTo>
                  <a:cubicBezTo>
                    <a:pt x="-29" y="689"/>
                    <a:pt x="10" y="982"/>
                    <a:pt x="139" y="1294"/>
                  </a:cubicBezTo>
                  <a:cubicBezTo>
                    <a:pt x="276" y="1167"/>
                    <a:pt x="446" y="1078"/>
                    <a:pt x="653" y="1024"/>
                  </a:cubicBezTo>
                  <a:cubicBezTo>
                    <a:pt x="551" y="769"/>
                    <a:pt x="522" y="598"/>
                    <a:pt x="648" y="491"/>
                  </a:cubicBezTo>
                  <a:cubicBezTo>
                    <a:pt x="659" y="482"/>
                    <a:pt x="673" y="477"/>
                    <a:pt x="687" y="477"/>
                  </a:cubicBezTo>
                  <a:cubicBezTo>
                    <a:pt x="696" y="477"/>
                    <a:pt x="706" y="479"/>
                    <a:pt x="715" y="484"/>
                  </a:cubicBezTo>
                  <a:cubicBezTo>
                    <a:pt x="737" y="496"/>
                    <a:pt x="749" y="521"/>
                    <a:pt x="746" y="545"/>
                  </a:cubicBezTo>
                  <a:cubicBezTo>
                    <a:pt x="727" y="673"/>
                    <a:pt x="761" y="793"/>
                    <a:pt x="861" y="948"/>
                  </a:cubicBezTo>
                  <a:cubicBezTo>
                    <a:pt x="890" y="992"/>
                    <a:pt x="908" y="1000"/>
                    <a:pt x="929" y="1000"/>
                  </a:cubicBezTo>
                  <a:cubicBezTo>
                    <a:pt x="935" y="1000"/>
                    <a:pt x="941" y="1000"/>
                    <a:pt x="947" y="999"/>
                  </a:cubicBezTo>
                  <a:cubicBezTo>
                    <a:pt x="961" y="996"/>
                    <a:pt x="975" y="995"/>
                    <a:pt x="992" y="995"/>
                  </a:cubicBezTo>
                  <a:cubicBezTo>
                    <a:pt x="1014" y="995"/>
                    <a:pt x="1035" y="997"/>
                    <a:pt x="1056" y="999"/>
                  </a:cubicBezTo>
                  <a:lnTo>
                    <a:pt x="1060" y="1000"/>
                  </a:lnTo>
                  <a:lnTo>
                    <a:pt x="1084" y="1002"/>
                  </a:lnTo>
                  <a:cubicBezTo>
                    <a:pt x="1175" y="1012"/>
                    <a:pt x="1269" y="1021"/>
                    <a:pt x="1360" y="1058"/>
                  </a:cubicBezTo>
                  <a:cubicBezTo>
                    <a:pt x="1385" y="1068"/>
                    <a:pt x="1400" y="1093"/>
                    <a:pt x="1397" y="1119"/>
                  </a:cubicBezTo>
                  <a:cubicBezTo>
                    <a:pt x="1394" y="1146"/>
                    <a:pt x="1374" y="1167"/>
                    <a:pt x="1348" y="1172"/>
                  </a:cubicBezTo>
                  <a:cubicBezTo>
                    <a:pt x="1320" y="1177"/>
                    <a:pt x="1294" y="1177"/>
                    <a:pt x="1274" y="1177"/>
                  </a:cubicBezTo>
                  <a:lnTo>
                    <a:pt x="1258" y="1177"/>
                  </a:lnTo>
                  <a:lnTo>
                    <a:pt x="1223" y="1177"/>
                  </a:lnTo>
                  <a:cubicBezTo>
                    <a:pt x="1006" y="1177"/>
                    <a:pt x="818" y="1207"/>
                    <a:pt x="649" y="1269"/>
                  </a:cubicBezTo>
                  <a:cubicBezTo>
                    <a:pt x="304" y="1395"/>
                    <a:pt x="110" y="1619"/>
                    <a:pt x="58" y="195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4039920" y="842040"/>
              <a:ext cx="1482480" cy="1556640"/>
            </a:xfrm>
            <a:custGeom>
              <a:avLst/>
              <a:gdLst/>
              <a:ahLst/>
              <a:cxnLst/>
              <a:rect l="l" t="t" r="r" b="b"/>
              <a:pathLst>
                <a:path w="4118" h="4324" extrusionOk="0">
                  <a:moveTo>
                    <a:pt x="2001" y="1670"/>
                  </a:moveTo>
                  <a:cubicBezTo>
                    <a:pt x="2129" y="1527"/>
                    <a:pt x="2310" y="1448"/>
                    <a:pt x="2510" y="1448"/>
                  </a:cubicBezTo>
                  <a:cubicBezTo>
                    <a:pt x="2663" y="1448"/>
                    <a:pt x="2815" y="1494"/>
                    <a:pt x="2938" y="1577"/>
                  </a:cubicBezTo>
                  <a:cubicBezTo>
                    <a:pt x="3031" y="1639"/>
                    <a:pt x="3111" y="1729"/>
                    <a:pt x="3176" y="1844"/>
                  </a:cubicBezTo>
                  <a:cubicBezTo>
                    <a:pt x="3193" y="1874"/>
                    <a:pt x="3208" y="1905"/>
                    <a:pt x="3222" y="1935"/>
                  </a:cubicBezTo>
                  <a:cubicBezTo>
                    <a:pt x="3232" y="1956"/>
                    <a:pt x="3242" y="1977"/>
                    <a:pt x="3252" y="1998"/>
                  </a:cubicBezTo>
                  <a:cubicBezTo>
                    <a:pt x="3260" y="2013"/>
                    <a:pt x="3268" y="2028"/>
                    <a:pt x="3276" y="2043"/>
                  </a:cubicBezTo>
                  <a:cubicBezTo>
                    <a:pt x="3351" y="2190"/>
                    <a:pt x="3415" y="2316"/>
                    <a:pt x="3575" y="2360"/>
                  </a:cubicBezTo>
                  <a:cubicBezTo>
                    <a:pt x="3602" y="2367"/>
                    <a:pt x="3620" y="2392"/>
                    <a:pt x="3619" y="2420"/>
                  </a:cubicBezTo>
                  <a:cubicBezTo>
                    <a:pt x="3618" y="2448"/>
                    <a:pt x="3598" y="2471"/>
                    <a:pt x="3571" y="2476"/>
                  </a:cubicBezTo>
                  <a:cubicBezTo>
                    <a:pt x="3553" y="2480"/>
                    <a:pt x="3534" y="2482"/>
                    <a:pt x="3516" y="2482"/>
                  </a:cubicBezTo>
                  <a:cubicBezTo>
                    <a:pt x="3465" y="2482"/>
                    <a:pt x="3415" y="2468"/>
                    <a:pt x="3358" y="2440"/>
                  </a:cubicBezTo>
                  <a:cubicBezTo>
                    <a:pt x="3270" y="2395"/>
                    <a:pt x="3198" y="2323"/>
                    <a:pt x="3133" y="2213"/>
                  </a:cubicBezTo>
                  <a:lnTo>
                    <a:pt x="3111" y="2177"/>
                  </a:lnTo>
                  <a:cubicBezTo>
                    <a:pt x="3065" y="2100"/>
                    <a:pt x="3017" y="2021"/>
                    <a:pt x="2972" y="1942"/>
                  </a:cubicBezTo>
                  <a:cubicBezTo>
                    <a:pt x="2877" y="1779"/>
                    <a:pt x="2743" y="1703"/>
                    <a:pt x="2550" y="1703"/>
                  </a:cubicBezTo>
                  <a:cubicBezTo>
                    <a:pt x="2518" y="1703"/>
                    <a:pt x="2483" y="1706"/>
                    <a:pt x="2447" y="1710"/>
                  </a:cubicBezTo>
                  <a:cubicBezTo>
                    <a:pt x="2254" y="1734"/>
                    <a:pt x="2109" y="1840"/>
                    <a:pt x="2004" y="2034"/>
                  </a:cubicBezTo>
                  <a:cubicBezTo>
                    <a:pt x="1994" y="2053"/>
                    <a:pt x="1973" y="2065"/>
                    <a:pt x="1951" y="2065"/>
                  </a:cubicBezTo>
                  <a:cubicBezTo>
                    <a:pt x="1927" y="2065"/>
                    <a:pt x="1905" y="2051"/>
                    <a:pt x="1896" y="2029"/>
                  </a:cubicBezTo>
                  <a:cubicBezTo>
                    <a:pt x="1878" y="1990"/>
                    <a:pt x="1897" y="1785"/>
                    <a:pt x="2001" y="1670"/>
                  </a:cubicBezTo>
                  <a:moveTo>
                    <a:pt x="0" y="2654"/>
                  </a:moveTo>
                  <a:cubicBezTo>
                    <a:pt x="375" y="2354"/>
                    <a:pt x="873" y="2236"/>
                    <a:pt x="1358" y="2363"/>
                  </a:cubicBezTo>
                  <a:cubicBezTo>
                    <a:pt x="1378" y="2368"/>
                    <a:pt x="1398" y="2374"/>
                    <a:pt x="1417" y="2380"/>
                  </a:cubicBezTo>
                  <a:cubicBezTo>
                    <a:pt x="1474" y="2359"/>
                    <a:pt x="1536" y="2349"/>
                    <a:pt x="1602" y="2349"/>
                  </a:cubicBezTo>
                  <a:cubicBezTo>
                    <a:pt x="1731" y="2349"/>
                    <a:pt x="1846" y="2389"/>
                    <a:pt x="1879" y="2408"/>
                  </a:cubicBezTo>
                  <a:cubicBezTo>
                    <a:pt x="1998" y="2474"/>
                    <a:pt x="2096" y="2563"/>
                    <a:pt x="2169" y="2674"/>
                  </a:cubicBezTo>
                  <a:cubicBezTo>
                    <a:pt x="2186" y="2698"/>
                    <a:pt x="2181" y="2732"/>
                    <a:pt x="2159" y="2751"/>
                  </a:cubicBezTo>
                  <a:cubicBezTo>
                    <a:pt x="2148" y="2761"/>
                    <a:pt x="2134" y="2766"/>
                    <a:pt x="2119" y="2766"/>
                  </a:cubicBezTo>
                  <a:cubicBezTo>
                    <a:pt x="2106" y="2766"/>
                    <a:pt x="2092" y="2762"/>
                    <a:pt x="2081" y="2752"/>
                  </a:cubicBezTo>
                  <a:cubicBezTo>
                    <a:pt x="2024" y="2704"/>
                    <a:pt x="1957" y="2649"/>
                    <a:pt x="1884" y="2606"/>
                  </a:cubicBezTo>
                  <a:cubicBezTo>
                    <a:pt x="2273" y="2881"/>
                    <a:pt x="2518" y="3320"/>
                    <a:pt x="2542" y="3825"/>
                  </a:cubicBezTo>
                  <a:cubicBezTo>
                    <a:pt x="2548" y="3960"/>
                    <a:pt x="2528" y="4094"/>
                    <a:pt x="2498" y="4225"/>
                  </a:cubicBezTo>
                  <a:cubicBezTo>
                    <a:pt x="2480" y="4303"/>
                    <a:pt x="2508" y="4324"/>
                    <a:pt x="2580" y="4324"/>
                  </a:cubicBezTo>
                  <a:cubicBezTo>
                    <a:pt x="2764" y="4323"/>
                    <a:pt x="2947" y="4323"/>
                    <a:pt x="3131" y="4322"/>
                  </a:cubicBezTo>
                  <a:cubicBezTo>
                    <a:pt x="3134" y="4060"/>
                    <a:pt x="3074" y="3830"/>
                    <a:pt x="2957" y="3675"/>
                  </a:cubicBezTo>
                  <a:cubicBezTo>
                    <a:pt x="2943" y="3657"/>
                    <a:pt x="2941" y="3632"/>
                    <a:pt x="2952" y="3611"/>
                  </a:cubicBezTo>
                  <a:cubicBezTo>
                    <a:pt x="2963" y="3592"/>
                    <a:pt x="2983" y="3580"/>
                    <a:pt x="3005" y="3580"/>
                  </a:cubicBezTo>
                  <a:lnTo>
                    <a:pt x="3009" y="3580"/>
                  </a:lnTo>
                  <a:cubicBezTo>
                    <a:pt x="3054" y="3583"/>
                    <a:pt x="3080" y="3609"/>
                    <a:pt x="3094" y="3623"/>
                  </a:cubicBezTo>
                  <a:cubicBezTo>
                    <a:pt x="3096" y="3625"/>
                    <a:pt x="3098" y="3627"/>
                    <a:pt x="3100" y="3628"/>
                  </a:cubicBezTo>
                  <a:cubicBezTo>
                    <a:pt x="3280" y="3795"/>
                    <a:pt x="3329" y="4016"/>
                    <a:pt x="3352" y="4190"/>
                  </a:cubicBezTo>
                  <a:cubicBezTo>
                    <a:pt x="3357" y="4231"/>
                    <a:pt x="3360" y="4274"/>
                    <a:pt x="3362" y="4322"/>
                  </a:cubicBezTo>
                  <a:cubicBezTo>
                    <a:pt x="3571" y="4322"/>
                    <a:pt x="3780" y="4322"/>
                    <a:pt x="3989" y="4324"/>
                  </a:cubicBezTo>
                  <a:cubicBezTo>
                    <a:pt x="4084" y="4324"/>
                    <a:pt x="4093" y="4275"/>
                    <a:pt x="4093" y="4199"/>
                  </a:cubicBezTo>
                  <a:cubicBezTo>
                    <a:pt x="4093" y="3945"/>
                    <a:pt x="4092" y="3691"/>
                    <a:pt x="4092" y="3437"/>
                  </a:cubicBezTo>
                  <a:cubicBezTo>
                    <a:pt x="4089" y="3427"/>
                    <a:pt x="4085" y="3418"/>
                    <a:pt x="4082" y="3409"/>
                  </a:cubicBezTo>
                  <a:cubicBezTo>
                    <a:pt x="4005" y="3206"/>
                    <a:pt x="3859" y="3096"/>
                    <a:pt x="3648" y="3082"/>
                  </a:cubicBezTo>
                  <a:cubicBezTo>
                    <a:pt x="3625" y="3080"/>
                    <a:pt x="3605" y="3065"/>
                    <a:pt x="3596" y="3044"/>
                  </a:cubicBezTo>
                  <a:cubicBezTo>
                    <a:pt x="3588" y="3022"/>
                    <a:pt x="3592" y="2998"/>
                    <a:pt x="3608" y="2981"/>
                  </a:cubicBezTo>
                  <a:cubicBezTo>
                    <a:pt x="3649" y="2937"/>
                    <a:pt x="3707" y="2914"/>
                    <a:pt x="3775" y="2914"/>
                  </a:cubicBezTo>
                  <a:cubicBezTo>
                    <a:pt x="3844" y="2914"/>
                    <a:pt x="3924" y="2937"/>
                    <a:pt x="4013" y="2982"/>
                  </a:cubicBezTo>
                  <a:cubicBezTo>
                    <a:pt x="4020" y="2949"/>
                    <a:pt x="4026" y="2914"/>
                    <a:pt x="4032" y="2879"/>
                  </a:cubicBezTo>
                  <a:cubicBezTo>
                    <a:pt x="4034" y="2865"/>
                    <a:pt x="4036" y="2852"/>
                    <a:pt x="4038" y="2839"/>
                  </a:cubicBezTo>
                  <a:cubicBezTo>
                    <a:pt x="4091" y="2535"/>
                    <a:pt x="4098" y="2282"/>
                    <a:pt x="4060" y="2045"/>
                  </a:cubicBezTo>
                  <a:cubicBezTo>
                    <a:pt x="4008" y="1713"/>
                    <a:pt x="3814" y="1489"/>
                    <a:pt x="3469" y="1363"/>
                  </a:cubicBezTo>
                  <a:cubicBezTo>
                    <a:pt x="3300" y="1301"/>
                    <a:pt x="3112" y="1271"/>
                    <a:pt x="2895" y="1271"/>
                  </a:cubicBezTo>
                  <a:lnTo>
                    <a:pt x="2860" y="1271"/>
                  </a:lnTo>
                  <a:lnTo>
                    <a:pt x="2844" y="1271"/>
                  </a:lnTo>
                  <a:cubicBezTo>
                    <a:pt x="2825" y="1271"/>
                    <a:pt x="2799" y="1271"/>
                    <a:pt x="2771" y="1266"/>
                  </a:cubicBezTo>
                  <a:cubicBezTo>
                    <a:pt x="2744" y="1261"/>
                    <a:pt x="2724" y="1240"/>
                    <a:pt x="2721" y="1213"/>
                  </a:cubicBezTo>
                  <a:cubicBezTo>
                    <a:pt x="2718" y="1187"/>
                    <a:pt x="2734" y="1162"/>
                    <a:pt x="2758" y="1152"/>
                  </a:cubicBezTo>
                  <a:cubicBezTo>
                    <a:pt x="2849" y="1115"/>
                    <a:pt x="2943" y="1106"/>
                    <a:pt x="3034" y="1096"/>
                  </a:cubicBezTo>
                  <a:lnTo>
                    <a:pt x="3058" y="1094"/>
                  </a:lnTo>
                  <a:lnTo>
                    <a:pt x="3063" y="1093"/>
                  </a:lnTo>
                  <a:cubicBezTo>
                    <a:pt x="3083" y="1091"/>
                    <a:pt x="3104" y="1089"/>
                    <a:pt x="3126" y="1089"/>
                  </a:cubicBezTo>
                  <a:cubicBezTo>
                    <a:pt x="3142" y="1089"/>
                    <a:pt x="3157" y="1090"/>
                    <a:pt x="3171" y="1093"/>
                  </a:cubicBezTo>
                  <a:cubicBezTo>
                    <a:pt x="3177" y="1094"/>
                    <a:pt x="3183" y="1094"/>
                    <a:pt x="3188" y="1094"/>
                  </a:cubicBezTo>
                  <a:cubicBezTo>
                    <a:pt x="3210" y="1094"/>
                    <a:pt x="3228" y="1086"/>
                    <a:pt x="3257" y="1042"/>
                  </a:cubicBezTo>
                  <a:cubicBezTo>
                    <a:pt x="3356" y="887"/>
                    <a:pt x="3391" y="767"/>
                    <a:pt x="3372" y="639"/>
                  </a:cubicBezTo>
                  <a:cubicBezTo>
                    <a:pt x="3369" y="615"/>
                    <a:pt x="3381" y="590"/>
                    <a:pt x="3403" y="578"/>
                  </a:cubicBezTo>
                  <a:cubicBezTo>
                    <a:pt x="3412" y="573"/>
                    <a:pt x="3421" y="571"/>
                    <a:pt x="3432" y="571"/>
                  </a:cubicBezTo>
                  <a:cubicBezTo>
                    <a:pt x="3446" y="571"/>
                    <a:pt x="3459" y="576"/>
                    <a:pt x="3470" y="585"/>
                  </a:cubicBezTo>
                  <a:cubicBezTo>
                    <a:pt x="3596" y="692"/>
                    <a:pt x="3567" y="863"/>
                    <a:pt x="3465" y="1118"/>
                  </a:cubicBezTo>
                  <a:cubicBezTo>
                    <a:pt x="3673" y="1172"/>
                    <a:pt x="3842" y="1261"/>
                    <a:pt x="3979" y="1388"/>
                  </a:cubicBezTo>
                  <a:cubicBezTo>
                    <a:pt x="4108" y="1076"/>
                    <a:pt x="4147" y="783"/>
                    <a:pt x="4097" y="495"/>
                  </a:cubicBezTo>
                  <a:cubicBezTo>
                    <a:pt x="4084" y="417"/>
                    <a:pt x="4055" y="341"/>
                    <a:pt x="4026" y="271"/>
                  </a:cubicBezTo>
                  <a:cubicBezTo>
                    <a:pt x="3965" y="121"/>
                    <a:pt x="3846" y="44"/>
                    <a:pt x="3628" y="11"/>
                  </a:cubicBezTo>
                  <a:cubicBezTo>
                    <a:pt x="3581" y="4"/>
                    <a:pt x="3534" y="0"/>
                    <a:pt x="3489" y="0"/>
                  </a:cubicBezTo>
                  <a:cubicBezTo>
                    <a:pt x="3255" y="0"/>
                    <a:pt x="3034" y="92"/>
                    <a:pt x="2813" y="280"/>
                  </a:cubicBezTo>
                  <a:cubicBezTo>
                    <a:pt x="2718" y="361"/>
                    <a:pt x="2631" y="459"/>
                    <a:pt x="2540" y="591"/>
                  </a:cubicBezTo>
                  <a:cubicBezTo>
                    <a:pt x="2516" y="626"/>
                    <a:pt x="2501" y="669"/>
                    <a:pt x="2485" y="714"/>
                  </a:cubicBezTo>
                  <a:cubicBezTo>
                    <a:pt x="2474" y="746"/>
                    <a:pt x="2463" y="778"/>
                    <a:pt x="2448" y="809"/>
                  </a:cubicBezTo>
                  <a:lnTo>
                    <a:pt x="2447" y="813"/>
                  </a:lnTo>
                  <a:cubicBezTo>
                    <a:pt x="2442" y="829"/>
                    <a:pt x="2430" y="865"/>
                    <a:pt x="2385" y="881"/>
                  </a:cubicBezTo>
                  <a:cubicBezTo>
                    <a:pt x="2378" y="883"/>
                    <a:pt x="2372" y="884"/>
                    <a:pt x="2365" y="884"/>
                  </a:cubicBezTo>
                  <a:cubicBezTo>
                    <a:pt x="2356" y="884"/>
                    <a:pt x="2346" y="882"/>
                    <a:pt x="2338" y="878"/>
                  </a:cubicBezTo>
                  <a:cubicBezTo>
                    <a:pt x="2323" y="870"/>
                    <a:pt x="2313" y="857"/>
                    <a:pt x="2308" y="842"/>
                  </a:cubicBezTo>
                  <a:cubicBezTo>
                    <a:pt x="2283" y="759"/>
                    <a:pt x="2280" y="672"/>
                    <a:pt x="2298" y="583"/>
                  </a:cubicBezTo>
                  <a:lnTo>
                    <a:pt x="2296" y="583"/>
                  </a:lnTo>
                  <a:cubicBezTo>
                    <a:pt x="2163" y="583"/>
                    <a:pt x="1986" y="646"/>
                    <a:pt x="1919" y="763"/>
                  </a:cubicBezTo>
                  <a:cubicBezTo>
                    <a:pt x="1916" y="769"/>
                    <a:pt x="1914" y="773"/>
                    <a:pt x="1913" y="775"/>
                  </a:cubicBezTo>
                  <a:cubicBezTo>
                    <a:pt x="1914" y="777"/>
                    <a:pt x="1917" y="779"/>
                    <a:pt x="1920" y="782"/>
                  </a:cubicBezTo>
                  <a:cubicBezTo>
                    <a:pt x="2055" y="910"/>
                    <a:pt x="2117" y="1060"/>
                    <a:pt x="2106" y="1229"/>
                  </a:cubicBezTo>
                  <a:cubicBezTo>
                    <a:pt x="2105" y="1237"/>
                    <a:pt x="2105" y="1249"/>
                    <a:pt x="2102" y="1260"/>
                  </a:cubicBezTo>
                  <a:cubicBezTo>
                    <a:pt x="2098" y="1281"/>
                    <a:pt x="2086" y="1293"/>
                    <a:pt x="2082" y="1296"/>
                  </a:cubicBezTo>
                  <a:cubicBezTo>
                    <a:pt x="2071" y="1310"/>
                    <a:pt x="2054" y="1317"/>
                    <a:pt x="2037" y="1317"/>
                  </a:cubicBezTo>
                  <a:cubicBezTo>
                    <a:pt x="2033" y="1317"/>
                    <a:pt x="2030" y="1317"/>
                    <a:pt x="2026" y="1316"/>
                  </a:cubicBezTo>
                  <a:cubicBezTo>
                    <a:pt x="2005" y="1313"/>
                    <a:pt x="1968" y="1298"/>
                    <a:pt x="1960" y="1242"/>
                  </a:cubicBezTo>
                  <a:cubicBezTo>
                    <a:pt x="1878" y="1017"/>
                    <a:pt x="1713" y="879"/>
                    <a:pt x="1483" y="844"/>
                  </a:cubicBezTo>
                  <a:cubicBezTo>
                    <a:pt x="1458" y="840"/>
                    <a:pt x="1434" y="838"/>
                    <a:pt x="1411" y="838"/>
                  </a:cubicBezTo>
                  <a:cubicBezTo>
                    <a:pt x="1263" y="838"/>
                    <a:pt x="1129" y="912"/>
                    <a:pt x="1024" y="1053"/>
                  </a:cubicBezTo>
                  <a:cubicBezTo>
                    <a:pt x="947" y="1155"/>
                    <a:pt x="897" y="1281"/>
                    <a:pt x="872" y="1439"/>
                  </a:cubicBezTo>
                  <a:cubicBezTo>
                    <a:pt x="859" y="1519"/>
                    <a:pt x="817" y="1559"/>
                    <a:pt x="736" y="1568"/>
                  </a:cubicBezTo>
                  <a:cubicBezTo>
                    <a:pt x="662" y="1576"/>
                    <a:pt x="590" y="1603"/>
                    <a:pt x="521" y="1649"/>
                  </a:cubicBezTo>
                  <a:cubicBezTo>
                    <a:pt x="403" y="1729"/>
                    <a:pt x="337" y="1876"/>
                    <a:pt x="353" y="2018"/>
                  </a:cubicBezTo>
                  <a:cubicBezTo>
                    <a:pt x="539" y="2023"/>
                    <a:pt x="655" y="2052"/>
                    <a:pt x="752" y="2168"/>
                  </a:cubicBezTo>
                  <a:cubicBezTo>
                    <a:pt x="768" y="2188"/>
                    <a:pt x="770" y="2216"/>
                    <a:pt x="756" y="2238"/>
                  </a:cubicBezTo>
                  <a:cubicBezTo>
                    <a:pt x="745" y="2256"/>
                    <a:pt x="726" y="2266"/>
                    <a:pt x="706" y="2266"/>
                  </a:cubicBezTo>
                  <a:cubicBezTo>
                    <a:pt x="701" y="2266"/>
                    <a:pt x="696" y="2265"/>
                    <a:pt x="691" y="2264"/>
                  </a:cubicBezTo>
                  <a:cubicBezTo>
                    <a:pt x="595" y="2240"/>
                    <a:pt x="515" y="2229"/>
                    <a:pt x="441" y="2229"/>
                  </a:cubicBezTo>
                  <a:lnTo>
                    <a:pt x="427" y="2229"/>
                  </a:lnTo>
                  <a:cubicBezTo>
                    <a:pt x="370" y="2230"/>
                    <a:pt x="319" y="2248"/>
                    <a:pt x="270" y="2283"/>
                  </a:cubicBezTo>
                  <a:cubicBezTo>
                    <a:pt x="129" y="2386"/>
                    <a:pt x="39" y="2508"/>
                    <a:pt x="0" y="2654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7"/>
          <p:cNvGrpSpPr/>
          <p:nvPr/>
        </p:nvGrpSpPr>
        <p:grpSpPr>
          <a:xfrm rot="1800518">
            <a:off x="9564803" y="5478755"/>
            <a:ext cx="2501928" cy="1521445"/>
            <a:chOff x="4949280" y="2561760"/>
            <a:chExt cx="3684600" cy="2240640"/>
          </a:xfrm>
        </p:grpSpPr>
        <p:sp>
          <p:nvSpPr>
            <p:cNvPr id="115" name="Google Shape;115;p7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7"/>
          <p:cNvGrpSpPr/>
          <p:nvPr/>
        </p:nvGrpSpPr>
        <p:grpSpPr>
          <a:xfrm rot="7201116">
            <a:off x="9941033" y="800070"/>
            <a:ext cx="2334233" cy="1419469"/>
            <a:chOff x="4949280" y="2561760"/>
            <a:chExt cx="3684600" cy="2240640"/>
          </a:xfrm>
        </p:grpSpPr>
        <p:sp>
          <p:nvSpPr>
            <p:cNvPr id="124" name="Google Shape;124;p7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7"/>
          <p:cNvSpPr/>
          <p:nvPr/>
        </p:nvSpPr>
        <p:spPr>
          <a:xfrm rot="-6300645">
            <a:off x="1087072" y="6195191"/>
            <a:ext cx="1904736" cy="1158288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 rot="5399969" flipH="1">
            <a:off x="2009067" y="-1361340"/>
            <a:ext cx="728204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 txBox="1">
            <a:spLocks noGrp="1"/>
          </p:cNvSpPr>
          <p:nvPr>
            <p:ph type="subTitle" idx="1"/>
          </p:nvPr>
        </p:nvSpPr>
        <p:spPr>
          <a:xfrm>
            <a:off x="1061600" y="2263800"/>
            <a:ext cx="6857200" cy="2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5" name="Google Shape;135;p7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81592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 rot="-84" flipH="1">
            <a:off x="10437931" y="26"/>
            <a:ext cx="1754059" cy="1549211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 rot="-2700653">
            <a:off x="4603679" y="-444938"/>
            <a:ext cx="1904720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 rot="-2700653">
            <a:off x="9959912" y="5747214"/>
            <a:ext cx="1904720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 rot="5400000">
            <a:off x="4213403" y="5080566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4882300" y="2053133"/>
            <a:ext cx="5555600" cy="27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42" name="Google Shape;142;p8"/>
          <p:cNvGrpSpPr/>
          <p:nvPr/>
        </p:nvGrpSpPr>
        <p:grpSpPr>
          <a:xfrm rot="3598884" flipH="1">
            <a:off x="160553" y="1241366"/>
            <a:ext cx="2334233" cy="1419469"/>
            <a:chOff x="4949280" y="2561760"/>
            <a:chExt cx="3684600" cy="2240640"/>
          </a:xfrm>
        </p:grpSpPr>
        <p:sp>
          <p:nvSpPr>
            <p:cNvPr id="143" name="Google Shape;143;p8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8"/>
          <p:cNvGrpSpPr/>
          <p:nvPr/>
        </p:nvGrpSpPr>
        <p:grpSpPr>
          <a:xfrm rot="8098977" flipH="1">
            <a:off x="189171" y="4160422"/>
            <a:ext cx="2339461" cy="1421877"/>
            <a:chOff x="2544840" y="154440"/>
            <a:chExt cx="3692520" cy="2244240"/>
          </a:xfrm>
        </p:grpSpPr>
        <p:sp>
          <p:nvSpPr>
            <p:cNvPr id="152" name="Google Shape;152;p8"/>
            <p:cNvSpPr/>
            <p:nvPr/>
          </p:nvSpPr>
          <p:spPr>
            <a:xfrm>
              <a:off x="2544840" y="154440"/>
              <a:ext cx="3692520" cy="2244240"/>
            </a:xfrm>
            <a:custGeom>
              <a:avLst/>
              <a:gdLst/>
              <a:ahLst/>
              <a:cxnLst/>
              <a:rect l="l" t="t" r="r" b="b"/>
              <a:pathLst>
                <a:path w="10257" h="6234" extrusionOk="0">
                  <a:moveTo>
                    <a:pt x="309" y="3816"/>
                  </a:moveTo>
                  <a:cubicBezTo>
                    <a:pt x="685" y="4204"/>
                    <a:pt x="1175" y="4286"/>
                    <a:pt x="1651" y="4038"/>
                  </a:cubicBezTo>
                  <a:cubicBezTo>
                    <a:pt x="1739" y="3992"/>
                    <a:pt x="1824" y="3938"/>
                    <a:pt x="1911" y="3888"/>
                  </a:cubicBezTo>
                  <a:cubicBezTo>
                    <a:pt x="1995" y="3841"/>
                    <a:pt x="2012" y="3850"/>
                    <a:pt x="2013" y="3946"/>
                  </a:cubicBezTo>
                  <a:cubicBezTo>
                    <a:pt x="2015" y="4129"/>
                    <a:pt x="2013" y="4312"/>
                    <a:pt x="2013" y="4495"/>
                  </a:cubicBezTo>
                  <a:cubicBezTo>
                    <a:pt x="2013" y="4678"/>
                    <a:pt x="2013" y="4861"/>
                    <a:pt x="2013" y="5045"/>
                  </a:cubicBezTo>
                  <a:lnTo>
                    <a:pt x="2014" y="5045"/>
                  </a:lnTo>
                  <a:cubicBezTo>
                    <a:pt x="2014" y="5393"/>
                    <a:pt x="2013" y="5742"/>
                    <a:pt x="2014" y="6091"/>
                  </a:cubicBezTo>
                  <a:cubicBezTo>
                    <a:pt x="2014" y="6230"/>
                    <a:pt x="2016" y="6233"/>
                    <a:pt x="2150" y="6233"/>
                  </a:cubicBezTo>
                  <a:cubicBezTo>
                    <a:pt x="2595" y="6233"/>
                    <a:pt x="3041" y="6233"/>
                    <a:pt x="3486" y="6233"/>
                  </a:cubicBezTo>
                  <a:cubicBezTo>
                    <a:pt x="3623" y="6232"/>
                    <a:pt x="3625" y="6231"/>
                    <a:pt x="3597" y="6100"/>
                  </a:cubicBezTo>
                  <a:cubicBezTo>
                    <a:pt x="3507" y="5672"/>
                    <a:pt x="3588" y="5270"/>
                    <a:pt x="3831" y="4914"/>
                  </a:cubicBezTo>
                  <a:cubicBezTo>
                    <a:pt x="3837" y="4904"/>
                    <a:pt x="3843" y="4895"/>
                    <a:pt x="3850" y="4886"/>
                  </a:cubicBezTo>
                  <a:cubicBezTo>
                    <a:pt x="3937" y="4763"/>
                    <a:pt x="4040" y="4655"/>
                    <a:pt x="4153" y="4564"/>
                  </a:cubicBezTo>
                  <a:cubicBezTo>
                    <a:pt x="4528" y="4264"/>
                    <a:pt x="5026" y="4146"/>
                    <a:pt x="5511" y="4273"/>
                  </a:cubicBezTo>
                  <a:cubicBezTo>
                    <a:pt x="5531" y="4278"/>
                    <a:pt x="5551" y="4284"/>
                    <a:pt x="5570" y="4290"/>
                  </a:cubicBezTo>
                  <a:cubicBezTo>
                    <a:pt x="5742" y="4341"/>
                    <a:pt x="5899" y="4418"/>
                    <a:pt x="6037" y="4516"/>
                  </a:cubicBezTo>
                  <a:cubicBezTo>
                    <a:pt x="6426" y="4791"/>
                    <a:pt x="6671" y="5230"/>
                    <a:pt x="6695" y="5735"/>
                  </a:cubicBezTo>
                  <a:cubicBezTo>
                    <a:pt x="6701" y="5870"/>
                    <a:pt x="6681" y="6004"/>
                    <a:pt x="6651" y="6135"/>
                  </a:cubicBezTo>
                  <a:cubicBezTo>
                    <a:pt x="6633" y="6213"/>
                    <a:pt x="6661" y="6234"/>
                    <a:pt x="6733" y="6234"/>
                  </a:cubicBezTo>
                  <a:cubicBezTo>
                    <a:pt x="6917" y="6233"/>
                    <a:pt x="7100" y="6233"/>
                    <a:pt x="7284" y="6232"/>
                  </a:cubicBezTo>
                  <a:cubicBezTo>
                    <a:pt x="7361" y="6232"/>
                    <a:pt x="7438" y="6232"/>
                    <a:pt x="7515" y="6232"/>
                  </a:cubicBezTo>
                  <a:cubicBezTo>
                    <a:pt x="7724" y="6232"/>
                    <a:pt x="7933" y="6232"/>
                    <a:pt x="8142" y="6234"/>
                  </a:cubicBezTo>
                  <a:cubicBezTo>
                    <a:pt x="8237" y="6234"/>
                    <a:pt x="8246" y="6185"/>
                    <a:pt x="8246" y="6109"/>
                  </a:cubicBezTo>
                  <a:cubicBezTo>
                    <a:pt x="8246" y="5855"/>
                    <a:pt x="8245" y="5601"/>
                    <a:pt x="8245" y="5347"/>
                  </a:cubicBezTo>
                  <a:cubicBezTo>
                    <a:pt x="8245" y="4920"/>
                    <a:pt x="8245" y="4495"/>
                    <a:pt x="8246" y="4068"/>
                  </a:cubicBezTo>
                  <a:cubicBezTo>
                    <a:pt x="8246" y="4022"/>
                    <a:pt x="8223" y="3959"/>
                    <a:pt x="8268" y="3933"/>
                  </a:cubicBezTo>
                  <a:cubicBezTo>
                    <a:pt x="8320" y="3901"/>
                    <a:pt x="8361" y="3960"/>
                    <a:pt x="8402" y="3986"/>
                  </a:cubicBezTo>
                  <a:cubicBezTo>
                    <a:pt x="8493" y="4044"/>
                    <a:pt x="8585" y="4096"/>
                    <a:pt x="8681" y="4137"/>
                  </a:cubicBezTo>
                  <a:cubicBezTo>
                    <a:pt x="8841" y="4206"/>
                    <a:pt x="9010" y="4247"/>
                    <a:pt x="9197" y="4241"/>
                  </a:cubicBezTo>
                  <a:cubicBezTo>
                    <a:pt x="9220" y="4241"/>
                    <a:pt x="9244" y="4240"/>
                    <a:pt x="9266" y="4237"/>
                  </a:cubicBezTo>
                  <a:lnTo>
                    <a:pt x="9267" y="4237"/>
                  </a:lnTo>
                  <a:cubicBezTo>
                    <a:pt x="9392" y="4225"/>
                    <a:pt x="9510" y="4191"/>
                    <a:pt x="9618" y="4139"/>
                  </a:cubicBezTo>
                  <a:cubicBezTo>
                    <a:pt x="9846" y="4030"/>
                    <a:pt x="10028" y="3841"/>
                    <a:pt x="10138" y="3617"/>
                  </a:cubicBezTo>
                  <a:cubicBezTo>
                    <a:pt x="10179" y="3535"/>
                    <a:pt x="10210" y="3448"/>
                    <a:pt x="10230" y="3359"/>
                  </a:cubicBezTo>
                  <a:cubicBezTo>
                    <a:pt x="10283" y="3123"/>
                    <a:pt x="10260" y="2869"/>
                    <a:pt x="10140" y="2637"/>
                  </a:cubicBezTo>
                  <a:cubicBezTo>
                    <a:pt x="9888" y="2153"/>
                    <a:pt x="9349" y="1893"/>
                    <a:pt x="8821" y="2050"/>
                  </a:cubicBezTo>
                  <a:cubicBezTo>
                    <a:pt x="8800" y="2056"/>
                    <a:pt x="8778" y="2063"/>
                    <a:pt x="8757" y="2071"/>
                  </a:cubicBezTo>
                  <a:cubicBezTo>
                    <a:pt x="8623" y="2120"/>
                    <a:pt x="8507" y="2202"/>
                    <a:pt x="8382" y="2268"/>
                  </a:cubicBezTo>
                  <a:cubicBezTo>
                    <a:pt x="8345" y="2288"/>
                    <a:pt x="8309" y="2340"/>
                    <a:pt x="8264" y="2313"/>
                  </a:cubicBezTo>
                  <a:cubicBezTo>
                    <a:pt x="8226" y="2290"/>
                    <a:pt x="8246" y="2236"/>
                    <a:pt x="8246" y="2197"/>
                  </a:cubicBezTo>
                  <a:cubicBezTo>
                    <a:pt x="8246" y="2058"/>
                    <a:pt x="8246" y="1919"/>
                    <a:pt x="8246" y="1780"/>
                  </a:cubicBezTo>
                  <a:cubicBezTo>
                    <a:pt x="8245" y="1239"/>
                    <a:pt x="8245" y="697"/>
                    <a:pt x="8245" y="155"/>
                  </a:cubicBezTo>
                  <a:cubicBezTo>
                    <a:pt x="8245" y="1"/>
                    <a:pt x="8244" y="1"/>
                    <a:pt x="8090" y="1"/>
                  </a:cubicBezTo>
                  <a:cubicBezTo>
                    <a:pt x="7624" y="1"/>
                    <a:pt x="7158" y="5"/>
                    <a:pt x="6692" y="2"/>
                  </a:cubicBezTo>
                  <a:cubicBezTo>
                    <a:pt x="6598" y="1"/>
                    <a:pt x="6573" y="25"/>
                    <a:pt x="6591" y="122"/>
                  </a:cubicBezTo>
                  <a:cubicBezTo>
                    <a:pt x="6715" y="792"/>
                    <a:pt x="6498" y="1336"/>
                    <a:pt x="5951" y="1737"/>
                  </a:cubicBezTo>
                  <a:cubicBezTo>
                    <a:pt x="5027" y="2415"/>
                    <a:pt x="3663" y="1819"/>
                    <a:pt x="3516" y="681"/>
                  </a:cubicBezTo>
                  <a:cubicBezTo>
                    <a:pt x="3492" y="493"/>
                    <a:pt x="3499" y="310"/>
                    <a:pt x="3535" y="126"/>
                  </a:cubicBezTo>
                  <a:cubicBezTo>
                    <a:pt x="3558" y="9"/>
                    <a:pt x="3552" y="1"/>
                    <a:pt x="3431" y="1"/>
                  </a:cubicBezTo>
                  <a:cubicBezTo>
                    <a:pt x="3103" y="1"/>
                    <a:pt x="2775" y="-1"/>
                    <a:pt x="2447" y="1"/>
                  </a:cubicBezTo>
                  <a:cubicBezTo>
                    <a:pt x="2162" y="4"/>
                    <a:pt x="2014" y="155"/>
                    <a:pt x="2013" y="439"/>
                  </a:cubicBezTo>
                  <a:cubicBezTo>
                    <a:pt x="2013" y="1009"/>
                    <a:pt x="2014" y="1579"/>
                    <a:pt x="2014" y="2149"/>
                  </a:cubicBezTo>
                  <a:cubicBezTo>
                    <a:pt x="2014" y="2277"/>
                    <a:pt x="2009" y="2280"/>
                    <a:pt x="1898" y="2219"/>
                  </a:cubicBezTo>
                  <a:cubicBezTo>
                    <a:pt x="1714" y="2118"/>
                    <a:pt x="1541" y="1998"/>
                    <a:pt x="1328" y="1958"/>
                  </a:cubicBezTo>
                  <a:cubicBezTo>
                    <a:pt x="865" y="1871"/>
                    <a:pt x="369" y="2096"/>
                    <a:pt x="147" y="2504"/>
                  </a:cubicBezTo>
                  <a:cubicBezTo>
                    <a:pt x="-96" y="2952"/>
                    <a:pt x="-33" y="3462"/>
                    <a:pt x="309" y="38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3929400" y="741960"/>
              <a:ext cx="2307960" cy="1656720"/>
            </a:xfrm>
            <a:custGeom>
              <a:avLst/>
              <a:gdLst/>
              <a:ahLst/>
              <a:cxnLst/>
              <a:rect l="l" t="t" r="r" b="b"/>
              <a:pathLst>
                <a:path w="6411" h="4602" extrusionOk="0">
                  <a:moveTo>
                    <a:pt x="4" y="3254"/>
                  </a:moveTo>
                  <a:cubicBezTo>
                    <a:pt x="91" y="3131"/>
                    <a:pt x="194" y="3023"/>
                    <a:pt x="307" y="2932"/>
                  </a:cubicBezTo>
                  <a:cubicBezTo>
                    <a:pt x="682" y="2632"/>
                    <a:pt x="1180" y="2514"/>
                    <a:pt x="1665" y="2641"/>
                  </a:cubicBezTo>
                  <a:cubicBezTo>
                    <a:pt x="1685" y="2646"/>
                    <a:pt x="1705" y="2652"/>
                    <a:pt x="1724" y="2658"/>
                  </a:cubicBezTo>
                  <a:cubicBezTo>
                    <a:pt x="1896" y="2709"/>
                    <a:pt x="2053" y="2786"/>
                    <a:pt x="2191" y="2884"/>
                  </a:cubicBezTo>
                  <a:cubicBezTo>
                    <a:pt x="2580" y="3159"/>
                    <a:pt x="2825" y="3598"/>
                    <a:pt x="2849" y="4103"/>
                  </a:cubicBezTo>
                  <a:cubicBezTo>
                    <a:pt x="2855" y="4238"/>
                    <a:pt x="2835" y="4372"/>
                    <a:pt x="2805" y="4503"/>
                  </a:cubicBezTo>
                  <a:cubicBezTo>
                    <a:pt x="2787" y="4581"/>
                    <a:pt x="2815" y="4602"/>
                    <a:pt x="2887" y="4602"/>
                  </a:cubicBezTo>
                  <a:cubicBezTo>
                    <a:pt x="3071" y="4601"/>
                    <a:pt x="3254" y="4601"/>
                    <a:pt x="3438" y="4600"/>
                  </a:cubicBezTo>
                  <a:cubicBezTo>
                    <a:pt x="3515" y="4600"/>
                    <a:pt x="3592" y="4600"/>
                    <a:pt x="3669" y="4600"/>
                  </a:cubicBezTo>
                  <a:cubicBezTo>
                    <a:pt x="3878" y="4600"/>
                    <a:pt x="4087" y="4600"/>
                    <a:pt x="4296" y="4602"/>
                  </a:cubicBezTo>
                  <a:cubicBezTo>
                    <a:pt x="4391" y="4602"/>
                    <a:pt x="4400" y="4553"/>
                    <a:pt x="4400" y="4477"/>
                  </a:cubicBezTo>
                  <a:cubicBezTo>
                    <a:pt x="4400" y="4223"/>
                    <a:pt x="4399" y="3969"/>
                    <a:pt x="4399" y="3715"/>
                  </a:cubicBezTo>
                  <a:cubicBezTo>
                    <a:pt x="4399" y="3288"/>
                    <a:pt x="4399" y="2863"/>
                    <a:pt x="4400" y="2436"/>
                  </a:cubicBezTo>
                  <a:cubicBezTo>
                    <a:pt x="4400" y="2390"/>
                    <a:pt x="4377" y="2327"/>
                    <a:pt x="4422" y="2301"/>
                  </a:cubicBezTo>
                  <a:cubicBezTo>
                    <a:pt x="4474" y="2269"/>
                    <a:pt x="4515" y="2328"/>
                    <a:pt x="4556" y="2354"/>
                  </a:cubicBezTo>
                  <a:cubicBezTo>
                    <a:pt x="4647" y="2412"/>
                    <a:pt x="4739" y="2464"/>
                    <a:pt x="4835" y="2505"/>
                  </a:cubicBezTo>
                  <a:cubicBezTo>
                    <a:pt x="4995" y="2574"/>
                    <a:pt x="5164" y="2615"/>
                    <a:pt x="5351" y="2609"/>
                  </a:cubicBezTo>
                  <a:cubicBezTo>
                    <a:pt x="5374" y="2609"/>
                    <a:pt x="5398" y="2608"/>
                    <a:pt x="5420" y="2605"/>
                  </a:cubicBezTo>
                  <a:lnTo>
                    <a:pt x="5421" y="2605"/>
                  </a:lnTo>
                  <a:cubicBezTo>
                    <a:pt x="5546" y="2593"/>
                    <a:pt x="5664" y="2559"/>
                    <a:pt x="5772" y="2507"/>
                  </a:cubicBezTo>
                  <a:cubicBezTo>
                    <a:pt x="6000" y="2398"/>
                    <a:pt x="6182" y="2209"/>
                    <a:pt x="6292" y="1985"/>
                  </a:cubicBezTo>
                  <a:cubicBezTo>
                    <a:pt x="6333" y="1903"/>
                    <a:pt x="6364" y="1816"/>
                    <a:pt x="6384" y="1727"/>
                  </a:cubicBezTo>
                  <a:cubicBezTo>
                    <a:pt x="6437" y="1491"/>
                    <a:pt x="6414" y="1237"/>
                    <a:pt x="6294" y="1005"/>
                  </a:cubicBezTo>
                  <a:cubicBezTo>
                    <a:pt x="6042" y="521"/>
                    <a:pt x="5503" y="261"/>
                    <a:pt x="4975" y="418"/>
                  </a:cubicBezTo>
                  <a:cubicBezTo>
                    <a:pt x="4954" y="424"/>
                    <a:pt x="4932" y="431"/>
                    <a:pt x="4911" y="439"/>
                  </a:cubicBezTo>
                  <a:cubicBezTo>
                    <a:pt x="4777" y="488"/>
                    <a:pt x="4661" y="570"/>
                    <a:pt x="4536" y="636"/>
                  </a:cubicBezTo>
                  <a:cubicBezTo>
                    <a:pt x="4499" y="656"/>
                    <a:pt x="4463" y="708"/>
                    <a:pt x="4419" y="681"/>
                  </a:cubicBezTo>
                  <a:cubicBezTo>
                    <a:pt x="4380" y="658"/>
                    <a:pt x="4400" y="604"/>
                    <a:pt x="4400" y="565"/>
                  </a:cubicBezTo>
                  <a:cubicBezTo>
                    <a:pt x="4400" y="426"/>
                    <a:pt x="4400" y="287"/>
                    <a:pt x="4400" y="148"/>
                  </a:cubicBezTo>
                  <a:cubicBezTo>
                    <a:pt x="4244" y="50"/>
                    <a:pt x="4082" y="26"/>
                    <a:pt x="4008" y="15"/>
                  </a:cubicBezTo>
                  <a:cubicBezTo>
                    <a:pt x="3943" y="5"/>
                    <a:pt x="3878" y="0"/>
                    <a:pt x="3815" y="0"/>
                  </a:cubicBezTo>
                  <a:lnTo>
                    <a:pt x="3814" y="0"/>
                  </a:lnTo>
                  <a:cubicBezTo>
                    <a:pt x="3496" y="0"/>
                    <a:pt x="3191" y="123"/>
                    <a:pt x="2906" y="364"/>
                  </a:cubicBezTo>
                  <a:cubicBezTo>
                    <a:pt x="2835" y="424"/>
                    <a:pt x="2769" y="492"/>
                    <a:pt x="2704" y="569"/>
                  </a:cubicBezTo>
                  <a:lnTo>
                    <a:pt x="2650" y="569"/>
                  </a:lnTo>
                  <a:cubicBezTo>
                    <a:pt x="2436" y="569"/>
                    <a:pt x="2172" y="656"/>
                    <a:pt x="2011" y="848"/>
                  </a:cubicBezTo>
                  <a:cubicBezTo>
                    <a:pt x="1979" y="840"/>
                    <a:pt x="1947" y="834"/>
                    <a:pt x="1913" y="829"/>
                  </a:cubicBezTo>
                  <a:cubicBezTo>
                    <a:pt x="1870" y="822"/>
                    <a:pt x="1827" y="819"/>
                    <a:pt x="1784" y="819"/>
                  </a:cubicBezTo>
                  <a:cubicBezTo>
                    <a:pt x="1518" y="819"/>
                    <a:pt x="1275" y="947"/>
                    <a:pt x="1100" y="1181"/>
                  </a:cubicBezTo>
                  <a:cubicBezTo>
                    <a:pt x="1015" y="1294"/>
                    <a:pt x="953" y="1423"/>
                    <a:pt x="913" y="1571"/>
                  </a:cubicBezTo>
                  <a:cubicBezTo>
                    <a:pt x="840" y="1595"/>
                    <a:pt x="770" y="1630"/>
                    <a:pt x="702" y="1675"/>
                  </a:cubicBezTo>
                  <a:cubicBezTo>
                    <a:pt x="478" y="1825"/>
                    <a:pt x="349" y="2093"/>
                    <a:pt x="367" y="2364"/>
                  </a:cubicBezTo>
                  <a:cubicBezTo>
                    <a:pt x="100" y="2592"/>
                    <a:pt x="-25" y="2896"/>
                    <a:pt x="4" y="32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5656320" y="875880"/>
              <a:ext cx="581040" cy="805680"/>
            </a:xfrm>
            <a:custGeom>
              <a:avLst/>
              <a:gdLst/>
              <a:ahLst/>
              <a:cxnLst/>
              <a:rect l="l" t="t" r="r" b="b"/>
              <a:pathLst>
                <a:path w="1614" h="2238" extrusionOk="0">
                  <a:moveTo>
                    <a:pt x="58" y="1951"/>
                  </a:moveTo>
                  <a:cubicBezTo>
                    <a:pt x="48" y="2011"/>
                    <a:pt x="42" y="2071"/>
                    <a:pt x="38" y="2133"/>
                  </a:cubicBezTo>
                  <a:cubicBezTo>
                    <a:pt x="198" y="2202"/>
                    <a:pt x="367" y="2243"/>
                    <a:pt x="554" y="2238"/>
                  </a:cubicBezTo>
                  <a:cubicBezTo>
                    <a:pt x="577" y="2237"/>
                    <a:pt x="601" y="2235"/>
                    <a:pt x="623" y="2233"/>
                  </a:cubicBezTo>
                  <a:lnTo>
                    <a:pt x="624" y="2233"/>
                  </a:lnTo>
                  <a:cubicBezTo>
                    <a:pt x="727" y="2174"/>
                    <a:pt x="781" y="2068"/>
                    <a:pt x="842" y="1949"/>
                  </a:cubicBezTo>
                  <a:cubicBezTo>
                    <a:pt x="850" y="1934"/>
                    <a:pt x="857" y="1919"/>
                    <a:pt x="865" y="1903"/>
                  </a:cubicBezTo>
                  <a:cubicBezTo>
                    <a:pt x="876" y="1883"/>
                    <a:pt x="886" y="1862"/>
                    <a:pt x="896" y="1841"/>
                  </a:cubicBezTo>
                  <a:cubicBezTo>
                    <a:pt x="910" y="1811"/>
                    <a:pt x="925" y="1780"/>
                    <a:pt x="942" y="1750"/>
                  </a:cubicBezTo>
                  <a:cubicBezTo>
                    <a:pt x="1007" y="1635"/>
                    <a:pt x="1087" y="1545"/>
                    <a:pt x="1180" y="1483"/>
                  </a:cubicBezTo>
                  <a:cubicBezTo>
                    <a:pt x="1298" y="1403"/>
                    <a:pt x="1442" y="1358"/>
                    <a:pt x="1587" y="1355"/>
                  </a:cubicBezTo>
                  <a:cubicBezTo>
                    <a:pt x="1640" y="1119"/>
                    <a:pt x="1617" y="865"/>
                    <a:pt x="1497" y="633"/>
                  </a:cubicBezTo>
                  <a:cubicBezTo>
                    <a:pt x="1245" y="149"/>
                    <a:pt x="706" y="-111"/>
                    <a:pt x="178" y="46"/>
                  </a:cubicBezTo>
                  <a:cubicBezTo>
                    <a:pt x="141" y="82"/>
                    <a:pt x="113" y="125"/>
                    <a:pt x="91" y="178"/>
                  </a:cubicBezTo>
                  <a:cubicBezTo>
                    <a:pt x="63" y="247"/>
                    <a:pt x="34" y="323"/>
                    <a:pt x="21" y="401"/>
                  </a:cubicBezTo>
                  <a:cubicBezTo>
                    <a:pt x="-29" y="689"/>
                    <a:pt x="10" y="982"/>
                    <a:pt x="139" y="1294"/>
                  </a:cubicBezTo>
                  <a:cubicBezTo>
                    <a:pt x="276" y="1167"/>
                    <a:pt x="446" y="1078"/>
                    <a:pt x="653" y="1024"/>
                  </a:cubicBezTo>
                  <a:cubicBezTo>
                    <a:pt x="551" y="769"/>
                    <a:pt x="522" y="598"/>
                    <a:pt x="648" y="491"/>
                  </a:cubicBezTo>
                  <a:cubicBezTo>
                    <a:pt x="659" y="482"/>
                    <a:pt x="673" y="477"/>
                    <a:pt x="687" y="477"/>
                  </a:cubicBezTo>
                  <a:cubicBezTo>
                    <a:pt x="696" y="477"/>
                    <a:pt x="706" y="479"/>
                    <a:pt x="715" y="484"/>
                  </a:cubicBezTo>
                  <a:cubicBezTo>
                    <a:pt x="737" y="496"/>
                    <a:pt x="749" y="521"/>
                    <a:pt x="746" y="545"/>
                  </a:cubicBezTo>
                  <a:cubicBezTo>
                    <a:pt x="727" y="673"/>
                    <a:pt x="761" y="793"/>
                    <a:pt x="861" y="948"/>
                  </a:cubicBezTo>
                  <a:cubicBezTo>
                    <a:pt x="890" y="992"/>
                    <a:pt x="908" y="1000"/>
                    <a:pt x="929" y="1000"/>
                  </a:cubicBezTo>
                  <a:cubicBezTo>
                    <a:pt x="935" y="1000"/>
                    <a:pt x="941" y="1000"/>
                    <a:pt x="947" y="999"/>
                  </a:cubicBezTo>
                  <a:cubicBezTo>
                    <a:pt x="961" y="996"/>
                    <a:pt x="975" y="995"/>
                    <a:pt x="992" y="995"/>
                  </a:cubicBezTo>
                  <a:cubicBezTo>
                    <a:pt x="1014" y="995"/>
                    <a:pt x="1035" y="997"/>
                    <a:pt x="1056" y="999"/>
                  </a:cubicBezTo>
                  <a:lnTo>
                    <a:pt x="1060" y="1000"/>
                  </a:lnTo>
                  <a:lnTo>
                    <a:pt x="1084" y="1002"/>
                  </a:lnTo>
                  <a:cubicBezTo>
                    <a:pt x="1175" y="1012"/>
                    <a:pt x="1269" y="1021"/>
                    <a:pt x="1360" y="1058"/>
                  </a:cubicBezTo>
                  <a:cubicBezTo>
                    <a:pt x="1385" y="1068"/>
                    <a:pt x="1400" y="1093"/>
                    <a:pt x="1397" y="1119"/>
                  </a:cubicBezTo>
                  <a:cubicBezTo>
                    <a:pt x="1394" y="1146"/>
                    <a:pt x="1374" y="1167"/>
                    <a:pt x="1348" y="1172"/>
                  </a:cubicBezTo>
                  <a:cubicBezTo>
                    <a:pt x="1320" y="1177"/>
                    <a:pt x="1294" y="1177"/>
                    <a:pt x="1274" y="1177"/>
                  </a:cubicBezTo>
                  <a:lnTo>
                    <a:pt x="1258" y="1177"/>
                  </a:lnTo>
                  <a:lnTo>
                    <a:pt x="1223" y="1177"/>
                  </a:lnTo>
                  <a:cubicBezTo>
                    <a:pt x="1006" y="1177"/>
                    <a:pt x="818" y="1207"/>
                    <a:pt x="649" y="1269"/>
                  </a:cubicBezTo>
                  <a:cubicBezTo>
                    <a:pt x="304" y="1395"/>
                    <a:pt x="110" y="1619"/>
                    <a:pt x="58" y="19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4039920" y="842040"/>
              <a:ext cx="1482480" cy="1556640"/>
            </a:xfrm>
            <a:custGeom>
              <a:avLst/>
              <a:gdLst/>
              <a:ahLst/>
              <a:cxnLst/>
              <a:rect l="l" t="t" r="r" b="b"/>
              <a:pathLst>
                <a:path w="4118" h="4324" extrusionOk="0">
                  <a:moveTo>
                    <a:pt x="2001" y="1670"/>
                  </a:moveTo>
                  <a:cubicBezTo>
                    <a:pt x="2129" y="1527"/>
                    <a:pt x="2310" y="1448"/>
                    <a:pt x="2510" y="1448"/>
                  </a:cubicBezTo>
                  <a:cubicBezTo>
                    <a:pt x="2663" y="1448"/>
                    <a:pt x="2815" y="1494"/>
                    <a:pt x="2938" y="1577"/>
                  </a:cubicBezTo>
                  <a:cubicBezTo>
                    <a:pt x="3031" y="1639"/>
                    <a:pt x="3111" y="1729"/>
                    <a:pt x="3176" y="1844"/>
                  </a:cubicBezTo>
                  <a:cubicBezTo>
                    <a:pt x="3193" y="1874"/>
                    <a:pt x="3208" y="1905"/>
                    <a:pt x="3222" y="1935"/>
                  </a:cubicBezTo>
                  <a:cubicBezTo>
                    <a:pt x="3232" y="1956"/>
                    <a:pt x="3242" y="1977"/>
                    <a:pt x="3252" y="1998"/>
                  </a:cubicBezTo>
                  <a:cubicBezTo>
                    <a:pt x="3260" y="2013"/>
                    <a:pt x="3268" y="2028"/>
                    <a:pt x="3276" y="2043"/>
                  </a:cubicBezTo>
                  <a:cubicBezTo>
                    <a:pt x="3351" y="2190"/>
                    <a:pt x="3415" y="2316"/>
                    <a:pt x="3575" y="2360"/>
                  </a:cubicBezTo>
                  <a:cubicBezTo>
                    <a:pt x="3602" y="2367"/>
                    <a:pt x="3620" y="2392"/>
                    <a:pt x="3619" y="2420"/>
                  </a:cubicBezTo>
                  <a:cubicBezTo>
                    <a:pt x="3618" y="2448"/>
                    <a:pt x="3598" y="2471"/>
                    <a:pt x="3571" y="2476"/>
                  </a:cubicBezTo>
                  <a:cubicBezTo>
                    <a:pt x="3553" y="2480"/>
                    <a:pt x="3534" y="2482"/>
                    <a:pt x="3516" y="2482"/>
                  </a:cubicBezTo>
                  <a:cubicBezTo>
                    <a:pt x="3465" y="2482"/>
                    <a:pt x="3415" y="2468"/>
                    <a:pt x="3358" y="2440"/>
                  </a:cubicBezTo>
                  <a:cubicBezTo>
                    <a:pt x="3270" y="2395"/>
                    <a:pt x="3198" y="2323"/>
                    <a:pt x="3133" y="2213"/>
                  </a:cubicBezTo>
                  <a:lnTo>
                    <a:pt x="3111" y="2177"/>
                  </a:lnTo>
                  <a:cubicBezTo>
                    <a:pt x="3065" y="2100"/>
                    <a:pt x="3017" y="2021"/>
                    <a:pt x="2972" y="1942"/>
                  </a:cubicBezTo>
                  <a:cubicBezTo>
                    <a:pt x="2877" y="1779"/>
                    <a:pt x="2743" y="1703"/>
                    <a:pt x="2550" y="1703"/>
                  </a:cubicBezTo>
                  <a:cubicBezTo>
                    <a:pt x="2518" y="1703"/>
                    <a:pt x="2483" y="1706"/>
                    <a:pt x="2447" y="1710"/>
                  </a:cubicBezTo>
                  <a:cubicBezTo>
                    <a:pt x="2254" y="1734"/>
                    <a:pt x="2109" y="1840"/>
                    <a:pt x="2004" y="2034"/>
                  </a:cubicBezTo>
                  <a:cubicBezTo>
                    <a:pt x="1994" y="2053"/>
                    <a:pt x="1973" y="2065"/>
                    <a:pt x="1951" y="2065"/>
                  </a:cubicBezTo>
                  <a:cubicBezTo>
                    <a:pt x="1927" y="2065"/>
                    <a:pt x="1905" y="2051"/>
                    <a:pt x="1896" y="2029"/>
                  </a:cubicBezTo>
                  <a:cubicBezTo>
                    <a:pt x="1878" y="1990"/>
                    <a:pt x="1897" y="1785"/>
                    <a:pt x="2001" y="1670"/>
                  </a:cubicBezTo>
                  <a:moveTo>
                    <a:pt x="0" y="2654"/>
                  </a:moveTo>
                  <a:cubicBezTo>
                    <a:pt x="375" y="2354"/>
                    <a:pt x="873" y="2236"/>
                    <a:pt x="1358" y="2363"/>
                  </a:cubicBezTo>
                  <a:cubicBezTo>
                    <a:pt x="1378" y="2368"/>
                    <a:pt x="1398" y="2374"/>
                    <a:pt x="1417" y="2380"/>
                  </a:cubicBezTo>
                  <a:cubicBezTo>
                    <a:pt x="1474" y="2359"/>
                    <a:pt x="1536" y="2349"/>
                    <a:pt x="1602" y="2349"/>
                  </a:cubicBezTo>
                  <a:cubicBezTo>
                    <a:pt x="1731" y="2349"/>
                    <a:pt x="1846" y="2389"/>
                    <a:pt x="1879" y="2408"/>
                  </a:cubicBezTo>
                  <a:cubicBezTo>
                    <a:pt x="1998" y="2474"/>
                    <a:pt x="2096" y="2563"/>
                    <a:pt x="2169" y="2674"/>
                  </a:cubicBezTo>
                  <a:cubicBezTo>
                    <a:pt x="2186" y="2698"/>
                    <a:pt x="2181" y="2732"/>
                    <a:pt x="2159" y="2751"/>
                  </a:cubicBezTo>
                  <a:cubicBezTo>
                    <a:pt x="2148" y="2761"/>
                    <a:pt x="2134" y="2766"/>
                    <a:pt x="2119" y="2766"/>
                  </a:cubicBezTo>
                  <a:cubicBezTo>
                    <a:pt x="2106" y="2766"/>
                    <a:pt x="2092" y="2762"/>
                    <a:pt x="2081" y="2752"/>
                  </a:cubicBezTo>
                  <a:cubicBezTo>
                    <a:pt x="2024" y="2704"/>
                    <a:pt x="1957" y="2649"/>
                    <a:pt x="1884" y="2606"/>
                  </a:cubicBezTo>
                  <a:cubicBezTo>
                    <a:pt x="2273" y="2881"/>
                    <a:pt x="2518" y="3320"/>
                    <a:pt x="2542" y="3825"/>
                  </a:cubicBezTo>
                  <a:cubicBezTo>
                    <a:pt x="2548" y="3960"/>
                    <a:pt x="2528" y="4094"/>
                    <a:pt x="2498" y="4225"/>
                  </a:cubicBezTo>
                  <a:cubicBezTo>
                    <a:pt x="2480" y="4303"/>
                    <a:pt x="2508" y="4324"/>
                    <a:pt x="2580" y="4324"/>
                  </a:cubicBezTo>
                  <a:cubicBezTo>
                    <a:pt x="2764" y="4323"/>
                    <a:pt x="2947" y="4323"/>
                    <a:pt x="3131" y="4322"/>
                  </a:cubicBezTo>
                  <a:cubicBezTo>
                    <a:pt x="3134" y="4060"/>
                    <a:pt x="3074" y="3830"/>
                    <a:pt x="2957" y="3675"/>
                  </a:cubicBezTo>
                  <a:cubicBezTo>
                    <a:pt x="2943" y="3657"/>
                    <a:pt x="2941" y="3632"/>
                    <a:pt x="2952" y="3611"/>
                  </a:cubicBezTo>
                  <a:cubicBezTo>
                    <a:pt x="2963" y="3592"/>
                    <a:pt x="2983" y="3580"/>
                    <a:pt x="3005" y="3580"/>
                  </a:cubicBezTo>
                  <a:lnTo>
                    <a:pt x="3009" y="3580"/>
                  </a:lnTo>
                  <a:cubicBezTo>
                    <a:pt x="3054" y="3583"/>
                    <a:pt x="3080" y="3609"/>
                    <a:pt x="3094" y="3623"/>
                  </a:cubicBezTo>
                  <a:cubicBezTo>
                    <a:pt x="3096" y="3625"/>
                    <a:pt x="3098" y="3627"/>
                    <a:pt x="3100" y="3628"/>
                  </a:cubicBezTo>
                  <a:cubicBezTo>
                    <a:pt x="3280" y="3795"/>
                    <a:pt x="3329" y="4016"/>
                    <a:pt x="3352" y="4190"/>
                  </a:cubicBezTo>
                  <a:cubicBezTo>
                    <a:pt x="3357" y="4231"/>
                    <a:pt x="3360" y="4274"/>
                    <a:pt x="3362" y="4322"/>
                  </a:cubicBezTo>
                  <a:cubicBezTo>
                    <a:pt x="3571" y="4322"/>
                    <a:pt x="3780" y="4322"/>
                    <a:pt x="3989" y="4324"/>
                  </a:cubicBezTo>
                  <a:cubicBezTo>
                    <a:pt x="4084" y="4324"/>
                    <a:pt x="4093" y="4275"/>
                    <a:pt x="4093" y="4199"/>
                  </a:cubicBezTo>
                  <a:cubicBezTo>
                    <a:pt x="4093" y="3945"/>
                    <a:pt x="4092" y="3691"/>
                    <a:pt x="4092" y="3437"/>
                  </a:cubicBezTo>
                  <a:cubicBezTo>
                    <a:pt x="4089" y="3427"/>
                    <a:pt x="4085" y="3418"/>
                    <a:pt x="4082" y="3409"/>
                  </a:cubicBezTo>
                  <a:cubicBezTo>
                    <a:pt x="4005" y="3206"/>
                    <a:pt x="3859" y="3096"/>
                    <a:pt x="3648" y="3082"/>
                  </a:cubicBezTo>
                  <a:cubicBezTo>
                    <a:pt x="3625" y="3080"/>
                    <a:pt x="3605" y="3065"/>
                    <a:pt x="3596" y="3044"/>
                  </a:cubicBezTo>
                  <a:cubicBezTo>
                    <a:pt x="3588" y="3022"/>
                    <a:pt x="3592" y="2998"/>
                    <a:pt x="3608" y="2981"/>
                  </a:cubicBezTo>
                  <a:cubicBezTo>
                    <a:pt x="3649" y="2937"/>
                    <a:pt x="3707" y="2914"/>
                    <a:pt x="3775" y="2914"/>
                  </a:cubicBezTo>
                  <a:cubicBezTo>
                    <a:pt x="3844" y="2914"/>
                    <a:pt x="3924" y="2937"/>
                    <a:pt x="4013" y="2982"/>
                  </a:cubicBezTo>
                  <a:cubicBezTo>
                    <a:pt x="4020" y="2949"/>
                    <a:pt x="4026" y="2914"/>
                    <a:pt x="4032" y="2879"/>
                  </a:cubicBezTo>
                  <a:cubicBezTo>
                    <a:pt x="4034" y="2865"/>
                    <a:pt x="4036" y="2852"/>
                    <a:pt x="4038" y="2839"/>
                  </a:cubicBezTo>
                  <a:cubicBezTo>
                    <a:pt x="4091" y="2535"/>
                    <a:pt x="4098" y="2282"/>
                    <a:pt x="4060" y="2045"/>
                  </a:cubicBezTo>
                  <a:cubicBezTo>
                    <a:pt x="4008" y="1713"/>
                    <a:pt x="3814" y="1489"/>
                    <a:pt x="3469" y="1363"/>
                  </a:cubicBezTo>
                  <a:cubicBezTo>
                    <a:pt x="3300" y="1301"/>
                    <a:pt x="3112" y="1271"/>
                    <a:pt x="2895" y="1271"/>
                  </a:cubicBezTo>
                  <a:lnTo>
                    <a:pt x="2860" y="1271"/>
                  </a:lnTo>
                  <a:lnTo>
                    <a:pt x="2844" y="1271"/>
                  </a:lnTo>
                  <a:cubicBezTo>
                    <a:pt x="2825" y="1271"/>
                    <a:pt x="2799" y="1271"/>
                    <a:pt x="2771" y="1266"/>
                  </a:cubicBezTo>
                  <a:cubicBezTo>
                    <a:pt x="2744" y="1261"/>
                    <a:pt x="2724" y="1240"/>
                    <a:pt x="2721" y="1213"/>
                  </a:cubicBezTo>
                  <a:cubicBezTo>
                    <a:pt x="2718" y="1187"/>
                    <a:pt x="2734" y="1162"/>
                    <a:pt x="2758" y="1152"/>
                  </a:cubicBezTo>
                  <a:cubicBezTo>
                    <a:pt x="2849" y="1115"/>
                    <a:pt x="2943" y="1106"/>
                    <a:pt x="3034" y="1096"/>
                  </a:cubicBezTo>
                  <a:lnTo>
                    <a:pt x="3058" y="1094"/>
                  </a:lnTo>
                  <a:lnTo>
                    <a:pt x="3063" y="1093"/>
                  </a:lnTo>
                  <a:cubicBezTo>
                    <a:pt x="3083" y="1091"/>
                    <a:pt x="3104" y="1089"/>
                    <a:pt x="3126" y="1089"/>
                  </a:cubicBezTo>
                  <a:cubicBezTo>
                    <a:pt x="3142" y="1089"/>
                    <a:pt x="3157" y="1090"/>
                    <a:pt x="3171" y="1093"/>
                  </a:cubicBezTo>
                  <a:cubicBezTo>
                    <a:pt x="3177" y="1094"/>
                    <a:pt x="3183" y="1094"/>
                    <a:pt x="3188" y="1094"/>
                  </a:cubicBezTo>
                  <a:cubicBezTo>
                    <a:pt x="3210" y="1094"/>
                    <a:pt x="3228" y="1086"/>
                    <a:pt x="3257" y="1042"/>
                  </a:cubicBezTo>
                  <a:cubicBezTo>
                    <a:pt x="3356" y="887"/>
                    <a:pt x="3391" y="767"/>
                    <a:pt x="3372" y="639"/>
                  </a:cubicBezTo>
                  <a:cubicBezTo>
                    <a:pt x="3369" y="615"/>
                    <a:pt x="3381" y="590"/>
                    <a:pt x="3403" y="578"/>
                  </a:cubicBezTo>
                  <a:cubicBezTo>
                    <a:pt x="3412" y="573"/>
                    <a:pt x="3421" y="571"/>
                    <a:pt x="3432" y="571"/>
                  </a:cubicBezTo>
                  <a:cubicBezTo>
                    <a:pt x="3446" y="571"/>
                    <a:pt x="3459" y="576"/>
                    <a:pt x="3470" y="585"/>
                  </a:cubicBezTo>
                  <a:cubicBezTo>
                    <a:pt x="3596" y="692"/>
                    <a:pt x="3567" y="863"/>
                    <a:pt x="3465" y="1118"/>
                  </a:cubicBezTo>
                  <a:cubicBezTo>
                    <a:pt x="3673" y="1172"/>
                    <a:pt x="3842" y="1261"/>
                    <a:pt x="3979" y="1388"/>
                  </a:cubicBezTo>
                  <a:cubicBezTo>
                    <a:pt x="4108" y="1076"/>
                    <a:pt x="4147" y="783"/>
                    <a:pt x="4097" y="495"/>
                  </a:cubicBezTo>
                  <a:cubicBezTo>
                    <a:pt x="4084" y="417"/>
                    <a:pt x="4055" y="341"/>
                    <a:pt x="4026" y="271"/>
                  </a:cubicBezTo>
                  <a:cubicBezTo>
                    <a:pt x="3965" y="121"/>
                    <a:pt x="3846" y="44"/>
                    <a:pt x="3628" y="11"/>
                  </a:cubicBezTo>
                  <a:cubicBezTo>
                    <a:pt x="3581" y="4"/>
                    <a:pt x="3534" y="0"/>
                    <a:pt x="3489" y="0"/>
                  </a:cubicBezTo>
                  <a:cubicBezTo>
                    <a:pt x="3255" y="0"/>
                    <a:pt x="3034" y="92"/>
                    <a:pt x="2813" y="280"/>
                  </a:cubicBezTo>
                  <a:cubicBezTo>
                    <a:pt x="2718" y="361"/>
                    <a:pt x="2631" y="459"/>
                    <a:pt x="2540" y="591"/>
                  </a:cubicBezTo>
                  <a:cubicBezTo>
                    <a:pt x="2516" y="626"/>
                    <a:pt x="2501" y="669"/>
                    <a:pt x="2485" y="714"/>
                  </a:cubicBezTo>
                  <a:cubicBezTo>
                    <a:pt x="2474" y="746"/>
                    <a:pt x="2463" y="778"/>
                    <a:pt x="2448" y="809"/>
                  </a:cubicBezTo>
                  <a:lnTo>
                    <a:pt x="2447" y="813"/>
                  </a:lnTo>
                  <a:cubicBezTo>
                    <a:pt x="2442" y="829"/>
                    <a:pt x="2430" y="865"/>
                    <a:pt x="2385" y="881"/>
                  </a:cubicBezTo>
                  <a:cubicBezTo>
                    <a:pt x="2378" y="883"/>
                    <a:pt x="2372" y="884"/>
                    <a:pt x="2365" y="884"/>
                  </a:cubicBezTo>
                  <a:cubicBezTo>
                    <a:pt x="2356" y="884"/>
                    <a:pt x="2346" y="882"/>
                    <a:pt x="2338" y="878"/>
                  </a:cubicBezTo>
                  <a:cubicBezTo>
                    <a:pt x="2323" y="870"/>
                    <a:pt x="2313" y="857"/>
                    <a:pt x="2308" y="842"/>
                  </a:cubicBezTo>
                  <a:cubicBezTo>
                    <a:pt x="2283" y="759"/>
                    <a:pt x="2280" y="672"/>
                    <a:pt x="2298" y="583"/>
                  </a:cubicBezTo>
                  <a:lnTo>
                    <a:pt x="2296" y="583"/>
                  </a:lnTo>
                  <a:cubicBezTo>
                    <a:pt x="2163" y="583"/>
                    <a:pt x="1986" y="646"/>
                    <a:pt x="1919" y="763"/>
                  </a:cubicBezTo>
                  <a:cubicBezTo>
                    <a:pt x="1916" y="769"/>
                    <a:pt x="1914" y="773"/>
                    <a:pt x="1913" y="775"/>
                  </a:cubicBezTo>
                  <a:cubicBezTo>
                    <a:pt x="1914" y="777"/>
                    <a:pt x="1917" y="779"/>
                    <a:pt x="1920" y="782"/>
                  </a:cubicBezTo>
                  <a:cubicBezTo>
                    <a:pt x="2055" y="910"/>
                    <a:pt x="2117" y="1060"/>
                    <a:pt x="2106" y="1229"/>
                  </a:cubicBezTo>
                  <a:cubicBezTo>
                    <a:pt x="2105" y="1237"/>
                    <a:pt x="2105" y="1249"/>
                    <a:pt x="2102" y="1260"/>
                  </a:cubicBezTo>
                  <a:cubicBezTo>
                    <a:pt x="2098" y="1281"/>
                    <a:pt x="2086" y="1293"/>
                    <a:pt x="2082" y="1296"/>
                  </a:cubicBezTo>
                  <a:cubicBezTo>
                    <a:pt x="2071" y="1310"/>
                    <a:pt x="2054" y="1317"/>
                    <a:pt x="2037" y="1317"/>
                  </a:cubicBezTo>
                  <a:cubicBezTo>
                    <a:pt x="2033" y="1317"/>
                    <a:pt x="2030" y="1317"/>
                    <a:pt x="2026" y="1316"/>
                  </a:cubicBezTo>
                  <a:cubicBezTo>
                    <a:pt x="2005" y="1313"/>
                    <a:pt x="1968" y="1298"/>
                    <a:pt x="1960" y="1242"/>
                  </a:cubicBezTo>
                  <a:cubicBezTo>
                    <a:pt x="1878" y="1017"/>
                    <a:pt x="1713" y="879"/>
                    <a:pt x="1483" y="844"/>
                  </a:cubicBezTo>
                  <a:cubicBezTo>
                    <a:pt x="1458" y="840"/>
                    <a:pt x="1434" y="838"/>
                    <a:pt x="1411" y="838"/>
                  </a:cubicBezTo>
                  <a:cubicBezTo>
                    <a:pt x="1263" y="838"/>
                    <a:pt x="1129" y="912"/>
                    <a:pt x="1024" y="1053"/>
                  </a:cubicBezTo>
                  <a:cubicBezTo>
                    <a:pt x="947" y="1155"/>
                    <a:pt x="897" y="1281"/>
                    <a:pt x="872" y="1439"/>
                  </a:cubicBezTo>
                  <a:cubicBezTo>
                    <a:pt x="859" y="1519"/>
                    <a:pt x="817" y="1559"/>
                    <a:pt x="736" y="1568"/>
                  </a:cubicBezTo>
                  <a:cubicBezTo>
                    <a:pt x="662" y="1576"/>
                    <a:pt x="590" y="1603"/>
                    <a:pt x="521" y="1649"/>
                  </a:cubicBezTo>
                  <a:cubicBezTo>
                    <a:pt x="403" y="1729"/>
                    <a:pt x="337" y="1876"/>
                    <a:pt x="353" y="2018"/>
                  </a:cubicBezTo>
                  <a:cubicBezTo>
                    <a:pt x="539" y="2023"/>
                    <a:pt x="655" y="2052"/>
                    <a:pt x="752" y="2168"/>
                  </a:cubicBezTo>
                  <a:cubicBezTo>
                    <a:pt x="768" y="2188"/>
                    <a:pt x="770" y="2216"/>
                    <a:pt x="756" y="2238"/>
                  </a:cubicBezTo>
                  <a:cubicBezTo>
                    <a:pt x="745" y="2256"/>
                    <a:pt x="726" y="2266"/>
                    <a:pt x="706" y="2266"/>
                  </a:cubicBezTo>
                  <a:cubicBezTo>
                    <a:pt x="701" y="2266"/>
                    <a:pt x="696" y="2265"/>
                    <a:pt x="691" y="2264"/>
                  </a:cubicBezTo>
                  <a:cubicBezTo>
                    <a:pt x="595" y="2240"/>
                    <a:pt x="515" y="2229"/>
                    <a:pt x="441" y="2229"/>
                  </a:cubicBezTo>
                  <a:lnTo>
                    <a:pt x="427" y="2229"/>
                  </a:lnTo>
                  <a:cubicBezTo>
                    <a:pt x="370" y="2230"/>
                    <a:pt x="319" y="2248"/>
                    <a:pt x="270" y="2283"/>
                  </a:cubicBezTo>
                  <a:cubicBezTo>
                    <a:pt x="129" y="2386"/>
                    <a:pt x="39" y="2508"/>
                    <a:pt x="0" y="26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3925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 rot="1165470">
            <a:off x="10818969" y="5584557"/>
            <a:ext cx="1904727" cy="1158283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p9"/>
          <p:cNvGrpSpPr/>
          <p:nvPr/>
        </p:nvGrpSpPr>
        <p:grpSpPr>
          <a:xfrm rot="7201116">
            <a:off x="-408569" y="2927537"/>
            <a:ext cx="2334233" cy="1419469"/>
            <a:chOff x="4949280" y="2561760"/>
            <a:chExt cx="3684600" cy="2240640"/>
          </a:xfrm>
        </p:grpSpPr>
        <p:sp>
          <p:nvSpPr>
            <p:cNvPr id="159" name="Google Shape;159;p9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" name="Google Shape;167;p9"/>
          <p:cNvGrpSpPr/>
          <p:nvPr/>
        </p:nvGrpSpPr>
        <p:grpSpPr>
          <a:xfrm rot="900965">
            <a:off x="-477110" y="410641"/>
            <a:ext cx="2339207" cy="1421723"/>
            <a:chOff x="2544840" y="154440"/>
            <a:chExt cx="3692520" cy="2244240"/>
          </a:xfrm>
        </p:grpSpPr>
        <p:sp>
          <p:nvSpPr>
            <p:cNvPr id="168" name="Google Shape;168;p9"/>
            <p:cNvSpPr/>
            <p:nvPr/>
          </p:nvSpPr>
          <p:spPr>
            <a:xfrm>
              <a:off x="2544840" y="154440"/>
              <a:ext cx="3692520" cy="2244240"/>
            </a:xfrm>
            <a:custGeom>
              <a:avLst/>
              <a:gdLst/>
              <a:ahLst/>
              <a:cxnLst/>
              <a:rect l="l" t="t" r="r" b="b"/>
              <a:pathLst>
                <a:path w="10257" h="6234" extrusionOk="0">
                  <a:moveTo>
                    <a:pt x="309" y="3816"/>
                  </a:moveTo>
                  <a:cubicBezTo>
                    <a:pt x="685" y="4204"/>
                    <a:pt x="1175" y="4286"/>
                    <a:pt x="1651" y="4038"/>
                  </a:cubicBezTo>
                  <a:cubicBezTo>
                    <a:pt x="1739" y="3992"/>
                    <a:pt x="1824" y="3938"/>
                    <a:pt x="1911" y="3888"/>
                  </a:cubicBezTo>
                  <a:cubicBezTo>
                    <a:pt x="1995" y="3841"/>
                    <a:pt x="2012" y="3850"/>
                    <a:pt x="2013" y="3946"/>
                  </a:cubicBezTo>
                  <a:cubicBezTo>
                    <a:pt x="2015" y="4129"/>
                    <a:pt x="2013" y="4312"/>
                    <a:pt x="2013" y="4495"/>
                  </a:cubicBezTo>
                  <a:cubicBezTo>
                    <a:pt x="2013" y="4678"/>
                    <a:pt x="2013" y="4861"/>
                    <a:pt x="2013" y="5045"/>
                  </a:cubicBezTo>
                  <a:lnTo>
                    <a:pt x="2014" y="5045"/>
                  </a:lnTo>
                  <a:cubicBezTo>
                    <a:pt x="2014" y="5393"/>
                    <a:pt x="2013" y="5742"/>
                    <a:pt x="2014" y="6091"/>
                  </a:cubicBezTo>
                  <a:cubicBezTo>
                    <a:pt x="2014" y="6230"/>
                    <a:pt x="2016" y="6233"/>
                    <a:pt x="2150" y="6233"/>
                  </a:cubicBezTo>
                  <a:cubicBezTo>
                    <a:pt x="2595" y="6233"/>
                    <a:pt x="3041" y="6233"/>
                    <a:pt x="3486" y="6233"/>
                  </a:cubicBezTo>
                  <a:cubicBezTo>
                    <a:pt x="3623" y="6232"/>
                    <a:pt x="3625" y="6231"/>
                    <a:pt x="3597" y="6100"/>
                  </a:cubicBezTo>
                  <a:cubicBezTo>
                    <a:pt x="3507" y="5672"/>
                    <a:pt x="3588" y="5270"/>
                    <a:pt x="3831" y="4914"/>
                  </a:cubicBezTo>
                  <a:cubicBezTo>
                    <a:pt x="3837" y="4904"/>
                    <a:pt x="3843" y="4895"/>
                    <a:pt x="3850" y="4886"/>
                  </a:cubicBezTo>
                  <a:cubicBezTo>
                    <a:pt x="3937" y="4763"/>
                    <a:pt x="4040" y="4655"/>
                    <a:pt x="4153" y="4564"/>
                  </a:cubicBezTo>
                  <a:cubicBezTo>
                    <a:pt x="4528" y="4264"/>
                    <a:pt x="5026" y="4146"/>
                    <a:pt x="5511" y="4273"/>
                  </a:cubicBezTo>
                  <a:cubicBezTo>
                    <a:pt x="5531" y="4278"/>
                    <a:pt x="5551" y="4284"/>
                    <a:pt x="5570" y="4290"/>
                  </a:cubicBezTo>
                  <a:cubicBezTo>
                    <a:pt x="5742" y="4341"/>
                    <a:pt x="5899" y="4418"/>
                    <a:pt x="6037" y="4516"/>
                  </a:cubicBezTo>
                  <a:cubicBezTo>
                    <a:pt x="6426" y="4791"/>
                    <a:pt x="6671" y="5230"/>
                    <a:pt x="6695" y="5735"/>
                  </a:cubicBezTo>
                  <a:cubicBezTo>
                    <a:pt x="6701" y="5870"/>
                    <a:pt x="6681" y="6004"/>
                    <a:pt x="6651" y="6135"/>
                  </a:cubicBezTo>
                  <a:cubicBezTo>
                    <a:pt x="6633" y="6213"/>
                    <a:pt x="6661" y="6234"/>
                    <a:pt x="6733" y="6234"/>
                  </a:cubicBezTo>
                  <a:cubicBezTo>
                    <a:pt x="6917" y="6233"/>
                    <a:pt x="7100" y="6233"/>
                    <a:pt x="7284" y="6232"/>
                  </a:cubicBezTo>
                  <a:cubicBezTo>
                    <a:pt x="7361" y="6232"/>
                    <a:pt x="7438" y="6232"/>
                    <a:pt x="7515" y="6232"/>
                  </a:cubicBezTo>
                  <a:cubicBezTo>
                    <a:pt x="7724" y="6232"/>
                    <a:pt x="7933" y="6232"/>
                    <a:pt x="8142" y="6234"/>
                  </a:cubicBezTo>
                  <a:cubicBezTo>
                    <a:pt x="8237" y="6234"/>
                    <a:pt x="8246" y="6185"/>
                    <a:pt x="8246" y="6109"/>
                  </a:cubicBezTo>
                  <a:cubicBezTo>
                    <a:pt x="8246" y="5855"/>
                    <a:pt x="8245" y="5601"/>
                    <a:pt x="8245" y="5347"/>
                  </a:cubicBezTo>
                  <a:cubicBezTo>
                    <a:pt x="8245" y="4920"/>
                    <a:pt x="8245" y="4495"/>
                    <a:pt x="8246" y="4068"/>
                  </a:cubicBezTo>
                  <a:cubicBezTo>
                    <a:pt x="8246" y="4022"/>
                    <a:pt x="8223" y="3959"/>
                    <a:pt x="8268" y="3933"/>
                  </a:cubicBezTo>
                  <a:cubicBezTo>
                    <a:pt x="8320" y="3901"/>
                    <a:pt x="8361" y="3960"/>
                    <a:pt x="8402" y="3986"/>
                  </a:cubicBezTo>
                  <a:cubicBezTo>
                    <a:pt x="8493" y="4044"/>
                    <a:pt x="8585" y="4096"/>
                    <a:pt x="8681" y="4137"/>
                  </a:cubicBezTo>
                  <a:cubicBezTo>
                    <a:pt x="8841" y="4206"/>
                    <a:pt x="9010" y="4247"/>
                    <a:pt x="9197" y="4241"/>
                  </a:cubicBezTo>
                  <a:cubicBezTo>
                    <a:pt x="9220" y="4241"/>
                    <a:pt x="9244" y="4240"/>
                    <a:pt x="9266" y="4237"/>
                  </a:cubicBezTo>
                  <a:lnTo>
                    <a:pt x="9267" y="4237"/>
                  </a:lnTo>
                  <a:cubicBezTo>
                    <a:pt x="9392" y="4225"/>
                    <a:pt x="9510" y="4191"/>
                    <a:pt x="9618" y="4139"/>
                  </a:cubicBezTo>
                  <a:cubicBezTo>
                    <a:pt x="9846" y="4030"/>
                    <a:pt x="10028" y="3841"/>
                    <a:pt x="10138" y="3617"/>
                  </a:cubicBezTo>
                  <a:cubicBezTo>
                    <a:pt x="10179" y="3535"/>
                    <a:pt x="10210" y="3448"/>
                    <a:pt x="10230" y="3359"/>
                  </a:cubicBezTo>
                  <a:cubicBezTo>
                    <a:pt x="10283" y="3123"/>
                    <a:pt x="10260" y="2869"/>
                    <a:pt x="10140" y="2637"/>
                  </a:cubicBezTo>
                  <a:cubicBezTo>
                    <a:pt x="9888" y="2153"/>
                    <a:pt x="9349" y="1893"/>
                    <a:pt x="8821" y="2050"/>
                  </a:cubicBezTo>
                  <a:cubicBezTo>
                    <a:pt x="8800" y="2056"/>
                    <a:pt x="8778" y="2063"/>
                    <a:pt x="8757" y="2071"/>
                  </a:cubicBezTo>
                  <a:cubicBezTo>
                    <a:pt x="8623" y="2120"/>
                    <a:pt x="8507" y="2202"/>
                    <a:pt x="8382" y="2268"/>
                  </a:cubicBezTo>
                  <a:cubicBezTo>
                    <a:pt x="8345" y="2288"/>
                    <a:pt x="8309" y="2340"/>
                    <a:pt x="8264" y="2313"/>
                  </a:cubicBezTo>
                  <a:cubicBezTo>
                    <a:pt x="8226" y="2290"/>
                    <a:pt x="8246" y="2236"/>
                    <a:pt x="8246" y="2197"/>
                  </a:cubicBezTo>
                  <a:cubicBezTo>
                    <a:pt x="8246" y="2058"/>
                    <a:pt x="8246" y="1919"/>
                    <a:pt x="8246" y="1780"/>
                  </a:cubicBezTo>
                  <a:cubicBezTo>
                    <a:pt x="8245" y="1239"/>
                    <a:pt x="8245" y="697"/>
                    <a:pt x="8245" y="155"/>
                  </a:cubicBezTo>
                  <a:cubicBezTo>
                    <a:pt x="8245" y="1"/>
                    <a:pt x="8244" y="1"/>
                    <a:pt x="8090" y="1"/>
                  </a:cubicBezTo>
                  <a:cubicBezTo>
                    <a:pt x="7624" y="1"/>
                    <a:pt x="7158" y="5"/>
                    <a:pt x="6692" y="2"/>
                  </a:cubicBezTo>
                  <a:cubicBezTo>
                    <a:pt x="6598" y="1"/>
                    <a:pt x="6573" y="25"/>
                    <a:pt x="6591" y="122"/>
                  </a:cubicBezTo>
                  <a:cubicBezTo>
                    <a:pt x="6715" y="792"/>
                    <a:pt x="6498" y="1336"/>
                    <a:pt x="5951" y="1737"/>
                  </a:cubicBezTo>
                  <a:cubicBezTo>
                    <a:pt x="5027" y="2415"/>
                    <a:pt x="3663" y="1819"/>
                    <a:pt x="3516" y="681"/>
                  </a:cubicBezTo>
                  <a:cubicBezTo>
                    <a:pt x="3492" y="493"/>
                    <a:pt x="3499" y="310"/>
                    <a:pt x="3535" y="126"/>
                  </a:cubicBezTo>
                  <a:cubicBezTo>
                    <a:pt x="3558" y="9"/>
                    <a:pt x="3552" y="1"/>
                    <a:pt x="3431" y="1"/>
                  </a:cubicBezTo>
                  <a:cubicBezTo>
                    <a:pt x="3103" y="1"/>
                    <a:pt x="2775" y="-1"/>
                    <a:pt x="2447" y="1"/>
                  </a:cubicBezTo>
                  <a:cubicBezTo>
                    <a:pt x="2162" y="4"/>
                    <a:pt x="2014" y="155"/>
                    <a:pt x="2013" y="439"/>
                  </a:cubicBezTo>
                  <a:cubicBezTo>
                    <a:pt x="2013" y="1009"/>
                    <a:pt x="2014" y="1579"/>
                    <a:pt x="2014" y="2149"/>
                  </a:cubicBezTo>
                  <a:cubicBezTo>
                    <a:pt x="2014" y="2277"/>
                    <a:pt x="2009" y="2280"/>
                    <a:pt x="1898" y="2219"/>
                  </a:cubicBezTo>
                  <a:cubicBezTo>
                    <a:pt x="1714" y="2118"/>
                    <a:pt x="1541" y="1998"/>
                    <a:pt x="1328" y="1958"/>
                  </a:cubicBezTo>
                  <a:cubicBezTo>
                    <a:pt x="865" y="1871"/>
                    <a:pt x="369" y="2096"/>
                    <a:pt x="147" y="2504"/>
                  </a:cubicBezTo>
                  <a:cubicBezTo>
                    <a:pt x="-96" y="2952"/>
                    <a:pt x="-33" y="3462"/>
                    <a:pt x="309" y="38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3929400" y="741960"/>
              <a:ext cx="2307960" cy="1656720"/>
            </a:xfrm>
            <a:custGeom>
              <a:avLst/>
              <a:gdLst/>
              <a:ahLst/>
              <a:cxnLst/>
              <a:rect l="l" t="t" r="r" b="b"/>
              <a:pathLst>
                <a:path w="6411" h="4602" extrusionOk="0">
                  <a:moveTo>
                    <a:pt x="4" y="3254"/>
                  </a:moveTo>
                  <a:cubicBezTo>
                    <a:pt x="91" y="3131"/>
                    <a:pt x="194" y="3023"/>
                    <a:pt x="307" y="2932"/>
                  </a:cubicBezTo>
                  <a:cubicBezTo>
                    <a:pt x="682" y="2632"/>
                    <a:pt x="1180" y="2514"/>
                    <a:pt x="1665" y="2641"/>
                  </a:cubicBezTo>
                  <a:cubicBezTo>
                    <a:pt x="1685" y="2646"/>
                    <a:pt x="1705" y="2652"/>
                    <a:pt x="1724" y="2658"/>
                  </a:cubicBezTo>
                  <a:cubicBezTo>
                    <a:pt x="1896" y="2709"/>
                    <a:pt x="2053" y="2786"/>
                    <a:pt x="2191" y="2884"/>
                  </a:cubicBezTo>
                  <a:cubicBezTo>
                    <a:pt x="2580" y="3159"/>
                    <a:pt x="2825" y="3598"/>
                    <a:pt x="2849" y="4103"/>
                  </a:cubicBezTo>
                  <a:cubicBezTo>
                    <a:pt x="2855" y="4238"/>
                    <a:pt x="2835" y="4372"/>
                    <a:pt x="2805" y="4503"/>
                  </a:cubicBezTo>
                  <a:cubicBezTo>
                    <a:pt x="2787" y="4581"/>
                    <a:pt x="2815" y="4602"/>
                    <a:pt x="2887" y="4602"/>
                  </a:cubicBezTo>
                  <a:cubicBezTo>
                    <a:pt x="3071" y="4601"/>
                    <a:pt x="3254" y="4601"/>
                    <a:pt x="3438" y="4600"/>
                  </a:cubicBezTo>
                  <a:cubicBezTo>
                    <a:pt x="3515" y="4600"/>
                    <a:pt x="3592" y="4600"/>
                    <a:pt x="3669" y="4600"/>
                  </a:cubicBezTo>
                  <a:cubicBezTo>
                    <a:pt x="3878" y="4600"/>
                    <a:pt x="4087" y="4600"/>
                    <a:pt x="4296" y="4602"/>
                  </a:cubicBezTo>
                  <a:cubicBezTo>
                    <a:pt x="4391" y="4602"/>
                    <a:pt x="4400" y="4553"/>
                    <a:pt x="4400" y="4477"/>
                  </a:cubicBezTo>
                  <a:cubicBezTo>
                    <a:pt x="4400" y="4223"/>
                    <a:pt x="4399" y="3969"/>
                    <a:pt x="4399" y="3715"/>
                  </a:cubicBezTo>
                  <a:cubicBezTo>
                    <a:pt x="4399" y="3288"/>
                    <a:pt x="4399" y="2863"/>
                    <a:pt x="4400" y="2436"/>
                  </a:cubicBezTo>
                  <a:cubicBezTo>
                    <a:pt x="4400" y="2390"/>
                    <a:pt x="4377" y="2327"/>
                    <a:pt x="4422" y="2301"/>
                  </a:cubicBezTo>
                  <a:cubicBezTo>
                    <a:pt x="4474" y="2269"/>
                    <a:pt x="4515" y="2328"/>
                    <a:pt x="4556" y="2354"/>
                  </a:cubicBezTo>
                  <a:cubicBezTo>
                    <a:pt x="4647" y="2412"/>
                    <a:pt x="4739" y="2464"/>
                    <a:pt x="4835" y="2505"/>
                  </a:cubicBezTo>
                  <a:cubicBezTo>
                    <a:pt x="4995" y="2574"/>
                    <a:pt x="5164" y="2615"/>
                    <a:pt x="5351" y="2609"/>
                  </a:cubicBezTo>
                  <a:cubicBezTo>
                    <a:pt x="5374" y="2609"/>
                    <a:pt x="5398" y="2608"/>
                    <a:pt x="5420" y="2605"/>
                  </a:cubicBezTo>
                  <a:lnTo>
                    <a:pt x="5421" y="2605"/>
                  </a:lnTo>
                  <a:cubicBezTo>
                    <a:pt x="5546" y="2593"/>
                    <a:pt x="5664" y="2559"/>
                    <a:pt x="5772" y="2507"/>
                  </a:cubicBezTo>
                  <a:cubicBezTo>
                    <a:pt x="6000" y="2398"/>
                    <a:pt x="6182" y="2209"/>
                    <a:pt x="6292" y="1985"/>
                  </a:cubicBezTo>
                  <a:cubicBezTo>
                    <a:pt x="6333" y="1903"/>
                    <a:pt x="6364" y="1816"/>
                    <a:pt x="6384" y="1727"/>
                  </a:cubicBezTo>
                  <a:cubicBezTo>
                    <a:pt x="6437" y="1491"/>
                    <a:pt x="6414" y="1237"/>
                    <a:pt x="6294" y="1005"/>
                  </a:cubicBezTo>
                  <a:cubicBezTo>
                    <a:pt x="6042" y="521"/>
                    <a:pt x="5503" y="261"/>
                    <a:pt x="4975" y="418"/>
                  </a:cubicBezTo>
                  <a:cubicBezTo>
                    <a:pt x="4954" y="424"/>
                    <a:pt x="4932" y="431"/>
                    <a:pt x="4911" y="439"/>
                  </a:cubicBezTo>
                  <a:cubicBezTo>
                    <a:pt x="4777" y="488"/>
                    <a:pt x="4661" y="570"/>
                    <a:pt x="4536" y="636"/>
                  </a:cubicBezTo>
                  <a:cubicBezTo>
                    <a:pt x="4499" y="656"/>
                    <a:pt x="4463" y="708"/>
                    <a:pt x="4419" y="681"/>
                  </a:cubicBezTo>
                  <a:cubicBezTo>
                    <a:pt x="4380" y="658"/>
                    <a:pt x="4400" y="604"/>
                    <a:pt x="4400" y="565"/>
                  </a:cubicBezTo>
                  <a:cubicBezTo>
                    <a:pt x="4400" y="426"/>
                    <a:pt x="4400" y="287"/>
                    <a:pt x="4400" y="148"/>
                  </a:cubicBezTo>
                  <a:cubicBezTo>
                    <a:pt x="4244" y="50"/>
                    <a:pt x="4082" y="26"/>
                    <a:pt x="4008" y="15"/>
                  </a:cubicBezTo>
                  <a:cubicBezTo>
                    <a:pt x="3943" y="5"/>
                    <a:pt x="3878" y="0"/>
                    <a:pt x="3815" y="0"/>
                  </a:cubicBezTo>
                  <a:lnTo>
                    <a:pt x="3814" y="0"/>
                  </a:lnTo>
                  <a:cubicBezTo>
                    <a:pt x="3496" y="0"/>
                    <a:pt x="3191" y="123"/>
                    <a:pt x="2906" y="364"/>
                  </a:cubicBezTo>
                  <a:cubicBezTo>
                    <a:pt x="2835" y="424"/>
                    <a:pt x="2769" y="492"/>
                    <a:pt x="2704" y="569"/>
                  </a:cubicBezTo>
                  <a:lnTo>
                    <a:pt x="2650" y="569"/>
                  </a:lnTo>
                  <a:cubicBezTo>
                    <a:pt x="2436" y="569"/>
                    <a:pt x="2172" y="656"/>
                    <a:pt x="2011" y="848"/>
                  </a:cubicBezTo>
                  <a:cubicBezTo>
                    <a:pt x="1979" y="840"/>
                    <a:pt x="1947" y="834"/>
                    <a:pt x="1913" y="829"/>
                  </a:cubicBezTo>
                  <a:cubicBezTo>
                    <a:pt x="1870" y="822"/>
                    <a:pt x="1827" y="819"/>
                    <a:pt x="1784" y="819"/>
                  </a:cubicBezTo>
                  <a:cubicBezTo>
                    <a:pt x="1518" y="819"/>
                    <a:pt x="1275" y="947"/>
                    <a:pt x="1100" y="1181"/>
                  </a:cubicBezTo>
                  <a:cubicBezTo>
                    <a:pt x="1015" y="1294"/>
                    <a:pt x="953" y="1423"/>
                    <a:pt x="913" y="1571"/>
                  </a:cubicBezTo>
                  <a:cubicBezTo>
                    <a:pt x="840" y="1595"/>
                    <a:pt x="770" y="1630"/>
                    <a:pt x="702" y="1675"/>
                  </a:cubicBezTo>
                  <a:cubicBezTo>
                    <a:pt x="478" y="1825"/>
                    <a:pt x="349" y="2093"/>
                    <a:pt x="367" y="2364"/>
                  </a:cubicBezTo>
                  <a:cubicBezTo>
                    <a:pt x="100" y="2592"/>
                    <a:pt x="-25" y="2896"/>
                    <a:pt x="4" y="32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5656320" y="875880"/>
              <a:ext cx="581040" cy="805680"/>
            </a:xfrm>
            <a:custGeom>
              <a:avLst/>
              <a:gdLst/>
              <a:ahLst/>
              <a:cxnLst/>
              <a:rect l="l" t="t" r="r" b="b"/>
              <a:pathLst>
                <a:path w="1614" h="2238" extrusionOk="0">
                  <a:moveTo>
                    <a:pt x="58" y="1951"/>
                  </a:moveTo>
                  <a:cubicBezTo>
                    <a:pt x="48" y="2011"/>
                    <a:pt x="42" y="2071"/>
                    <a:pt x="38" y="2133"/>
                  </a:cubicBezTo>
                  <a:cubicBezTo>
                    <a:pt x="198" y="2202"/>
                    <a:pt x="367" y="2243"/>
                    <a:pt x="554" y="2238"/>
                  </a:cubicBezTo>
                  <a:cubicBezTo>
                    <a:pt x="577" y="2237"/>
                    <a:pt x="601" y="2235"/>
                    <a:pt x="623" y="2233"/>
                  </a:cubicBezTo>
                  <a:lnTo>
                    <a:pt x="624" y="2233"/>
                  </a:lnTo>
                  <a:cubicBezTo>
                    <a:pt x="727" y="2174"/>
                    <a:pt x="781" y="2068"/>
                    <a:pt x="842" y="1949"/>
                  </a:cubicBezTo>
                  <a:cubicBezTo>
                    <a:pt x="850" y="1934"/>
                    <a:pt x="857" y="1919"/>
                    <a:pt x="865" y="1903"/>
                  </a:cubicBezTo>
                  <a:cubicBezTo>
                    <a:pt x="876" y="1883"/>
                    <a:pt x="886" y="1862"/>
                    <a:pt x="896" y="1841"/>
                  </a:cubicBezTo>
                  <a:cubicBezTo>
                    <a:pt x="910" y="1811"/>
                    <a:pt x="925" y="1780"/>
                    <a:pt x="942" y="1750"/>
                  </a:cubicBezTo>
                  <a:cubicBezTo>
                    <a:pt x="1007" y="1635"/>
                    <a:pt x="1087" y="1545"/>
                    <a:pt x="1180" y="1483"/>
                  </a:cubicBezTo>
                  <a:cubicBezTo>
                    <a:pt x="1298" y="1403"/>
                    <a:pt x="1442" y="1358"/>
                    <a:pt x="1587" y="1355"/>
                  </a:cubicBezTo>
                  <a:cubicBezTo>
                    <a:pt x="1640" y="1119"/>
                    <a:pt x="1617" y="865"/>
                    <a:pt x="1497" y="633"/>
                  </a:cubicBezTo>
                  <a:cubicBezTo>
                    <a:pt x="1245" y="149"/>
                    <a:pt x="706" y="-111"/>
                    <a:pt x="178" y="46"/>
                  </a:cubicBezTo>
                  <a:cubicBezTo>
                    <a:pt x="141" y="82"/>
                    <a:pt x="113" y="125"/>
                    <a:pt x="91" y="178"/>
                  </a:cubicBezTo>
                  <a:cubicBezTo>
                    <a:pt x="63" y="247"/>
                    <a:pt x="34" y="323"/>
                    <a:pt x="21" y="401"/>
                  </a:cubicBezTo>
                  <a:cubicBezTo>
                    <a:pt x="-29" y="689"/>
                    <a:pt x="10" y="982"/>
                    <a:pt x="139" y="1294"/>
                  </a:cubicBezTo>
                  <a:cubicBezTo>
                    <a:pt x="276" y="1167"/>
                    <a:pt x="446" y="1078"/>
                    <a:pt x="653" y="1024"/>
                  </a:cubicBezTo>
                  <a:cubicBezTo>
                    <a:pt x="551" y="769"/>
                    <a:pt x="522" y="598"/>
                    <a:pt x="648" y="491"/>
                  </a:cubicBezTo>
                  <a:cubicBezTo>
                    <a:pt x="659" y="482"/>
                    <a:pt x="673" y="477"/>
                    <a:pt x="687" y="477"/>
                  </a:cubicBezTo>
                  <a:cubicBezTo>
                    <a:pt x="696" y="477"/>
                    <a:pt x="706" y="479"/>
                    <a:pt x="715" y="484"/>
                  </a:cubicBezTo>
                  <a:cubicBezTo>
                    <a:pt x="737" y="496"/>
                    <a:pt x="749" y="521"/>
                    <a:pt x="746" y="545"/>
                  </a:cubicBezTo>
                  <a:cubicBezTo>
                    <a:pt x="727" y="673"/>
                    <a:pt x="761" y="793"/>
                    <a:pt x="861" y="948"/>
                  </a:cubicBezTo>
                  <a:cubicBezTo>
                    <a:pt x="890" y="992"/>
                    <a:pt x="908" y="1000"/>
                    <a:pt x="929" y="1000"/>
                  </a:cubicBezTo>
                  <a:cubicBezTo>
                    <a:pt x="935" y="1000"/>
                    <a:pt x="941" y="1000"/>
                    <a:pt x="947" y="999"/>
                  </a:cubicBezTo>
                  <a:cubicBezTo>
                    <a:pt x="961" y="996"/>
                    <a:pt x="975" y="995"/>
                    <a:pt x="992" y="995"/>
                  </a:cubicBezTo>
                  <a:cubicBezTo>
                    <a:pt x="1014" y="995"/>
                    <a:pt x="1035" y="997"/>
                    <a:pt x="1056" y="999"/>
                  </a:cubicBezTo>
                  <a:lnTo>
                    <a:pt x="1060" y="1000"/>
                  </a:lnTo>
                  <a:lnTo>
                    <a:pt x="1084" y="1002"/>
                  </a:lnTo>
                  <a:cubicBezTo>
                    <a:pt x="1175" y="1012"/>
                    <a:pt x="1269" y="1021"/>
                    <a:pt x="1360" y="1058"/>
                  </a:cubicBezTo>
                  <a:cubicBezTo>
                    <a:pt x="1385" y="1068"/>
                    <a:pt x="1400" y="1093"/>
                    <a:pt x="1397" y="1119"/>
                  </a:cubicBezTo>
                  <a:cubicBezTo>
                    <a:pt x="1394" y="1146"/>
                    <a:pt x="1374" y="1167"/>
                    <a:pt x="1348" y="1172"/>
                  </a:cubicBezTo>
                  <a:cubicBezTo>
                    <a:pt x="1320" y="1177"/>
                    <a:pt x="1294" y="1177"/>
                    <a:pt x="1274" y="1177"/>
                  </a:cubicBezTo>
                  <a:lnTo>
                    <a:pt x="1258" y="1177"/>
                  </a:lnTo>
                  <a:lnTo>
                    <a:pt x="1223" y="1177"/>
                  </a:lnTo>
                  <a:cubicBezTo>
                    <a:pt x="1006" y="1177"/>
                    <a:pt x="818" y="1207"/>
                    <a:pt x="649" y="1269"/>
                  </a:cubicBezTo>
                  <a:cubicBezTo>
                    <a:pt x="304" y="1395"/>
                    <a:pt x="110" y="1619"/>
                    <a:pt x="58" y="19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039920" y="842040"/>
              <a:ext cx="1482480" cy="1556640"/>
            </a:xfrm>
            <a:custGeom>
              <a:avLst/>
              <a:gdLst/>
              <a:ahLst/>
              <a:cxnLst/>
              <a:rect l="l" t="t" r="r" b="b"/>
              <a:pathLst>
                <a:path w="4118" h="4324" extrusionOk="0">
                  <a:moveTo>
                    <a:pt x="2001" y="1670"/>
                  </a:moveTo>
                  <a:cubicBezTo>
                    <a:pt x="2129" y="1527"/>
                    <a:pt x="2310" y="1448"/>
                    <a:pt x="2510" y="1448"/>
                  </a:cubicBezTo>
                  <a:cubicBezTo>
                    <a:pt x="2663" y="1448"/>
                    <a:pt x="2815" y="1494"/>
                    <a:pt x="2938" y="1577"/>
                  </a:cubicBezTo>
                  <a:cubicBezTo>
                    <a:pt x="3031" y="1639"/>
                    <a:pt x="3111" y="1729"/>
                    <a:pt x="3176" y="1844"/>
                  </a:cubicBezTo>
                  <a:cubicBezTo>
                    <a:pt x="3193" y="1874"/>
                    <a:pt x="3208" y="1905"/>
                    <a:pt x="3222" y="1935"/>
                  </a:cubicBezTo>
                  <a:cubicBezTo>
                    <a:pt x="3232" y="1956"/>
                    <a:pt x="3242" y="1977"/>
                    <a:pt x="3252" y="1998"/>
                  </a:cubicBezTo>
                  <a:cubicBezTo>
                    <a:pt x="3260" y="2013"/>
                    <a:pt x="3268" y="2028"/>
                    <a:pt x="3276" y="2043"/>
                  </a:cubicBezTo>
                  <a:cubicBezTo>
                    <a:pt x="3351" y="2190"/>
                    <a:pt x="3415" y="2316"/>
                    <a:pt x="3575" y="2360"/>
                  </a:cubicBezTo>
                  <a:cubicBezTo>
                    <a:pt x="3602" y="2367"/>
                    <a:pt x="3620" y="2392"/>
                    <a:pt x="3619" y="2420"/>
                  </a:cubicBezTo>
                  <a:cubicBezTo>
                    <a:pt x="3618" y="2448"/>
                    <a:pt x="3598" y="2471"/>
                    <a:pt x="3571" y="2476"/>
                  </a:cubicBezTo>
                  <a:cubicBezTo>
                    <a:pt x="3553" y="2480"/>
                    <a:pt x="3534" y="2482"/>
                    <a:pt x="3516" y="2482"/>
                  </a:cubicBezTo>
                  <a:cubicBezTo>
                    <a:pt x="3465" y="2482"/>
                    <a:pt x="3415" y="2468"/>
                    <a:pt x="3358" y="2440"/>
                  </a:cubicBezTo>
                  <a:cubicBezTo>
                    <a:pt x="3270" y="2395"/>
                    <a:pt x="3198" y="2323"/>
                    <a:pt x="3133" y="2213"/>
                  </a:cubicBezTo>
                  <a:lnTo>
                    <a:pt x="3111" y="2177"/>
                  </a:lnTo>
                  <a:cubicBezTo>
                    <a:pt x="3065" y="2100"/>
                    <a:pt x="3017" y="2021"/>
                    <a:pt x="2972" y="1942"/>
                  </a:cubicBezTo>
                  <a:cubicBezTo>
                    <a:pt x="2877" y="1779"/>
                    <a:pt x="2743" y="1703"/>
                    <a:pt x="2550" y="1703"/>
                  </a:cubicBezTo>
                  <a:cubicBezTo>
                    <a:pt x="2518" y="1703"/>
                    <a:pt x="2483" y="1706"/>
                    <a:pt x="2447" y="1710"/>
                  </a:cubicBezTo>
                  <a:cubicBezTo>
                    <a:pt x="2254" y="1734"/>
                    <a:pt x="2109" y="1840"/>
                    <a:pt x="2004" y="2034"/>
                  </a:cubicBezTo>
                  <a:cubicBezTo>
                    <a:pt x="1994" y="2053"/>
                    <a:pt x="1973" y="2065"/>
                    <a:pt x="1951" y="2065"/>
                  </a:cubicBezTo>
                  <a:cubicBezTo>
                    <a:pt x="1927" y="2065"/>
                    <a:pt x="1905" y="2051"/>
                    <a:pt x="1896" y="2029"/>
                  </a:cubicBezTo>
                  <a:cubicBezTo>
                    <a:pt x="1878" y="1990"/>
                    <a:pt x="1897" y="1785"/>
                    <a:pt x="2001" y="1670"/>
                  </a:cubicBezTo>
                  <a:moveTo>
                    <a:pt x="0" y="2654"/>
                  </a:moveTo>
                  <a:cubicBezTo>
                    <a:pt x="375" y="2354"/>
                    <a:pt x="873" y="2236"/>
                    <a:pt x="1358" y="2363"/>
                  </a:cubicBezTo>
                  <a:cubicBezTo>
                    <a:pt x="1378" y="2368"/>
                    <a:pt x="1398" y="2374"/>
                    <a:pt x="1417" y="2380"/>
                  </a:cubicBezTo>
                  <a:cubicBezTo>
                    <a:pt x="1474" y="2359"/>
                    <a:pt x="1536" y="2349"/>
                    <a:pt x="1602" y="2349"/>
                  </a:cubicBezTo>
                  <a:cubicBezTo>
                    <a:pt x="1731" y="2349"/>
                    <a:pt x="1846" y="2389"/>
                    <a:pt x="1879" y="2408"/>
                  </a:cubicBezTo>
                  <a:cubicBezTo>
                    <a:pt x="1998" y="2474"/>
                    <a:pt x="2096" y="2563"/>
                    <a:pt x="2169" y="2674"/>
                  </a:cubicBezTo>
                  <a:cubicBezTo>
                    <a:pt x="2186" y="2698"/>
                    <a:pt x="2181" y="2732"/>
                    <a:pt x="2159" y="2751"/>
                  </a:cubicBezTo>
                  <a:cubicBezTo>
                    <a:pt x="2148" y="2761"/>
                    <a:pt x="2134" y="2766"/>
                    <a:pt x="2119" y="2766"/>
                  </a:cubicBezTo>
                  <a:cubicBezTo>
                    <a:pt x="2106" y="2766"/>
                    <a:pt x="2092" y="2762"/>
                    <a:pt x="2081" y="2752"/>
                  </a:cubicBezTo>
                  <a:cubicBezTo>
                    <a:pt x="2024" y="2704"/>
                    <a:pt x="1957" y="2649"/>
                    <a:pt x="1884" y="2606"/>
                  </a:cubicBezTo>
                  <a:cubicBezTo>
                    <a:pt x="2273" y="2881"/>
                    <a:pt x="2518" y="3320"/>
                    <a:pt x="2542" y="3825"/>
                  </a:cubicBezTo>
                  <a:cubicBezTo>
                    <a:pt x="2548" y="3960"/>
                    <a:pt x="2528" y="4094"/>
                    <a:pt x="2498" y="4225"/>
                  </a:cubicBezTo>
                  <a:cubicBezTo>
                    <a:pt x="2480" y="4303"/>
                    <a:pt x="2508" y="4324"/>
                    <a:pt x="2580" y="4324"/>
                  </a:cubicBezTo>
                  <a:cubicBezTo>
                    <a:pt x="2764" y="4323"/>
                    <a:pt x="2947" y="4323"/>
                    <a:pt x="3131" y="4322"/>
                  </a:cubicBezTo>
                  <a:cubicBezTo>
                    <a:pt x="3134" y="4060"/>
                    <a:pt x="3074" y="3830"/>
                    <a:pt x="2957" y="3675"/>
                  </a:cubicBezTo>
                  <a:cubicBezTo>
                    <a:pt x="2943" y="3657"/>
                    <a:pt x="2941" y="3632"/>
                    <a:pt x="2952" y="3611"/>
                  </a:cubicBezTo>
                  <a:cubicBezTo>
                    <a:pt x="2963" y="3592"/>
                    <a:pt x="2983" y="3580"/>
                    <a:pt x="3005" y="3580"/>
                  </a:cubicBezTo>
                  <a:lnTo>
                    <a:pt x="3009" y="3580"/>
                  </a:lnTo>
                  <a:cubicBezTo>
                    <a:pt x="3054" y="3583"/>
                    <a:pt x="3080" y="3609"/>
                    <a:pt x="3094" y="3623"/>
                  </a:cubicBezTo>
                  <a:cubicBezTo>
                    <a:pt x="3096" y="3625"/>
                    <a:pt x="3098" y="3627"/>
                    <a:pt x="3100" y="3628"/>
                  </a:cubicBezTo>
                  <a:cubicBezTo>
                    <a:pt x="3280" y="3795"/>
                    <a:pt x="3329" y="4016"/>
                    <a:pt x="3352" y="4190"/>
                  </a:cubicBezTo>
                  <a:cubicBezTo>
                    <a:pt x="3357" y="4231"/>
                    <a:pt x="3360" y="4274"/>
                    <a:pt x="3362" y="4322"/>
                  </a:cubicBezTo>
                  <a:cubicBezTo>
                    <a:pt x="3571" y="4322"/>
                    <a:pt x="3780" y="4322"/>
                    <a:pt x="3989" y="4324"/>
                  </a:cubicBezTo>
                  <a:cubicBezTo>
                    <a:pt x="4084" y="4324"/>
                    <a:pt x="4093" y="4275"/>
                    <a:pt x="4093" y="4199"/>
                  </a:cubicBezTo>
                  <a:cubicBezTo>
                    <a:pt x="4093" y="3945"/>
                    <a:pt x="4092" y="3691"/>
                    <a:pt x="4092" y="3437"/>
                  </a:cubicBezTo>
                  <a:cubicBezTo>
                    <a:pt x="4089" y="3427"/>
                    <a:pt x="4085" y="3418"/>
                    <a:pt x="4082" y="3409"/>
                  </a:cubicBezTo>
                  <a:cubicBezTo>
                    <a:pt x="4005" y="3206"/>
                    <a:pt x="3859" y="3096"/>
                    <a:pt x="3648" y="3082"/>
                  </a:cubicBezTo>
                  <a:cubicBezTo>
                    <a:pt x="3625" y="3080"/>
                    <a:pt x="3605" y="3065"/>
                    <a:pt x="3596" y="3044"/>
                  </a:cubicBezTo>
                  <a:cubicBezTo>
                    <a:pt x="3588" y="3022"/>
                    <a:pt x="3592" y="2998"/>
                    <a:pt x="3608" y="2981"/>
                  </a:cubicBezTo>
                  <a:cubicBezTo>
                    <a:pt x="3649" y="2937"/>
                    <a:pt x="3707" y="2914"/>
                    <a:pt x="3775" y="2914"/>
                  </a:cubicBezTo>
                  <a:cubicBezTo>
                    <a:pt x="3844" y="2914"/>
                    <a:pt x="3924" y="2937"/>
                    <a:pt x="4013" y="2982"/>
                  </a:cubicBezTo>
                  <a:cubicBezTo>
                    <a:pt x="4020" y="2949"/>
                    <a:pt x="4026" y="2914"/>
                    <a:pt x="4032" y="2879"/>
                  </a:cubicBezTo>
                  <a:cubicBezTo>
                    <a:pt x="4034" y="2865"/>
                    <a:pt x="4036" y="2852"/>
                    <a:pt x="4038" y="2839"/>
                  </a:cubicBezTo>
                  <a:cubicBezTo>
                    <a:pt x="4091" y="2535"/>
                    <a:pt x="4098" y="2282"/>
                    <a:pt x="4060" y="2045"/>
                  </a:cubicBezTo>
                  <a:cubicBezTo>
                    <a:pt x="4008" y="1713"/>
                    <a:pt x="3814" y="1489"/>
                    <a:pt x="3469" y="1363"/>
                  </a:cubicBezTo>
                  <a:cubicBezTo>
                    <a:pt x="3300" y="1301"/>
                    <a:pt x="3112" y="1271"/>
                    <a:pt x="2895" y="1271"/>
                  </a:cubicBezTo>
                  <a:lnTo>
                    <a:pt x="2860" y="1271"/>
                  </a:lnTo>
                  <a:lnTo>
                    <a:pt x="2844" y="1271"/>
                  </a:lnTo>
                  <a:cubicBezTo>
                    <a:pt x="2825" y="1271"/>
                    <a:pt x="2799" y="1271"/>
                    <a:pt x="2771" y="1266"/>
                  </a:cubicBezTo>
                  <a:cubicBezTo>
                    <a:pt x="2744" y="1261"/>
                    <a:pt x="2724" y="1240"/>
                    <a:pt x="2721" y="1213"/>
                  </a:cubicBezTo>
                  <a:cubicBezTo>
                    <a:pt x="2718" y="1187"/>
                    <a:pt x="2734" y="1162"/>
                    <a:pt x="2758" y="1152"/>
                  </a:cubicBezTo>
                  <a:cubicBezTo>
                    <a:pt x="2849" y="1115"/>
                    <a:pt x="2943" y="1106"/>
                    <a:pt x="3034" y="1096"/>
                  </a:cubicBezTo>
                  <a:lnTo>
                    <a:pt x="3058" y="1094"/>
                  </a:lnTo>
                  <a:lnTo>
                    <a:pt x="3063" y="1093"/>
                  </a:lnTo>
                  <a:cubicBezTo>
                    <a:pt x="3083" y="1091"/>
                    <a:pt x="3104" y="1089"/>
                    <a:pt x="3126" y="1089"/>
                  </a:cubicBezTo>
                  <a:cubicBezTo>
                    <a:pt x="3142" y="1089"/>
                    <a:pt x="3157" y="1090"/>
                    <a:pt x="3171" y="1093"/>
                  </a:cubicBezTo>
                  <a:cubicBezTo>
                    <a:pt x="3177" y="1094"/>
                    <a:pt x="3183" y="1094"/>
                    <a:pt x="3188" y="1094"/>
                  </a:cubicBezTo>
                  <a:cubicBezTo>
                    <a:pt x="3210" y="1094"/>
                    <a:pt x="3228" y="1086"/>
                    <a:pt x="3257" y="1042"/>
                  </a:cubicBezTo>
                  <a:cubicBezTo>
                    <a:pt x="3356" y="887"/>
                    <a:pt x="3391" y="767"/>
                    <a:pt x="3372" y="639"/>
                  </a:cubicBezTo>
                  <a:cubicBezTo>
                    <a:pt x="3369" y="615"/>
                    <a:pt x="3381" y="590"/>
                    <a:pt x="3403" y="578"/>
                  </a:cubicBezTo>
                  <a:cubicBezTo>
                    <a:pt x="3412" y="573"/>
                    <a:pt x="3421" y="571"/>
                    <a:pt x="3432" y="571"/>
                  </a:cubicBezTo>
                  <a:cubicBezTo>
                    <a:pt x="3446" y="571"/>
                    <a:pt x="3459" y="576"/>
                    <a:pt x="3470" y="585"/>
                  </a:cubicBezTo>
                  <a:cubicBezTo>
                    <a:pt x="3596" y="692"/>
                    <a:pt x="3567" y="863"/>
                    <a:pt x="3465" y="1118"/>
                  </a:cubicBezTo>
                  <a:cubicBezTo>
                    <a:pt x="3673" y="1172"/>
                    <a:pt x="3842" y="1261"/>
                    <a:pt x="3979" y="1388"/>
                  </a:cubicBezTo>
                  <a:cubicBezTo>
                    <a:pt x="4108" y="1076"/>
                    <a:pt x="4147" y="783"/>
                    <a:pt x="4097" y="495"/>
                  </a:cubicBezTo>
                  <a:cubicBezTo>
                    <a:pt x="4084" y="417"/>
                    <a:pt x="4055" y="341"/>
                    <a:pt x="4026" y="271"/>
                  </a:cubicBezTo>
                  <a:cubicBezTo>
                    <a:pt x="3965" y="121"/>
                    <a:pt x="3846" y="44"/>
                    <a:pt x="3628" y="11"/>
                  </a:cubicBezTo>
                  <a:cubicBezTo>
                    <a:pt x="3581" y="4"/>
                    <a:pt x="3534" y="0"/>
                    <a:pt x="3489" y="0"/>
                  </a:cubicBezTo>
                  <a:cubicBezTo>
                    <a:pt x="3255" y="0"/>
                    <a:pt x="3034" y="92"/>
                    <a:pt x="2813" y="280"/>
                  </a:cubicBezTo>
                  <a:cubicBezTo>
                    <a:pt x="2718" y="361"/>
                    <a:pt x="2631" y="459"/>
                    <a:pt x="2540" y="591"/>
                  </a:cubicBezTo>
                  <a:cubicBezTo>
                    <a:pt x="2516" y="626"/>
                    <a:pt x="2501" y="669"/>
                    <a:pt x="2485" y="714"/>
                  </a:cubicBezTo>
                  <a:cubicBezTo>
                    <a:pt x="2474" y="746"/>
                    <a:pt x="2463" y="778"/>
                    <a:pt x="2448" y="809"/>
                  </a:cubicBezTo>
                  <a:lnTo>
                    <a:pt x="2447" y="813"/>
                  </a:lnTo>
                  <a:cubicBezTo>
                    <a:pt x="2442" y="829"/>
                    <a:pt x="2430" y="865"/>
                    <a:pt x="2385" y="881"/>
                  </a:cubicBezTo>
                  <a:cubicBezTo>
                    <a:pt x="2378" y="883"/>
                    <a:pt x="2372" y="884"/>
                    <a:pt x="2365" y="884"/>
                  </a:cubicBezTo>
                  <a:cubicBezTo>
                    <a:pt x="2356" y="884"/>
                    <a:pt x="2346" y="882"/>
                    <a:pt x="2338" y="878"/>
                  </a:cubicBezTo>
                  <a:cubicBezTo>
                    <a:pt x="2323" y="870"/>
                    <a:pt x="2313" y="857"/>
                    <a:pt x="2308" y="842"/>
                  </a:cubicBezTo>
                  <a:cubicBezTo>
                    <a:pt x="2283" y="759"/>
                    <a:pt x="2280" y="672"/>
                    <a:pt x="2298" y="583"/>
                  </a:cubicBezTo>
                  <a:lnTo>
                    <a:pt x="2296" y="583"/>
                  </a:lnTo>
                  <a:cubicBezTo>
                    <a:pt x="2163" y="583"/>
                    <a:pt x="1986" y="646"/>
                    <a:pt x="1919" y="763"/>
                  </a:cubicBezTo>
                  <a:cubicBezTo>
                    <a:pt x="1916" y="769"/>
                    <a:pt x="1914" y="773"/>
                    <a:pt x="1913" y="775"/>
                  </a:cubicBezTo>
                  <a:cubicBezTo>
                    <a:pt x="1914" y="777"/>
                    <a:pt x="1917" y="779"/>
                    <a:pt x="1920" y="782"/>
                  </a:cubicBezTo>
                  <a:cubicBezTo>
                    <a:pt x="2055" y="910"/>
                    <a:pt x="2117" y="1060"/>
                    <a:pt x="2106" y="1229"/>
                  </a:cubicBezTo>
                  <a:cubicBezTo>
                    <a:pt x="2105" y="1237"/>
                    <a:pt x="2105" y="1249"/>
                    <a:pt x="2102" y="1260"/>
                  </a:cubicBezTo>
                  <a:cubicBezTo>
                    <a:pt x="2098" y="1281"/>
                    <a:pt x="2086" y="1293"/>
                    <a:pt x="2082" y="1296"/>
                  </a:cubicBezTo>
                  <a:cubicBezTo>
                    <a:pt x="2071" y="1310"/>
                    <a:pt x="2054" y="1317"/>
                    <a:pt x="2037" y="1317"/>
                  </a:cubicBezTo>
                  <a:cubicBezTo>
                    <a:pt x="2033" y="1317"/>
                    <a:pt x="2030" y="1317"/>
                    <a:pt x="2026" y="1316"/>
                  </a:cubicBezTo>
                  <a:cubicBezTo>
                    <a:pt x="2005" y="1313"/>
                    <a:pt x="1968" y="1298"/>
                    <a:pt x="1960" y="1242"/>
                  </a:cubicBezTo>
                  <a:cubicBezTo>
                    <a:pt x="1878" y="1017"/>
                    <a:pt x="1713" y="879"/>
                    <a:pt x="1483" y="844"/>
                  </a:cubicBezTo>
                  <a:cubicBezTo>
                    <a:pt x="1458" y="840"/>
                    <a:pt x="1434" y="838"/>
                    <a:pt x="1411" y="838"/>
                  </a:cubicBezTo>
                  <a:cubicBezTo>
                    <a:pt x="1263" y="838"/>
                    <a:pt x="1129" y="912"/>
                    <a:pt x="1024" y="1053"/>
                  </a:cubicBezTo>
                  <a:cubicBezTo>
                    <a:pt x="947" y="1155"/>
                    <a:pt x="897" y="1281"/>
                    <a:pt x="872" y="1439"/>
                  </a:cubicBezTo>
                  <a:cubicBezTo>
                    <a:pt x="859" y="1519"/>
                    <a:pt x="817" y="1559"/>
                    <a:pt x="736" y="1568"/>
                  </a:cubicBezTo>
                  <a:cubicBezTo>
                    <a:pt x="662" y="1576"/>
                    <a:pt x="590" y="1603"/>
                    <a:pt x="521" y="1649"/>
                  </a:cubicBezTo>
                  <a:cubicBezTo>
                    <a:pt x="403" y="1729"/>
                    <a:pt x="337" y="1876"/>
                    <a:pt x="353" y="2018"/>
                  </a:cubicBezTo>
                  <a:cubicBezTo>
                    <a:pt x="539" y="2023"/>
                    <a:pt x="655" y="2052"/>
                    <a:pt x="752" y="2168"/>
                  </a:cubicBezTo>
                  <a:cubicBezTo>
                    <a:pt x="768" y="2188"/>
                    <a:pt x="770" y="2216"/>
                    <a:pt x="756" y="2238"/>
                  </a:cubicBezTo>
                  <a:cubicBezTo>
                    <a:pt x="745" y="2256"/>
                    <a:pt x="726" y="2266"/>
                    <a:pt x="706" y="2266"/>
                  </a:cubicBezTo>
                  <a:cubicBezTo>
                    <a:pt x="701" y="2266"/>
                    <a:pt x="696" y="2265"/>
                    <a:pt x="691" y="2264"/>
                  </a:cubicBezTo>
                  <a:cubicBezTo>
                    <a:pt x="595" y="2240"/>
                    <a:pt x="515" y="2229"/>
                    <a:pt x="441" y="2229"/>
                  </a:cubicBezTo>
                  <a:lnTo>
                    <a:pt x="427" y="2229"/>
                  </a:lnTo>
                  <a:cubicBezTo>
                    <a:pt x="370" y="2230"/>
                    <a:pt x="319" y="2248"/>
                    <a:pt x="270" y="2283"/>
                  </a:cubicBezTo>
                  <a:cubicBezTo>
                    <a:pt x="129" y="2386"/>
                    <a:pt x="39" y="2508"/>
                    <a:pt x="0" y="26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9"/>
          <p:cNvSpPr/>
          <p:nvPr/>
        </p:nvSpPr>
        <p:spPr>
          <a:xfrm flipH="1">
            <a:off x="10437932" y="13"/>
            <a:ext cx="1754059" cy="1549249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/>
          <p:nvPr/>
        </p:nvSpPr>
        <p:spPr>
          <a:xfrm rot="5400000">
            <a:off x="2009070" y="5080566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 txBox="1">
            <a:spLocks noGrp="1"/>
          </p:cNvSpPr>
          <p:nvPr>
            <p:ph type="title"/>
          </p:nvPr>
        </p:nvSpPr>
        <p:spPr>
          <a:xfrm>
            <a:off x="3308400" y="1832867"/>
            <a:ext cx="6036400" cy="19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9"/>
          <p:cNvSpPr txBox="1">
            <a:spLocks noGrp="1"/>
          </p:cNvSpPr>
          <p:nvPr>
            <p:ph type="subTitle" idx="1"/>
          </p:nvPr>
        </p:nvSpPr>
        <p:spPr>
          <a:xfrm>
            <a:off x="3308400" y="3898100"/>
            <a:ext cx="60364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31529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>
            <a:spLocks noGrp="1"/>
          </p:cNvSpPr>
          <p:nvPr>
            <p:ph type="pic" idx="2"/>
          </p:nvPr>
        </p:nvSpPr>
        <p:spPr>
          <a:xfrm>
            <a:off x="-8867" y="-8867"/>
            <a:ext cx="12200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10"/>
          <p:cNvSpPr txBox="1">
            <a:spLocks noGrp="1"/>
          </p:cNvSpPr>
          <p:nvPr>
            <p:ph type="title"/>
          </p:nvPr>
        </p:nvSpPr>
        <p:spPr>
          <a:xfrm>
            <a:off x="960000" y="5256867"/>
            <a:ext cx="10272000" cy="85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3068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 rot="84">
            <a:off x="31" y="26"/>
            <a:ext cx="1754059" cy="1549211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11"/>
          <p:cNvGrpSpPr/>
          <p:nvPr/>
        </p:nvGrpSpPr>
        <p:grpSpPr>
          <a:xfrm rot="9000861">
            <a:off x="8870459" y="5429319"/>
            <a:ext cx="2334592" cy="1419688"/>
            <a:chOff x="4949280" y="2561760"/>
            <a:chExt cx="3684600" cy="2240640"/>
          </a:xfrm>
        </p:grpSpPr>
        <p:sp>
          <p:nvSpPr>
            <p:cNvPr id="182" name="Google Shape;182;p11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11"/>
          <p:cNvGrpSpPr/>
          <p:nvPr/>
        </p:nvGrpSpPr>
        <p:grpSpPr>
          <a:xfrm rot="900965">
            <a:off x="10573291" y="483508"/>
            <a:ext cx="2339207" cy="1421723"/>
            <a:chOff x="2544840" y="154440"/>
            <a:chExt cx="3692520" cy="2244240"/>
          </a:xfrm>
        </p:grpSpPr>
        <p:sp>
          <p:nvSpPr>
            <p:cNvPr id="191" name="Google Shape;191;p11"/>
            <p:cNvSpPr/>
            <p:nvPr/>
          </p:nvSpPr>
          <p:spPr>
            <a:xfrm>
              <a:off x="2544840" y="154440"/>
              <a:ext cx="3692520" cy="2244240"/>
            </a:xfrm>
            <a:custGeom>
              <a:avLst/>
              <a:gdLst/>
              <a:ahLst/>
              <a:cxnLst/>
              <a:rect l="l" t="t" r="r" b="b"/>
              <a:pathLst>
                <a:path w="10257" h="6234" extrusionOk="0">
                  <a:moveTo>
                    <a:pt x="309" y="3816"/>
                  </a:moveTo>
                  <a:cubicBezTo>
                    <a:pt x="685" y="4204"/>
                    <a:pt x="1175" y="4286"/>
                    <a:pt x="1651" y="4038"/>
                  </a:cubicBezTo>
                  <a:cubicBezTo>
                    <a:pt x="1739" y="3992"/>
                    <a:pt x="1824" y="3938"/>
                    <a:pt x="1911" y="3888"/>
                  </a:cubicBezTo>
                  <a:cubicBezTo>
                    <a:pt x="1995" y="3841"/>
                    <a:pt x="2012" y="3850"/>
                    <a:pt x="2013" y="3946"/>
                  </a:cubicBezTo>
                  <a:cubicBezTo>
                    <a:pt x="2015" y="4129"/>
                    <a:pt x="2013" y="4312"/>
                    <a:pt x="2013" y="4495"/>
                  </a:cubicBezTo>
                  <a:cubicBezTo>
                    <a:pt x="2013" y="4678"/>
                    <a:pt x="2013" y="4861"/>
                    <a:pt x="2013" y="5045"/>
                  </a:cubicBezTo>
                  <a:lnTo>
                    <a:pt x="2014" y="5045"/>
                  </a:lnTo>
                  <a:cubicBezTo>
                    <a:pt x="2014" y="5393"/>
                    <a:pt x="2013" y="5742"/>
                    <a:pt x="2014" y="6091"/>
                  </a:cubicBezTo>
                  <a:cubicBezTo>
                    <a:pt x="2014" y="6230"/>
                    <a:pt x="2016" y="6233"/>
                    <a:pt x="2150" y="6233"/>
                  </a:cubicBezTo>
                  <a:cubicBezTo>
                    <a:pt x="2595" y="6233"/>
                    <a:pt x="3041" y="6233"/>
                    <a:pt x="3486" y="6233"/>
                  </a:cubicBezTo>
                  <a:cubicBezTo>
                    <a:pt x="3623" y="6232"/>
                    <a:pt x="3625" y="6231"/>
                    <a:pt x="3597" y="6100"/>
                  </a:cubicBezTo>
                  <a:cubicBezTo>
                    <a:pt x="3507" y="5672"/>
                    <a:pt x="3588" y="5270"/>
                    <a:pt x="3831" y="4914"/>
                  </a:cubicBezTo>
                  <a:cubicBezTo>
                    <a:pt x="3837" y="4904"/>
                    <a:pt x="3843" y="4895"/>
                    <a:pt x="3850" y="4886"/>
                  </a:cubicBezTo>
                  <a:cubicBezTo>
                    <a:pt x="3937" y="4763"/>
                    <a:pt x="4040" y="4655"/>
                    <a:pt x="4153" y="4564"/>
                  </a:cubicBezTo>
                  <a:cubicBezTo>
                    <a:pt x="4528" y="4264"/>
                    <a:pt x="5026" y="4146"/>
                    <a:pt x="5511" y="4273"/>
                  </a:cubicBezTo>
                  <a:cubicBezTo>
                    <a:pt x="5531" y="4278"/>
                    <a:pt x="5551" y="4284"/>
                    <a:pt x="5570" y="4290"/>
                  </a:cubicBezTo>
                  <a:cubicBezTo>
                    <a:pt x="5742" y="4341"/>
                    <a:pt x="5899" y="4418"/>
                    <a:pt x="6037" y="4516"/>
                  </a:cubicBezTo>
                  <a:cubicBezTo>
                    <a:pt x="6426" y="4791"/>
                    <a:pt x="6671" y="5230"/>
                    <a:pt x="6695" y="5735"/>
                  </a:cubicBezTo>
                  <a:cubicBezTo>
                    <a:pt x="6701" y="5870"/>
                    <a:pt x="6681" y="6004"/>
                    <a:pt x="6651" y="6135"/>
                  </a:cubicBezTo>
                  <a:cubicBezTo>
                    <a:pt x="6633" y="6213"/>
                    <a:pt x="6661" y="6234"/>
                    <a:pt x="6733" y="6234"/>
                  </a:cubicBezTo>
                  <a:cubicBezTo>
                    <a:pt x="6917" y="6233"/>
                    <a:pt x="7100" y="6233"/>
                    <a:pt x="7284" y="6232"/>
                  </a:cubicBezTo>
                  <a:cubicBezTo>
                    <a:pt x="7361" y="6232"/>
                    <a:pt x="7438" y="6232"/>
                    <a:pt x="7515" y="6232"/>
                  </a:cubicBezTo>
                  <a:cubicBezTo>
                    <a:pt x="7724" y="6232"/>
                    <a:pt x="7933" y="6232"/>
                    <a:pt x="8142" y="6234"/>
                  </a:cubicBezTo>
                  <a:cubicBezTo>
                    <a:pt x="8237" y="6234"/>
                    <a:pt x="8246" y="6185"/>
                    <a:pt x="8246" y="6109"/>
                  </a:cubicBezTo>
                  <a:cubicBezTo>
                    <a:pt x="8246" y="5855"/>
                    <a:pt x="8245" y="5601"/>
                    <a:pt x="8245" y="5347"/>
                  </a:cubicBezTo>
                  <a:cubicBezTo>
                    <a:pt x="8245" y="4920"/>
                    <a:pt x="8245" y="4495"/>
                    <a:pt x="8246" y="4068"/>
                  </a:cubicBezTo>
                  <a:cubicBezTo>
                    <a:pt x="8246" y="4022"/>
                    <a:pt x="8223" y="3959"/>
                    <a:pt x="8268" y="3933"/>
                  </a:cubicBezTo>
                  <a:cubicBezTo>
                    <a:pt x="8320" y="3901"/>
                    <a:pt x="8361" y="3960"/>
                    <a:pt x="8402" y="3986"/>
                  </a:cubicBezTo>
                  <a:cubicBezTo>
                    <a:pt x="8493" y="4044"/>
                    <a:pt x="8585" y="4096"/>
                    <a:pt x="8681" y="4137"/>
                  </a:cubicBezTo>
                  <a:cubicBezTo>
                    <a:pt x="8841" y="4206"/>
                    <a:pt x="9010" y="4247"/>
                    <a:pt x="9197" y="4241"/>
                  </a:cubicBezTo>
                  <a:cubicBezTo>
                    <a:pt x="9220" y="4241"/>
                    <a:pt x="9244" y="4240"/>
                    <a:pt x="9266" y="4237"/>
                  </a:cubicBezTo>
                  <a:lnTo>
                    <a:pt x="9267" y="4237"/>
                  </a:lnTo>
                  <a:cubicBezTo>
                    <a:pt x="9392" y="4225"/>
                    <a:pt x="9510" y="4191"/>
                    <a:pt x="9618" y="4139"/>
                  </a:cubicBezTo>
                  <a:cubicBezTo>
                    <a:pt x="9846" y="4030"/>
                    <a:pt x="10028" y="3841"/>
                    <a:pt x="10138" y="3617"/>
                  </a:cubicBezTo>
                  <a:cubicBezTo>
                    <a:pt x="10179" y="3535"/>
                    <a:pt x="10210" y="3448"/>
                    <a:pt x="10230" y="3359"/>
                  </a:cubicBezTo>
                  <a:cubicBezTo>
                    <a:pt x="10283" y="3123"/>
                    <a:pt x="10260" y="2869"/>
                    <a:pt x="10140" y="2637"/>
                  </a:cubicBezTo>
                  <a:cubicBezTo>
                    <a:pt x="9888" y="2153"/>
                    <a:pt x="9349" y="1893"/>
                    <a:pt x="8821" y="2050"/>
                  </a:cubicBezTo>
                  <a:cubicBezTo>
                    <a:pt x="8800" y="2056"/>
                    <a:pt x="8778" y="2063"/>
                    <a:pt x="8757" y="2071"/>
                  </a:cubicBezTo>
                  <a:cubicBezTo>
                    <a:pt x="8623" y="2120"/>
                    <a:pt x="8507" y="2202"/>
                    <a:pt x="8382" y="2268"/>
                  </a:cubicBezTo>
                  <a:cubicBezTo>
                    <a:pt x="8345" y="2288"/>
                    <a:pt x="8309" y="2340"/>
                    <a:pt x="8264" y="2313"/>
                  </a:cubicBezTo>
                  <a:cubicBezTo>
                    <a:pt x="8226" y="2290"/>
                    <a:pt x="8246" y="2236"/>
                    <a:pt x="8246" y="2197"/>
                  </a:cubicBezTo>
                  <a:cubicBezTo>
                    <a:pt x="8246" y="2058"/>
                    <a:pt x="8246" y="1919"/>
                    <a:pt x="8246" y="1780"/>
                  </a:cubicBezTo>
                  <a:cubicBezTo>
                    <a:pt x="8245" y="1239"/>
                    <a:pt x="8245" y="697"/>
                    <a:pt x="8245" y="155"/>
                  </a:cubicBezTo>
                  <a:cubicBezTo>
                    <a:pt x="8245" y="1"/>
                    <a:pt x="8244" y="1"/>
                    <a:pt x="8090" y="1"/>
                  </a:cubicBezTo>
                  <a:cubicBezTo>
                    <a:pt x="7624" y="1"/>
                    <a:pt x="7158" y="5"/>
                    <a:pt x="6692" y="2"/>
                  </a:cubicBezTo>
                  <a:cubicBezTo>
                    <a:pt x="6598" y="1"/>
                    <a:pt x="6573" y="25"/>
                    <a:pt x="6591" y="122"/>
                  </a:cubicBezTo>
                  <a:cubicBezTo>
                    <a:pt x="6715" y="792"/>
                    <a:pt x="6498" y="1336"/>
                    <a:pt x="5951" y="1737"/>
                  </a:cubicBezTo>
                  <a:cubicBezTo>
                    <a:pt x="5027" y="2415"/>
                    <a:pt x="3663" y="1819"/>
                    <a:pt x="3516" y="681"/>
                  </a:cubicBezTo>
                  <a:cubicBezTo>
                    <a:pt x="3492" y="493"/>
                    <a:pt x="3499" y="310"/>
                    <a:pt x="3535" y="126"/>
                  </a:cubicBezTo>
                  <a:cubicBezTo>
                    <a:pt x="3558" y="9"/>
                    <a:pt x="3552" y="1"/>
                    <a:pt x="3431" y="1"/>
                  </a:cubicBezTo>
                  <a:cubicBezTo>
                    <a:pt x="3103" y="1"/>
                    <a:pt x="2775" y="-1"/>
                    <a:pt x="2447" y="1"/>
                  </a:cubicBezTo>
                  <a:cubicBezTo>
                    <a:pt x="2162" y="4"/>
                    <a:pt x="2014" y="155"/>
                    <a:pt x="2013" y="439"/>
                  </a:cubicBezTo>
                  <a:cubicBezTo>
                    <a:pt x="2013" y="1009"/>
                    <a:pt x="2014" y="1579"/>
                    <a:pt x="2014" y="2149"/>
                  </a:cubicBezTo>
                  <a:cubicBezTo>
                    <a:pt x="2014" y="2277"/>
                    <a:pt x="2009" y="2280"/>
                    <a:pt x="1898" y="2219"/>
                  </a:cubicBezTo>
                  <a:cubicBezTo>
                    <a:pt x="1714" y="2118"/>
                    <a:pt x="1541" y="1998"/>
                    <a:pt x="1328" y="1958"/>
                  </a:cubicBezTo>
                  <a:cubicBezTo>
                    <a:pt x="865" y="1871"/>
                    <a:pt x="369" y="2096"/>
                    <a:pt x="147" y="2504"/>
                  </a:cubicBezTo>
                  <a:cubicBezTo>
                    <a:pt x="-96" y="2952"/>
                    <a:pt x="-33" y="3462"/>
                    <a:pt x="309" y="38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3929400" y="741960"/>
              <a:ext cx="2307960" cy="1656720"/>
            </a:xfrm>
            <a:custGeom>
              <a:avLst/>
              <a:gdLst/>
              <a:ahLst/>
              <a:cxnLst/>
              <a:rect l="l" t="t" r="r" b="b"/>
              <a:pathLst>
                <a:path w="6411" h="4602" extrusionOk="0">
                  <a:moveTo>
                    <a:pt x="4" y="3254"/>
                  </a:moveTo>
                  <a:cubicBezTo>
                    <a:pt x="91" y="3131"/>
                    <a:pt x="194" y="3023"/>
                    <a:pt x="307" y="2932"/>
                  </a:cubicBezTo>
                  <a:cubicBezTo>
                    <a:pt x="682" y="2632"/>
                    <a:pt x="1180" y="2514"/>
                    <a:pt x="1665" y="2641"/>
                  </a:cubicBezTo>
                  <a:cubicBezTo>
                    <a:pt x="1685" y="2646"/>
                    <a:pt x="1705" y="2652"/>
                    <a:pt x="1724" y="2658"/>
                  </a:cubicBezTo>
                  <a:cubicBezTo>
                    <a:pt x="1896" y="2709"/>
                    <a:pt x="2053" y="2786"/>
                    <a:pt x="2191" y="2884"/>
                  </a:cubicBezTo>
                  <a:cubicBezTo>
                    <a:pt x="2580" y="3159"/>
                    <a:pt x="2825" y="3598"/>
                    <a:pt x="2849" y="4103"/>
                  </a:cubicBezTo>
                  <a:cubicBezTo>
                    <a:pt x="2855" y="4238"/>
                    <a:pt x="2835" y="4372"/>
                    <a:pt x="2805" y="4503"/>
                  </a:cubicBezTo>
                  <a:cubicBezTo>
                    <a:pt x="2787" y="4581"/>
                    <a:pt x="2815" y="4602"/>
                    <a:pt x="2887" y="4602"/>
                  </a:cubicBezTo>
                  <a:cubicBezTo>
                    <a:pt x="3071" y="4601"/>
                    <a:pt x="3254" y="4601"/>
                    <a:pt x="3438" y="4600"/>
                  </a:cubicBezTo>
                  <a:cubicBezTo>
                    <a:pt x="3515" y="4600"/>
                    <a:pt x="3592" y="4600"/>
                    <a:pt x="3669" y="4600"/>
                  </a:cubicBezTo>
                  <a:cubicBezTo>
                    <a:pt x="3878" y="4600"/>
                    <a:pt x="4087" y="4600"/>
                    <a:pt x="4296" y="4602"/>
                  </a:cubicBezTo>
                  <a:cubicBezTo>
                    <a:pt x="4391" y="4602"/>
                    <a:pt x="4400" y="4553"/>
                    <a:pt x="4400" y="4477"/>
                  </a:cubicBezTo>
                  <a:cubicBezTo>
                    <a:pt x="4400" y="4223"/>
                    <a:pt x="4399" y="3969"/>
                    <a:pt x="4399" y="3715"/>
                  </a:cubicBezTo>
                  <a:cubicBezTo>
                    <a:pt x="4399" y="3288"/>
                    <a:pt x="4399" y="2863"/>
                    <a:pt x="4400" y="2436"/>
                  </a:cubicBezTo>
                  <a:cubicBezTo>
                    <a:pt x="4400" y="2390"/>
                    <a:pt x="4377" y="2327"/>
                    <a:pt x="4422" y="2301"/>
                  </a:cubicBezTo>
                  <a:cubicBezTo>
                    <a:pt x="4474" y="2269"/>
                    <a:pt x="4515" y="2328"/>
                    <a:pt x="4556" y="2354"/>
                  </a:cubicBezTo>
                  <a:cubicBezTo>
                    <a:pt x="4647" y="2412"/>
                    <a:pt x="4739" y="2464"/>
                    <a:pt x="4835" y="2505"/>
                  </a:cubicBezTo>
                  <a:cubicBezTo>
                    <a:pt x="4995" y="2574"/>
                    <a:pt x="5164" y="2615"/>
                    <a:pt x="5351" y="2609"/>
                  </a:cubicBezTo>
                  <a:cubicBezTo>
                    <a:pt x="5374" y="2609"/>
                    <a:pt x="5398" y="2608"/>
                    <a:pt x="5420" y="2605"/>
                  </a:cubicBezTo>
                  <a:lnTo>
                    <a:pt x="5421" y="2605"/>
                  </a:lnTo>
                  <a:cubicBezTo>
                    <a:pt x="5546" y="2593"/>
                    <a:pt x="5664" y="2559"/>
                    <a:pt x="5772" y="2507"/>
                  </a:cubicBezTo>
                  <a:cubicBezTo>
                    <a:pt x="6000" y="2398"/>
                    <a:pt x="6182" y="2209"/>
                    <a:pt x="6292" y="1985"/>
                  </a:cubicBezTo>
                  <a:cubicBezTo>
                    <a:pt x="6333" y="1903"/>
                    <a:pt x="6364" y="1816"/>
                    <a:pt x="6384" y="1727"/>
                  </a:cubicBezTo>
                  <a:cubicBezTo>
                    <a:pt x="6437" y="1491"/>
                    <a:pt x="6414" y="1237"/>
                    <a:pt x="6294" y="1005"/>
                  </a:cubicBezTo>
                  <a:cubicBezTo>
                    <a:pt x="6042" y="521"/>
                    <a:pt x="5503" y="261"/>
                    <a:pt x="4975" y="418"/>
                  </a:cubicBezTo>
                  <a:cubicBezTo>
                    <a:pt x="4954" y="424"/>
                    <a:pt x="4932" y="431"/>
                    <a:pt x="4911" y="439"/>
                  </a:cubicBezTo>
                  <a:cubicBezTo>
                    <a:pt x="4777" y="488"/>
                    <a:pt x="4661" y="570"/>
                    <a:pt x="4536" y="636"/>
                  </a:cubicBezTo>
                  <a:cubicBezTo>
                    <a:pt x="4499" y="656"/>
                    <a:pt x="4463" y="708"/>
                    <a:pt x="4419" y="681"/>
                  </a:cubicBezTo>
                  <a:cubicBezTo>
                    <a:pt x="4380" y="658"/>
                    <a:pt x="4400" y="604"/>
                    <a:pt x="4400" y="565"/>
                  </a:cubicBezTo>
                  <a:cubicBezTo>
                    <a:pt x="4400" y="426"/>
                    <a:pt x="4400" y="287"/>
                    <a:pt x="4400" y="148"/>
                  </a:cubicBezTo>
                  <a:cubicBezTo>
                    <a:pt x="4244" y="50"/>
                    <a:pt x="4082" y="26"/>
                    <a:pt x="4008" y="15"/>
                  </a:cubicBezTo>
                  <a:cubicBezTo>
                    <a:pt x="3943" y="5"/>
                    <a:pt x="3878" y="0"/>
                    <a:pt x="3815" y="0"/>
                  </a:cubicBezTo>
                  <a:lnTo>
                    <a:pt x="3814" y="0"/>
                  </a:lnTo>
                  <a:cubicBezTo>
                    <a:pt x="3496" y="0"/>
                    <a:pt x="3191" y="123"/>
                    <a:pt x="2906" y="364"/>
                  </a:cubicBezTo>
                  <a:cubicBezTo>
                    <a:pt x="2835" y="424"/>
                    <a:pt x="2769" y="492"/>
                    <a:pt x="2704" y="569"/>
                  </a:cubicBezTo>
                  <a:lnTo>
                    <a:pt x="2650" y="569"/>
                  </a:lnTo>
                  <a:cubicBezTo>
                    <a:pt x="2436" y="569"/>
                    <a:pt x="2172" y="656"/>
                    <a:pt x="2011" y="848"/>
                  </a:cubicBezTo>
                  <a:cubicBezTo>
                    <a:pt x="1979" y="840"/>
                    <a:pt x="1947" y="834"/>
                    <a:pt x="1913" y="829"/>
                  </a:cubicBezTo>
                  <a:cubicBezTo>
                    <a:pt x="1870" y="822"/>
                    <a:pt x="1827" y="819"/>
                    <a:pt x="1784" y="819"/>
                  </a:cubicBezTo>
                  <a:cubicBezTo>
                    <a:pt x="1518" y="819"/>
                    <a:pt x="1275" y="947"/>
                    <a:pt x="1100" y="1181"/>
                  </a:cubicBezTo>
                  <a:cubicBezTo>
                    <a:pt x="1015" y="1294"/>
                    <a:pt x="953" y="1423"/>
                    <a:pt x="913" y="1571"/>
                  </a:cubicBezTo>
                  <a:cubicBezTo>
                    <a:pt x="840" y="1595"/>
                    <a:pt x="770" y="1630"/>
                    <a:pt x="702" y="1675"/>
                  </a:cubicBezTo>
                  <a:cubicBezTo>
                    <a:pt x="478" y="1825"/>
                    <a:pt x="349" y="2093"/>
                    <a:pt x="367" y="2364"/>
                  </a:cubicBezTo>
                  <a:cubicBezTo>
                    <a:pt x="100" y="2592"/>
                    <a:pt x="-25" y="2896"/>
                    <a:pt x="4" y="32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5656320" y="875880"/>
              <a:ext cx="581040" cy="805680"/>
            </a:xfrm>
            <a:custGeom>
              <a:avLst/>
              <a:gdLst/>
              <a:ahLst/>
              <a:cxnLst/>
              <a:rect l="l" t="t" r="r" b="b"/>
              <a:pathLst>
                <a:path w="1614" h="2238" extrusionOk="0">
                  <a:moveTo>
                    <a:pt x="58" y="1951"/>
                  </a:moveTo>
                  <a:cubicBezTo>
                    <a:pt x="48" y="2011"/>
                    <a:pt x="42" y="2071"/>
                    <a:pt x="38" y="2133"/>
                  </a:cubicBezTo>
                  <a:cubicBezTo>
                    <a:pt x="198" y="2202"/>
                    <a:pt x="367" y="2243"/>
                    <a:pt x="554" y="2238"/>
                  </a:cubicBezTo>
                  <a:cubicBezTo>
                    <a:pt x="577" y="2237"/>
                    <a:pt x="601" y="2235"/>
                    <a:pt x="623" y="2233"/>
                  </a:cubicBezTo>
                  <a:lnTo>
                    <a:pt x="624" y="2233"/>
                  </a:lnTo>
                  <a:cubicBezTo>
                    <a:pt x="727" y="2174"/>
                    <a:pt x="781" y="2068"/>
                    <a:pt x="842" y="1949"/>
                  </a:cubicBezTo>
                  <a:cubicBezTo>
                    <a:pt x="850" y="1934"/>
                    <a:pt x="857" y="1919"/>
                    <a:pt x="865" y="1903"/>
                  </a:cubicBezTo>
                  <a:cubicBezTo>
                    <a:pt x="876" y="1883"/>
                    <a:pt x="886" y="1862"/>
                    <a:pt x="896" y="1841"/>
                  </a:cubicBezTo>
                  <a:cubicBezTo>
                    <a:pt x="910" y="1811"/>
                    <a:pt x="925" y="1780"/>
                    <a:pt x="942" y="1750"/>
                  </a:cubicBezTo>
                  <a:cubicBezTo>
                    <a:pt x="1007" y="1635"/>
                    <a:pt x="1087" y="1545"/>
                    <a:pt x="1180" y="1483"/>
                  </a:cubicBezTo>
                  <a:cubicBezTo>
                    <a:pt x="1298" y="1403"/>
                    <a:pt x="1442" y="1358"/>
                    <a:pt x="1587" y="1355"/>
                  </a:cubicBezTo>
                  <a:cubicBezTo>
                    <a:pt x="1640" y="1119"/>
                    <a:pt x="1617" y="865"/>
                    <a:pt x="1497" y="633"/>
                  </a:cubicBezTo>
                  <a:cubicBezTo>
                    <a:pt x="1245" y="149"/>
                    <a:pt x="706" y="-111"/>
                    <a:pt x="178" y="46"/>
                  </a:cubicBezTo>
                  <a:cubicBezTo>
                    <a:pt x="141" y="82"/>
                    <a:pt x="113" y="125"/>
                    <a:pt x="91" y="178"/>
                  </a:cubicBezTo>
                  <a:cubicBezTo>
                    <a:pt x="63" y="247"/>
                    <a:pt x="34" y="323"/>
                    <a:pt x="21" y="401"/>
                  </a:cubicBezTo>
                  <a:cubicBezTo>
                    <a:pt x="-29" y="689"/>
                    <a:pt x="10" y="982"/>
                    <a:pt x="139" y="1294"/>
                  </a:cubicBezTo>
                  <a:cubicBezTo>
                    <a:pt x="276" y="1167"/>
                    <a:pt x="446" y="1078"/>
                    <a:pt x="653" y="1024"/>
                  </a:cubicBezTo>
                  <a:cubicBezTo>
                    <a:pt x="551" y="769"/>
                    <a:pt x="522" y="598"/>
                    <a:pt x="648" y="491"/>
                  </a:cubicBezTo>
                  <a:cubicBezTo>
                    <a:pt x="659" y="482"/>
                    <a:pt x="673" y="477"/>
                    <a:pt x="687" y="477"/>
                  </a:cubicBezTo>
                  <a:cubicBezTo>
                    <a:pt x="696" y="477"/>
                    <a:pt x="706" y="479"/>
                    <a:pt x="715" y="484"/>
                  </a:cubicBezTo>
                  <a:cubicBezTo>
                    <a:pt x="737" y="496"/>
                    <a:pt x="749" y="521"/>
                    <a:pt x="746" y="545"/>
                  </a:cubicBezTo>
                  <a:cubicBezTo>
                    <a:pt x="727" y="673"/>
                    <a:pt x="761" y="793"/>
                    <a:pt x="861" y="948"/>
                  </a:cubicBezTo>
                  <a:cubicBezTo>
                    <a:pt x="890" y="992"/>
                    <a:pt x="908" y="1000"/>
                    <a:pt x="929" y="1000"/>
                  </a:cubicBezTo>
                  <a:cubicBezTo>
                    <a:pt x="935" y="1000"/>
                    <a:pt x="941" y="1000"/>
                    <a:pt x="947" y="999"/>
                  </a:cubicBezTo>
                  <a:cubicBezTo>
                    <a:pt x="961" y="996"/>
                    <a:pt x="975" y="995"/>
                    <a:pt x="992" y="995"/>
                  </a:cubicBezTo>
                  <a:cubicBezTo>
                    <a:pt x="1014" y="995"/>
                    <a:pt x="1035" y="997"/>
                    <a:pt x="1056" y="999"/>
                  </a:cubicBezTo>
                  <a:lnTo>
                    <a:pt x="1060" y="1000"/>
                  </a:lnTo>
                  <a:lnTo>
                    <a:pt x="1084" y="1002"/>
                  </a:lnTo>
                  <a:cubicBezTo>
                    <a:pt x="1175" y="1012"/>
                    <a:pt x="1269" y="1021"/>
                    <a:pt x="1360" y="1058"/>
                  </a:cubicBezTo>
                  <a:cubicBezTo>
                    <a:pt x="1385" y="1068"/>
                    <a:pt x="1400" y="1093"/>
                    <a:pt x="1397" y="1119"/>
                  </a:cubicBezTo>
                  <a:cubicBezTo>
                    <a:pt x="1394" y="1146"/>
                    <a:pt x="1374" y="1167"/>
                    <a:pt x="1348" y="1172"/>
                  </a:cubicBezTo>
                  <a:cubicBezTo>
                    <a:pt x="1320" y="1177"/>
                    <a:pt x="1294" y="1177"/>
                    <a:pt x="1274" y="1177"/>
                  </a:cubicBezTo>
                  <a:lnTo>
                    <a:pt x="1258" y="1177"/>
                  </a:lnTo>
                  <a:lnTo>
                    <a:pt x="1223" y="1177"/>
                  </a:lnTo>
                  <a:cubicBezTo>
                    <a:pt x="1006" y="1177"/>
                    <a:pt x="818" y="1207"/>
                    <a:pt x="649" y="1269"/>
                  </a:cubicBezTo>
                  <a:cubicBezTo>
                    <a:pt x="304" y="1395"/>
                    <a:pt x="110" y="1619"/>
                    <a:pt x="58" y="19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4039920" y="842040"/>
              <a:ext cx="1482480" cy="1556640"/>
            </a:xfrm>
            <a:custGeom>
              <a:avLst/>
              <a:gdLst/>
              <a:ahLst/>
              <a:cxnLst/>
              <a:rect l="l" t="t" r="r" b="b"/>
              <a:pathLst>
                <a:path w="4118" h="4324" extrusionOk="0">
                  <a:moveTo>
                    <a:pt x="2001" y="1670"/>
                  </a:moveTo>
                  <a:cubicBezTo>
                    <a:pt x="2129" y="1527"/>
                    <a:pt x="2310" y="1448"/>
                    <a:pt x="2510" y="1448"/>
                  </a:cubicBezTo>
                  <a:cubicBezTo>
                    <a:pt x="2663" y="1448"/>
                    <a:pt x="2815" y="1494"/>
                    <a:pt x="2938" y="1577"/>
                  </a:cubicBezTo>
                  <a:cubicBezTo>
                    <a:pt x="3031" y="1639"/>
                    <a:pt x="3111" y="1729"/>
                    <a:pt x="3176" y="1844"/>
                  </a:cubicBezTo>
                  <a:cubicBezTo>
                    <a:pt x="3193" y="1874"/>
                    <a:pt x="3208" y="1905"/>
                    <a:pt x="3222" y="1935"/>
                  </a:cubicBezTo>
                  <a:cubicBezTo>
                    <a:pt x="3232" y="1956"/>
                    <a:pt x="3242" y="1977"/>
                    <a:pt x="3252" y="1998"/>
                  </a:cubicBezTo>
                  <a:cubicBezTo>
                    <a:pt x="3260" y="2013"/>
                    <a:pt x="3268" y="2028"/>
                    <a:pt x="3276" y="2043"/>
                  </a:cubicBezTo>
                  <a:cubicBezTo>
                    <a:pt x="3351" y="2190"/>
                    <a:pt x="3415" y="2316"/>
                    <a:pt x="3575" y="2360"/>
                  </a:cubicBezTo>
                  <a:cubicBezTo>
                    <a:pt x="3602" y="2367"/>
                    <a:pt x="3620" y="2392"/>
                    <a:pt x="3619" y="2420"/>
                  </a:cubicBezTo>
                  <a:cubicBezTo>
                    <a:pt x="3618" y="2448"/>
                    <a:pt x="3598" y="2471"/>
                    <a:pt x="3571" y="2476"/>
                  </a:cubicBezTo>
                  <a:cubicBezTo>
                    <a:pt x="3553" y="2480"/>
                    <a:pt x="3534" y="2482"/>
                    <a:pt x="3516" y="2482"/>
                  </a:cubicBezTo>
                  <a:cubicBezTo>
                    <a:pt x="3465" y="2482"/>
                    <a:pt x="3415" y="2468"/>
                    <a:pt x="3358" y="2440"/>
                  </a:cubicBezTo>
                  <a:cubicBezTo>
                    <a:pt x="3270" y="2395"/>
                    <a:pt x="3198" y="2323"/>
                    <a:pt x="3133" y="2213"/>
                  </a:cubicBezTo>
                  <a:lnTo>
                    <a:pt x="3111" y="2177"/>
                  </a:lnTo>
                  <a:cubicBezTo>
                    <a:pt x="3065" y="2100"/>
                    <a:pt x="3017" y="2021"/>
                    <a:pt x="2972" y="1942"/>
                  </a:cubicBezTo>
                  <a:cubicBezTo>
                    <a:pt x="2877" y="1779"/>
                    <a:pt x="2743" y="1703"/>
                    <a:pt x="2550" y="1703"/>
                  </a:cubicBezTo>
                  <a:cubicBezTo>
                    <a:pt x="2518" y="1703"/>
                    <a:pt x="2483" y="1706"/>
                    <a:pt x="2447" y="1710"/>
                  </a:cubicBezTo>
                  <a:cubicBezTo>
                    <a:pt x="2254" y="1734"/>
                    <a:pt x="2109" y="1840"/>
                    <a:pt x="2004" y="2034"/>
                  </a:cubicBezTo>
                  <a:cubicBezTo>
                    <a:pt x="1994" y="2053"/>
                    <a:pt x="1973" y="2065"/>
                    <a:pt x="1951" y="2065"/>
                  </a:cubicBezTo>
                  <a:cubicBezTo>
                    <a:pt x="1927" y="2065"/>
                    <a:pt x="1905" y="2051"/>
                    <a:pt x="1896" y="2029"/>
                  </a:cubicBezTo>
                  <a:cubicBezTo>
                    <a:pt x="1878" y="1990"/>
                    <a:pt x="1897" y="1785"/>
                    <a:pt x="2001" y="1670"/>
                  </a:cubicBezTo>
                  <a:moveTo>
                    <a:pt x="0" y="2654"/>
                  </a:moveTo>
                  <a:cubicBezTo>
                    <a:pt x="375" y="2354"/>
                    <a:pt x="873" y="2236"/>
                    <a:pt x="1358" y="2363"/>
                  </a:cubicBezTo>
                  <a:cubicBezTo>
                    <a:pt x="1378" y="2368"/>
                    <a:pt x="1398" y="2374"/>
                    <a:pt x="1417" y="2380"/>
                  </a:cubicBezTo>
                  <a:cubicBezTo>
                    <a:pt x="1474" y="2359"/>
                    <a:pt x="1536" y="2349"/>
                    <a:pt x="1602" y="2349"/>
                  </a:cubicBezTo>
                  <a:cubicBezTo>
                    <a:pt x="1731" y="2349"/>
                    <a:pt x="1846" y="2389"/>
                    <a:pt x="1879" y="2408"/>
                  </a:cubicBezTo>
                  <a:cubicBezTo>
                    <a:pt x="1998" y="2474"/>
                    <a:pt x="2096" y="2563"/>
                    <a:pt x="2169" y="2674"/>
                  </a:cubicBezTo>
                  <a:cubicBezTo>
                    <a:pt x="2186" y="2698"/>
                    <a:pt x="2181" y="2732"/>
                    <a:pt x="2159" y="2751"/>
                  </a:cubicBezTo>
                  <a:cubicBezTo>
                    <a:pt x="2148" y="2761"/>
                    <a:pt x="2134" y="2766"/>
                    <a:pt x="2119" y="2766"/>
                  </a:cubicBezTo>
                  <a:cubicBezTo>
                    <a:pt x="2106" y="2766"/>
                    <a:pt x="2092" y="2762"/>
                    <a:pt x="2081" y="2752"/>
                  </a:cubicBezTo>
                  <a:cubicBezTo>
                    <a:pt x="2024" y="2704"/>
                    <a:pt x="1957" y="2649"/>
                    <a:pt x="1884" y="2606"/>
                  </a:cubicBezTo>
                  <a:cubicBezTo>
                    <a:pt x="2273" y="2881"/>
                    <a:pt x="2518" y="3320"/>
                    <a:pt x="2542" y="3825"/>
                  </a:cubicBezTo>
                  <a:cubicBezTo>
                    <a:pt x="2548" y="3960"/>
                    <a:pt x="2528" y="4094"/>
                    <a:pt x="2498" y="4225"/>
                  </a:cubicBezTo>
                  <a:cubicBezTo>
                    <a:pt x="2480" y="4303"/>
                    <a:pt x="2508" y="4324"/>
                    <a:pt x="2580" y="4324"/>
                  </a:cubicBezTo>
                  <a:cubicBezTo>
                    <a:pt x="2764" y="4323"/>
                    <a:pt x="2947" y="4323"/>
                    <a:pt x="3131" y="4322"/>
                  </a:cubicBezTo>
                  <a:cubicBezTo>
                    <a:pt x="3134" y="4060"/>
                    <a:pt x="3074" y="3830"/>
                    <a:pt x="2957" y="3675"/>
                  </a:cubicBezTo>
                  <a:cubicBezTo>
                    <a:pt x="2943" y="3657"/>
                    <a:pt x="2941" y="3632"/>
                    <a:pt x="2952" y="3611"/>
                  </a:cubicBezTo>
                  <a:cubicBezTo>
                    <a:pt x="2963" y="3592"/>
                    <a:pt x="2983" y="3580"/>
                    <a:pt x="3005" y="3580"/>
                  </a:cubicBezTo>
                  <a:lnTo>
                    <a:pt x="3009" y="3580"/>
                  </a:lnTo>
                  <a:cubicBezTo>
                    <a:pt x="3054" y="3583"/>
                    <a:pt x="3080" y="3609"/>
                    <a:pt x="3094" y="3623"/>
                  </a:cubicBezTo>
                  <a:cubicBezTo>
                    <a:pt x="3096" y="3625"/>
                    <a:pt x="3098" y="3627"/>
                    <a:pt x="3100" y="3628"/>
                  </a:cubicBezTo>
                  <a:cubicBezTo>
                    <a:pt x="3280" y="3795"/>
                    <a:pt x="3329" y="4016"/>
                    <a:pt x="3352" y="4190"/>
                  </a:cubicBezTo>
                  <a:cubicBezTo>
                    <a:pt x="3357" y="4231"/>
                    <a:pt x="3360" y="4274"/>
                    <a:pt x="3362" y="4322"/>
                  </a:cubicBezTo>
                  <a:cubicBezTo>
                    <a:pt x="3571" y="4322"/>
                    <a:pt x="3780" y="4322"/>
                    <a:pt x="3989" y="4324"/>
                  </a:cubicBezTo>
                  <a:cubicBezTo>
                    <a:pt x="4084" y="4324"/>
                    <a:pt x="4093" y="4275"/>
                    <a:pt x="4093" y="4199"/>
                  </a:cubicBezTo>
                  <a:cubicBezTo>
                    <a:pt x="4093" y="3945"/>
                    <a:pt x="4092" y="3691"/>
                    <a:pt x="4092" y="3437"/>
                  </a:cubicBezTo>
                  <a:cubicBezTo>
                    <a:pt x="4089" y="3427"/>
                    <a:pt x="4085" y="3418"/>
                    <a:pt x="4082" y="3409"/>
                  </a:cubicBezTo>
                  <a:cubicBezTo>
                    <a:pt x="4005" y="3206"/>
                    <a:pt x="3859" y="3096"/>
                    <a:pt x="3648" y="3082"/>
                  </a:cubicBezTo>
                  <a:cubicBezTo>
                    <a:pt x="3625" y="3080"/>
                    <a:pt x="3605" y="3065"/>
                    <a:pt x="3596" y="3044"/>
                  </a:cubicBezTo>
                  <a:cubicBezTo>
                    <a:pt x="3588" y="3022"/>
                    <a:pt x="3592" y="2998"/>
                    <a:pt x="3608" y="2981"/>
                  </a:cubicBezTo>
                  <a:cubicBezTo>
                    <a:pt x="3649" y="2937"/>
                    <a:pt x="3707" y="2914"/>
                    <a:pt x="3775" y="2914"/>
                  </a:cubicBezTo>
                  <a:cubicBezTo>
                    <a:pt x="3844" y="2914"/>
                    <a:pt x="3924" y="2937"/>
                    <a:pt x="4013" y="2982"/>
                  </a:cubicBezTo>
                  <a:cubicBezTo>
                    <a:pt x="4020" y="2949"/>
                    <a:pt x="4026" y="2914"/>
                    <a:pt x="4032" y="2879"/>
                  </a:cubicBezTo>
                  <a:cubicBezTo>
                    <a:pt x="4034" y="2865"/>
                    <a:pt x="4036" y="2852"/>
                    <a:pt x="4038" y="2839"/>
                  </a:cubicBezTo>
                  <a:cubicBezTo>
                    <a:pt x="4091" y="2535"/>
                    <a:pt x="4098" y="2282"/>
                    <a:pt x="4060" y="2045"/>
                  </a:cubicBezTo>
                  <a:cubicBezTo>
                    <a:pt x="4008" y="1713"/>
                    <a:pt x="3814" y="1489"/>
                    <a:pt x="3469" y="1363"/>
                  </a:cubicBezTo>
                  <a:cubicBezTo>
                    <a:pt x="3300" y="1301"/>
                    <a:pt x="3112" y="1271"/>
                    <a:pt x="2895" y="1271"/>
                  </a:cubicBezTo>
                  <a:lnTo>
                    <a:pt x="2860" y="1271"/>
                  </a:lnTo>
                  <a:lnTo>
                    <a:pt x="2844" y="1271"/>
                  </a:lnTo>
                  <a:cubicBezTo>
                    <a:pt x="2825" y="1271"/>
                    <a:pt x="2799" y="1271"/>
                    <a:pt x="2771" y="1266"/>
                  </a:cubicBezTo>
                  <a:cubicBezTo>
                    <a:pt x="2744" y="1261"/>
                    <a:pt x="2724" y="1240"/>
                    <a:pt x="2721" y="1213"/>
                  </a:cubicBezTo>
                  <a:cubicBezTo>
                    <a:pt x="2718" y="1187"/>
                    <a:pt x="2734" y="1162"/>
                    <a:pt x="2758" y="1152"/>
                  </a:cubicBezTo>
                  <a:cubicBezTo>
                    <a:pt x="2849" y="1115"/>
                    <a:pt x="2943" y="1106"/>
                    <a:pt x="3034" y="1096"/>
                  </a:cubicBezTo>
                  <a:lnTo>
                    <a:pt x="3058" y="1094"/>
                  </a:lnTo>
                  <a:lnTo>
                    <a:pt x="3063" y="1093"/>
                  </a:lnTo>
                  <a:cubicBezTo>
                    <a:pt x="3083" y="1091"/>
                    <a:pt x="3104" y="1089"/>
                    <a:pt x="3126" y="1089"/>
                  </a:cubicBezTo>
                  <a:cubicBezTo>
                    <a:pt x="3142" y="1089"/>
                    <a:pt x="3157" y="1090"/>
                    <a:pt x="3171" y="1093"/>
                  </a:cubicBezTo>
                  <a:cubicBezTo>
                    <a:pt x="3177" y="1094"/>
                    <a:pt x="3183" y="1094"/>
                    <a:pt x="3188" y="1094"/>
                  </a:cubicBezTo>
                  <a:cubicBezTo>
                    <a:pt x="3210" y="1094"/>
                    <a:pt x="3228" y="1086"/>
                    <a:pt x="3257" y="1042"/>
                  </a:cubicBezTo>
                  <a:cubicBezTo>
                    <a:pt x="3356" y="887"/>
                    <a:pt x="3391" y="767"/>
                    <a:pt x="3372" y="639"/>
                  </a:cubicBezTo>
                  <a:cubicBezTo>
                    <a:pt x="3369" y="615"/>
                    <a:pt x="3381" y="590"/>
                    <a:pt x="3403" y="578"/>
                  </a:cubicBezTo>
                  <a:cubicBezTo>
                    <a:pt x="3412" y="573"/>
                    <a:pt x="3421" y="571"/>
                    <a:pt x="3432" y="571"/>
                  </a:cubicBezTo>
                  <a:cubicBezTo>
                    <a:pt x="3446" y="571"/>
                    <a:pt x="3459" y="576"/>
                    <a:pt x="3470" y="585"/>
                  </a:cubicBezTo>
                  <a:cubicBezTo>
                    <a:pt x="3596" y="692"/>
                    <a:pt x="3567" y="863"/>
                    <a:pt x="3465" y="1118"/>
                  </a:cubicBezTo>
                  <a:cubicBezTo>
                    <a:pt x="3673" y="1172"/>
                    <a:pt x="3842" y="1261"/>
                    <a:pt x="3979" y="1388"/>
                  </a:cubicBezTo>
                  <a:cubicBezTo>
                    <a:pt x="4108" y="1076"/>
                    <a:pt x="4147" y="783"/>
                    <a:pt x="4097" y="495"/>
                  </a:cubicBezTo>
                  <a:cubicBezTo>
                    <a:pt x="4084" y="417"/>
                    <a:pt x="4055" y="341"/>
                    <a:pt x="4026" y="271"/>
                  </a:cubicBezTo>
                  <a:cubicBezTo>
                    <a:pt x="3965" y="121"/>
                    <a:pt x="3846" y="44"/>
                    <a:pt x="3628" y="11"/>
                  </a:cubicBezTo>
                  <a:cubicBezTo>
                    <a:pt x="3581" y="4"/>
                    <a:pt x="3534" y="0"/>
                    <a:pt x="3489" y="0"/>
                  </a:cubicBezTo>
                  <a:cubicBezTo>
                    <a:pt x="3255" y="0"/>
                    <a:pt x="3034" y="92"/>
                    <a:pt x="2813" y="280"/>
                  </a:cubicBezTo>
                  <a:cubicBezTo>
                    <a:pt x="2718" y="361"/>
                    <a:pt x="2631" y="459"/>
                    <a:pt x="2540" y="591"/>
                  </a:cubicBezTo>
                  <a:cubicBezTo>
                    <a:pt x="2516" y="626"/>
                    <a:pt x="2501" y="669"/>
                    <a:pt x="2485" y="714"/>
                  </a:cubicBezTo>
                  <a:cubicBezTo>
                    <a:pt x="2474" y="746"/>
                    <a:pt x="2463" y="778"/>
                    <a:pt x="2448" y="809"/>
                  </a:cubicBezTo>
                  <a:lnTo>
                    <a:pt x="2447" y="813"/>
                  </a:lnTo>
                  <a:cubicBezTo>
                    <a:pt x="2442" y="829"/>
                    <a:pt x="2430" y="865"/>
                    <a:pt x="2385" y="881"/>
                  </a:cubicBezTo>
                  <a:cubicBezTo>
                    <a:pt x="2378" y="883"/>
                    <a:pt x="2372" y="884"/>
                    <a:pt x="2365" y="884"/>
                  </a:cubicBezTo>
                  <a:cubicBezTo>
                    <a:pt x="2356" y="884"/>
                    <a:pt x="2346" y="882"/>
                    <a:pt x="2338" y="878"/>
                  </a:cubicBezTo>
                  <a:cubicBezTo>
                    <a:pt x="2323" y="870"/>
                    <a:pt x="2313" y="857"/>
                    <a:pt x="2308" y="842"/>
                  </a:cubicBezTo>
                  <a:cubicBezTo>
                    <a:pt x="2283" y="759"/>
                    <a:pt x="2280" y="672"/>
                    <a:pt x="2298" y="583"/>
                  </a:cubicBezTo>
                  <a:lnTo>
                    <a:pt x="2296" y="583"/>
                  </a:lnTo>
                  <a:cubicBezTo>
                    <a:pt x="2163" y="583"/>
                    <a:pt x="1986" y="646"/>
                    <a:pt x="1919" y="763"/>
                  </a:cubicBezTo>
                  <a:cubicBezTo>
                    <a:pt x="1916" y="769"/>
                    <a:pt x="1914" y="773"/>
                    <a:pt x="1913" y="775"/>
                  </a:cubicBezTo>
                  <a:cubicBezTo>
                    <a:pt x="1914" y="777"/>
                    <a:pt x="1917" y="779"/>
                    <a:pt x="1920" y="782"/>
                  </a:cubicBezTo>
                  <a:cubicBezTo>
                    <a:pt x="2055" y="910"/>
                    <a:pt x="2117" y="1060"/>
                    <a:pt x="2106" y="1229"/>
                  </a:cubicBezTo>
                  <a:cubicBezTo>
                    <a:pt x="2105" y="1237"/>
                    <a:pt x="2105" y="1249"/>
                    <a:pt x="2102" y="1260"/>
                  </a:cubicBezTo>
                  <a:cubicBezTo>
                    <a:pt x="2098" y="1281"/>
                    <a:pt x="2086" y="1293"/>
                    <a:pt x="2082" y="1296"/>
                  </a:cubicBezTo>
                  <a:cubicBezTo>
                    <a:pt x="2071" y="1310"/>
                    <a:pt x="2054" y="1317"/>
                    <a:pt x="2037" y="1317"/>
                  </a:cubicBezTo>
                  <a:cubicBezTo>
                    <a:pt x="2033" y="1317"/>
                    <a:pt x="2030" y="1317"/>
                    <a:pt x="2026" y="1316"/>
                  </a:cubicBezTo>
                  <a:cubicBezTo>
                    <a:pt x="2005" y="1313"/>
                    <a:pt x="1968" y="1298"/>
                    <a:pt x="1960" y="1242"/>
                  </a:cubicBezTo>
                  <a:cubicBezTo>
                    <a:pt x="1878" y="1017"/>
                    <a:pt x="1713" y="879"/>
                    <a:pt x="1483" y="844"/>
                  </a:cubicBezTo>
                  <a:cubicBezTo>
                    <a:pt x="1458" y="840"/>
                    <a:pt x="1434" y="838"/>
                    <a:pt x="1411" y="838"/>
                  </a:cubicBezTo>
                  <a:cubicBezTo>
                    <a:pt x="1263" y="838"/>
                    <a:pt x="1129" y="912"/>
                    <a:pt x="1024" y="1053"/>
                  </a:cubicBezTo>
                  <a:cubicBezTo>
                    <a:pt x="947" y="1155"/>
                    <a:pt x="897" y="1281"/>
                    <a:pt x="872" y="1439"/>
                  </a:cubicBezTo>
                  <a:cubicBezTo>
                    <a:pt x="859" y="1519"/>
                    <a:pt x="817" y="1559"/>
                    <a:pt x="736" y="1568"/>
                  </a:cubicBezTo>
                  <a:cubicBezTo>
                    <a:pt x="662" y="1576"/>
                    <a:pt x="590" y="1603"/>
                    <a:pt x="521" y="1649"/>
                  </a:cubicBezTo>
                  <a:cubicBezTo>
                    <a:pt x="403" y="1729"/>
                    <a:pt x="337" y="1876"/>
                    <a:pt x="353" y="2018"/>
                  </a:cubicBezTo>
                  <a:cubicBezTo>
                    <a:pt x="539" y="2023"/>
                    <a:pt x="655" y="2052"/>
                    <a:pt x="752" y="2168"/>
                  </a:cubicBezTo>
                  <a:cubicBezTo>
                    <a:pt x="768" y="2188"/>
                    <a:pt x="770" y="2216"/>
                    <a:pt x="756" y="2238"/>
                  </a:cubicBezTo>
                  <a:cubicBezTo>
                    <a:pt x="745" y="2256"/>
                    <a:pt x="726" y="2266"/>
                    <a:pt x="706" y="2266"/>
                  </a:cubicBezTo>
                  <a:cubicBezTo>
                    <a:pt x="701" y="2266"/>
                    <a:pt x="696" y="2265"/>
                    <a:pt x="691" y="2264"/>
                  </a:cubicBezTo>
                  <a:cubicBezTo>
                    <a:pt x="595" y="2240"/>
                    <a:pt x="515" y="2229"/>
                    <a:pt x="441" y="2229"/>
                  </a:cubicBezTo>
                  <a:lnTo>
                    <a:pt x="427" y="2229"/>
                  </a:lnTo>
                  <a:cubicBezTo>
                    <a:pt x="370" y="2230"/>
                    <a:pt x="319" y="2248"/>
                    <a:pt x="270" y="2283"/>
                  </a:cubicBezTo>
                  <a:cubicBezTo>
                    <a:pt x="129" y="2386"/>
                    <a:pt x="39" y="2508"/>
                    <a:pt x="0" y="26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11"/>
          <p:cNvSpPr/>
          <p:nvPr/>
        </p:nvSpPr>
        <p:spPr>
          <a:xfrm rot="-7200640">
            <a:off x="2214879" y="5840960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/>
          <p:nvPr/>
        </p:nvSpPr>
        <p:spPr>
          <a:xfrm rot="5399969" flipH="1">
            <a:off x="6347034" y="-1361340"/>
            <a:ext cx="728204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 txBox="1">
            <a:spLocks noGrp="1"/>
          </p:cNvSpPr>
          <p:nvPr>
            <p:ph type="title" hasCustomPrompt="1"/>
          </p:nvPr>
        </p:nvSpPr>
        <p:spPr>
          <a:xfrm>
            <a:off x="1836100" y="2313195"/>
            <a:ext cx="8768000" cy="14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98" name="Google Shape;198;p11"/>
          <p:cNvSpPr txBox="1">
            <a:spLocks noGrp="1"/>
          </p:cNvSpPr>
          <p:nvPr>
            <p:ph type="subTitle" idx="1"/>
          </p:nvPr>
        </p:nvSpPr>
        <p:spPr>
          <a:xfrm>
            <a:off x="1836100" y="3881984"/>
            <a:ext cx="87680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4732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3164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/>
          <p:nvPr/>
        </p:nvSpPr>
        <p:spPr>
          <a:xfrm rot="-3847955">
            <a:off x="10312662" y="6111072"/>
            <a:ext cx="1904727" cy="1158283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13"/>
          <p:cNvGrpSpPr/>
          <p:nvPr/>
        </p:nvGrpSpPr>
        <p:grpSpPr>
          <a:xfrm>
            <a:off x="418732" y="-203189"/>
            <a:ext cx="1267675" cy="1716260"/>
            <a:chOff x="5976360" y="-1347840"/>
            <a:chExt cx="2682720" cy="3632040"/>
          </a:xfrm>
        </p:grpSpPr>
        <p:sp>
          <p:nvSpPr>
            <p:cNvPr id="203" name="Google Shape;203;p13"/>
            <p:cNvSpPr/>
            <p:nvPr/>
          </p:nvSpPr>
          <p:spPr>
            <a:xfrm>
              <a:off x="5976360" y="-1347840"/>
              <a:ext cx="2682720" cy="3632040"/>
            </a:xfrm>
            <a:custGeom>
              <a:avLst/>
              <a:gdLst/>
              <a:ahLst/>
              <a:cxnLst/>
              <a:rect l="l" t="t" r="r" b="b"/>
              <a:pathLst>
                <a:path w="7452" h="10089" extrusionOk="0">
                  <a:moveTo>
                    <a:pt x="1188" y="7886"/>
                  </a:moveTo>
                  <a:cubicBezTo>
                    <a:pt x="1252" y="8160"/>
                    <a:pt x="1316" y="8434"/>
                    <a:pt x="1378" y="8708"/>
                  </a:cubicBezTo>
                  <a:cubicBezTo>
                    <a:pt x="1401" y="8810"/>
                    <a:pt x="1464" y="8786"/>
                    <a:pt x="1529" y="8770"/>
                  </a:cubicBezTo>
                  <a:lnTo>
                    <a:pt x="2318" y="8586"/>
                  </a:lnTo>
                  <a:cubicBezTo>
                    <a:pt x="2711" y="8495"/>
                    <a:pt x="3102" y="8403"/>
                    <a:pt x="3496" y="8312"/>
                  </a:cubicBezTo>
                  <a:cubicBezTo>
                    <a:pt x="3547" y="8301"/>
                    <a:pt x="3611" y="8258"/>
                    <a:pt x="3651" y="8306"/>
                  </a:cubicBezTo>
                  <a:cubicBezTo>
                    <a:pt x="3685" y="8346"/>
                    <a:pt x="3639" y="8404"/>
                    <a:pt x="3624" y="8452"/>
                  </a:cubicBezTo>
                  <a:cubicBezTo>
                    <a:pt x="3557" y="8667"/>
                    <a:pt x="3503" y="8881"/>
                    <a:pt x="3529" y="9112"/>
                  </a:cubicBezTo>
                  <a:cubicBezTo>
                    <a:pt x="3536" y="9176"/>
                    <a:pt x="3549" y="9238"/>
                    <a:pt x="3568" y="9299"/>
                  </a:cubicBezTo>
                  <a:cubicBezTo>
                    <a:pt x="3595" y="9386"/>
                    <a:pt x="3633" y="9469"/>
                    <a:pt x="3681" y="9547"/>
                  </a:cubicBezTo>
                  <a:cubicBezTo>
                    <a:pt x="3718" y="9607"/>
                    <a:pt x="3762" y="9665"/>
                    <a:pt x="3811" y="9717"/>
                  </a:cubicBezTo>
                  <a:cubicBezTo>
                    <a:pt x="3874" y="9787"/>
                    <a:pt x="3947" y="9849"/>
                    <a:pt x="4026" y="9902"/>
                  </a:cubicBezTo>
                  <a:cubicBezTo>
                    <a:pt x="4225" y="10035"/>
                    <a:pt x="4466" y="10106"/>
                    <a:pt x="4712" y="10085"/>
                  </a:cubicBezTo>
                  <a:cubicBezTo>
                    <a:pt x="4718" y="10085"/>
                    <a:pt x="4724" y="10084"/>
                    <a:pt x="4730" y="10084"/>
                  </a:cubicBezTo>
                  <a:cubicBezTo>
                    <a:pt x="4797" y="10077"/>
                    <a:pt x="4862" y="10065"/>
                    <a:pt x="4925" y="10048"/>
                  </a:cubicBezTo>
                  <a:cubicBezTo>
                    <a:pt x="5175" y="9980"/>
                    <a:pt x="5385" y="9833"/>
                    <a:pt x="5532" y="9638"/>
                  </a:cubicBezTo>
                  <a:cubicBezTo>
                    <a:pt x="5684" y="9437"/>
                    <a:pt x="5767" y="9185"/>
                    <a:pt x="5757" y="8917"/>
                  </a:cubicBezTo>
                  <a:cubicBezTo>
                    <a:pt x="5754" y="8854"/>
                    <a:pt x="5746" y="8791"/>
                    <a:pt x="5733" y="8727"/>
                  </a:cubicBezTo>
                  <a:cubicBezTo>
                    <a:pt x="5687" y="8501"/>
                    <a:pt x="5563" y="8314"/>
                    <a:pt x="5405" y="8149"/>
                  </a:cubicBezTo>
                  <a:cubicBezTo>
                    <a:pt x="5352" y="8095"/>
                    <a:pt x="5300" y="8039"/>
                    <a:pt x="5246" y="7986"/>
                  </a:cubicBezTo>
                  <a:cubicBezTo>
                    <a:pt x="5202" y="7943"/>
                    <a:pt x="5211" y="7915"/>
                    <a:pt x="5268" y="7899"/>
                  </a:cubicBezTo>
                  <a:cubicBezTo>
                    <a:pt x="5297" y="7891"/>
                    <a:pt x="5328" y="7884"/>
                    <a:pt x="5359" y="7877"/>
                  </a:cubicBezTo>
                  <a:lnTo>
                    <a:pt x="5539" y="7835"/>
                  </a:lnTo>
                  <a:cubicBezTo>
                    <a:pt x="5635" y="7812"/>
                    <a:pt x="5730" y="7790"/>
                    <a:pt x="5826" y="7768"/>
                  </a:cubicBezTo>
                  <a:cubicBezTo>
                    <a:pt x="6326" y="7651"/>
                    <a:pt x="6826" y="7534"/>
                    <a:pt x="7326" y="7417"/>
                  </a:cubicBezTo>
                  <a:cubicBezTo>
                    <a:pt x="7466" y="7384"/>
                    <a:pt x="7467" y="7384"/>
                    <a:pt x="7435" y="7244"/>
                  </a:cubicBezTo>
                  <a:cubicBezTo>
                    <a:pt x="7328" y="6787"/>
                    <a:pt x="7219" y="6330"/>
                    <a:pt x="7116" y="5872"/>
                  </a:cubicBezTo>
                  <a:cubicBezTo>
                    <a:pt x="7095" y="5776"/>
                    <a:pt x="7063" y="5766"/>
                    <a:pt x="6976" y="5806"/>
                  </a:cubicBezTo>
                  <a:cubicBezTo>
                    <a:pt x="6136" y="6200"/>
                    <a:pt x="5136" y="5787"/>
                    <a:pt x="4832" y="4909"/>
                  </a:cubicBezTo>
                  <a:cubicBezTo>
                    <a:pt x="4536" y="4053"/>
                    <a:pt x="5007" y="3167"/>
                    <a:pt x="5830" y="2907"/>
                  </a:cubicBezTo>
                  <a:cubicBezTo>
                    <a:pt x="5987" y="2857"/>
                    <a:pt x="6146" y="2835"/>
                    <a:pt x="6308" y="2830"/>
                  </a:cubicBezTo>
                  <a:cubicBezTo>
                    <a:pt x="6382" y="2828"/>
                    <a:pt x="6398" y="2798"/>
                    <a:pt x="6382" y="2732"/>
                  </a:cubicBezTo>
                  <a:cubicBezTo>
                    <a:pt x="6298" y="2380"/>
                    <a:pt x="6221" y="2025"/>
                    <a:pt x="6132" y="1674"/>
                  </a:cubicBezTo>
                  <a:cubicBezTo>
                    <a:pt x="6078" y="1460"/>
                    <a:pt x="5880" y="1361"/>
                    <a:pt x="5630" y="1415"/>
                  </a:cubicBezTo>
                  <a:cubicBezTo>
                    <a:pt x="5373" y="1470"/>
                    <a:pt x="5118" y="1532"/>
                    <a:pt x="4863" y="1593"/>
                  </a:cubicBezTo>
                  <a:cubicBezTo>
                    <a:pt x="4600" y="1655"/>
                    <a:pt x="4339" y="1719"/>
                    <a:pt x="4077" y="1783"/>
                  </a:cubicBezTo>
                  <a:cubicBezTo>
                    <a:pt x="3989" y="1805"/>
                    <a:pt x="3971" y="1789"/>
                    <a:pt x="3987" y="1698"/>
                  </a:cubicBezTo>
                  <a:cubicBezTo>
                    <a:pt x="4018" y="1525"/>
                    <a:pt x="4049" y="1351"/>
                    <a:pt x="4063" y="1176"/>
                  </a:cubicBezTo>
                  <a:cubicBezTo>
                    <a:pt x="4101" y="691"/>
                    <a:pt x="3880" y="353"/>
                    <a:pt x="3468" y="127"/>
                  </a:cubicBezTo>
                  <a:cubicBezTo>
                    <a:pt x="3094" y="-79"/>
                    <a:pt x="2600" y="-34"/>
                    <a:pt x="2266" y="255"/>
                  </a:cubicBezTo>
                  <a:cubicBezTo>
                    <a:pt x="1919" y="556"/>
                    <a:pt x="1768" y="940"/>
                    <a:pt x="1886" y="1398"/>
                  </a:cubicBezTo>
                  <a:cubicBezTo>
                    <a:pt x="1943" y="1618"/>
                    <a:pt x="2089" y="1796"/>
                    <a:pt x="2218" y="1979"/>
                  </a:cubicBezTo>
                  <a:cubicBezTo>
                    <a:pt x="2248" y="2022"/>
                    <a:pt x="2279" y="2064"/>
                    <a:pt x="2310" y="2105"/>
                  </a:cubicBezTo>
                  <a:cubicBezTo>
                    <a:pt x="2352" y="2159"/>
                    <a:pt x="2342" y="2186"/>
                    <a:pt x="2272" y="2202"/>
                  </a:cubicBezTo>
                  <a:cubicBezTo>
                    <a:pt x="1905" y="2285"/>
                    <a:pt x="1538" y="2372"/>
                    <a:pt x="1171" y="2457"/>
                  </a:cubicBezTo>
                  <a:cubicBezTo>
                    <a:pt x="809" y="2542"/>
                    <a:pt x="446" y="2629"/>
                    <a:pt x="82" y="2710"/>
                  </a:cubicBezTo>
                  <a:cubicBezTo>
                    <a:pt x="5" y="2728"/>
                    <a:pt x="-11" y="2760"/>
                    <a:pt x="7" y="2832"/>
                  </a:cubicBezTo>
                  <a:cubicBezTo>
                    <a:pt x="116" y="3293"/>
                    <a:pt x="224" y="3754"/>
                    <a:pt x="329" y="4215"/>
                  </a:cubicBezTo>
                  <a:cubicBezTo>
                    <a:pt x="345" y="4286"/>
                    <a:pt x="365" y="4305"/>
                    <a:pt x="439" y="4269"/>
                  </a:cubicBezTo>
                  <a:cubicBezTo>
                    <a:pt x="1037" y="3979"/>
                    <a:pt x="1697" y="4101"/>
                    <a:pt x="2149" y="4486"/>
                  </a:cubicBezTo>
                  <a:cubicBezTo>
                    <a:pt x="2237" y="4561"/>
                    <a:pt x="2318" y="4647"/>
                    <a:pt x="2389" y="4742"/>
                  </a:cubicBezTo>
                  <a:cubicBezTo>
                    <a:pt x="2472" y="4853"/>
                    <a:pt x="2541" y="4978"/>
                    <a:pt x="2593" y="5112"/>
                  </a:cubicBezTo>
                  <a:cubicBezTo>
                    <a:pt x="2630" y="5207"/>
                    <a:pt x="2659" y="5307"/>
                    <a:pt x="2677" y="5412"/>
                  </a:cubicBezTo>
                  <a:cubicBezTo>
                    <a:pt x="2682" y="5441"/>
                    <a:pt x="2687" y="5470"/>
                    <a:pt x="2691" y="5501"/>
                  </a:cubicBezTo>
                  <a:cubicBezTo>
                    <a:pt x="2698" y="5562"/>
                    <a:pt x="2701" y="5622"/>
                    <a:pt x="2701" y="5682"/>
                  </a:cubicBezTo>
                  <a:cubicBezTo>
                    <a:pt x="2701" y="5766"/>
                    <a:pt x="2693" y="5850"/>
                    <a:pt x="2678" y="5932"/>
                  </a:cubicBezTo>
                  <a:cubicBezTo>
                    <a:pt x="2575" y="6522"/>
                    <a:pt x="2123" y="7036"/>
                    <a:pt x="1527" y="7180"/>
                  </a:cubicBezTo>
                  <a:cubicBezTo>
                    <a:pt x="1395" y="7212"/>
                    <a:pt x="1263" y="7236"/>
                    <a:pt x="1128" y="7234"/>
                  </a:cubicBezTo>
                  <a:cubicBezTo>
                    <a:pt x="1095" y="7233"/>
                    <a:pt x="1070" y="7236"/>
                    <a:pt x="1058" y="7252"/>
                  </a:cubicBezTo>
                  <a:cubicBezTo>
                    <a:pt x="1048" y="7265"/>
                    <a:pt x="1046" y="7284"/>
                    <a:pt x="1054" y="7316"/>
                  </a:cubicBezTo>
                  <a:cubicBezTo>
                    <a:pt x="1099" y="7506"/>
                    <a:pt x="1143" y="7696"/>
                    <a:pt x="1188" y="7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6354000" y="257040"/>
              <a:ext cx="1719720" cy="2027160"/>
            </a:xfrm>
            <a:custGeom>
              <a:avLst/>
              <a:gdLst/>
              <a:ahLst/>
              <a:cxnLst/>
              <a:rect l="l" t="t" r="r" b="b"/>
              <a:pathLst>
                <a:path w="4777" h="5631" extrusionOk="0">
                  <a:moveTo>
                    <a:pt x="329" y="4250"/>
                  </a:moveTo>
                  <a:cubicBezTo>
                    <a:pt x="352" y="4352"/>
                    <a:pt x="415" y="4328"/>
                    <a:pt x="480" y="4313"/>
                  </a:cubicBezTo>
                  <a:lnTo>
                    <a:pt x="1269" y="4128"/>
                  </a:lnTo>
                  <a:cubicBezTo>
                    <a:pt x="1662" y="4037"/>
                    <a:pt x="2053" y="3945"/>
                    <a:pt x="2447" y="3854"/>
                  </a:cubicBezTo>
                  <a:cubicBezTo>
                    <a:pt x="2498" y="3843"/>
                    <a:pt x="2562" y="3800"/>
                    <a:pt x="2602" y="3848"/>
                  </a:cubicBezTo>
                  <a:cubicBezTo>
                    <a:pt x="2636" y="3888"/>
                    <a:pt x="2590" y="3946"/>
                    <a:pt x="2575" y="3994"/>
                  </a:cubicBezTo>
                  <a:cubicBezTo>
                    <a:pt x="2508" y="4209"/>
                    <a:pt x="2454" y="4423"/>
                    <a:pt x="2480" y="4654"/>
                  </a:cubicBezTo>
                  <a:cubicBezTo>
                    <a:pt x="2487" y="4718"/>
                    <a:pt x="2500" y="4780"/>
                    <a:pt x="2519" y="4841"/>
                  </a:cubicBezTo>
                  <a:cubicBezTo>
                    <a:pt x="2546" y="4928"/>
                    <a:pt x="2584" y="5011"/>
                    <a:pt x="2632" y="5089"/>
                  </a:cubicBezTo>
                  <a:cubicBezTo>
                    <a:pt x="2669" y="5149"/>
                    <a:pt x="2713" y="5207"/>
                    <a:pt x="2762" y="5259"/>
                  </a:cubicBezTo>
                  <a:cubicBezTo>
                    <a:pt x="2825" y="5329"/>
                    <a:pt x="2898" y="5391"/>
                    <a:pt x="2977" y="5444"/>
                  </a:cubicBezTo>
                  <a:cubicBezTo>
                    <a:pt x="3176" y="5577"/>
                    <a:pt x="3417" y="5648"/>
                    <a:pt x="3663" y="5627"/>
                  </a:cubicBezTo>
                  <a:cubicBezTo>
                    <a:pt x="3669" y="5627"/>
                    <a:pt x="3675" y="5626"/>
                    <a:pt x="3681" y="5626"/>
                  </a:cubicBezTo>
                  <a:cubicBezTo>
                    <a:pt x="3748" y="5619"/>
                    <a:pt x="3813" y="5607"/>
                    <a:pt x="3876" y="5590"/>
                  </a:cubicBezTo>
                  <a:cubicBezTo>
                    <a:pt x="4126" y="5522"/>
                    <a:pt x="4336" y="5375"/>
                    <a:pt x="4483" y="5180"/>
                  </a:cubicBezTo>
                  <a:cubicBezTo>
                    <a:pt x="4635" y="4979"/>
                    <a:pt x="4718" y="4727"/>
                    <a:pt x="4708" y="4459"/>
                  </a:cubicBezTo>
                  <a:cubicBezTo>
                    <a:pt x="4705" y="4396"/>
                    <a:pt x="4697" y="4333"/>
                    <a:pt x="4684" y="4269"/>
                  </a:cubicBezTo>
                  <a:cubicBezTo>
                    <a:pt x="4638" y="4043"/>
                    <a:pt x="4514" y="3856"/>
                    <a:pt x="4356" y="3691"/>
                  </a:cubicBezTo>
                  <a:cubicBezTo>
                    <a:pt x="4303" y="3637"/>
                    <a:pt x="4251" y="3581"/>
                    <a:pt x="4197" y="3528"/>
                  </a:cubicBezTo>
                  <a:cubicBezTo>
                    <a:pt x="4153" y="3485"/>
                    <a:pt x="4162" y="3457"/>
                    <a:pt x="4219" y="3441"/>
                  </a:cubicBezTo>
                  <a:cubicBezTo>
                    <a:pt x="4248" y="3433"/>
                    <a:pt x="4279" y="3426"/>
                    <a:pt x="4309" y="3419"/>
                  </a:cubicBezTo>
                  <a:lnTo>
                    <a:pt x="4490" y="3377"/>
                  </a:lnTo>
                  <a:cubicBezTo>
                    <a:pt x="4586" y="3354"/>
                    <a:pt x="4681" y="3332"/>
                    <a:pt x="4777" y="3310"/>
                  </a:cubicBezTo>
                  <a:lnTo>
                    <a:pt x="4766" y="3282"/>
                  </a:lnTo>
                  <a:lnTo>
                    <a:pt x="4755" y="3258"/>
                  </a:lnTo>
                  <a:lnTo>
                    <a:pt x="4742" y="3236"/>
                  </a:lnTo>
                  <a:cubicBezTo>
                    <a:pt x="4738" y="3230"/>
                    <a:pt x="4734" y="3224"/>
                    <a:pt x="4731" y="3219"/>
                  </a:cubicBezTo>
                  <a:lnTo>
                    <a:pt x="4734" y="3093"/>
                  </a:lnTo>
                  <a:cubicBezTo>
                    <a:pt x="4741" y="2742"/>
                    <a:pt x="4561" y="2467"/>
                    <a:pt x="4332" y="2294"/>
                  </a:cubicBezTo>
                  <a:lnTo>
                    <a:pt x="4322" y="2191"/>
                  </a:lnTo>
                  <a:cubicBezTo>
                    <a:pt x="4321" y="2181"/>
                    <a:pt x="4320" y="2172"/>
                    <a:pt x="4319" y="2162"/>
                  </a:cubicBezTo>
                  <a:cubicBezTo>
                    <a:pt x="4319" y="2157"/>
                    <a:pt x="4318" y="2152"/>
                    <a:pt x="4317" y="2147"/>
                  </a:cubicBezTo>
                  <a:cubicBezTo>
                    <a:pt x="4289" y="1737"/>
                    <a:pt x="4094" y="1430"/>
                    <a:pt x="3749" y="1253"/>
                  </a:cubicBezTo>
                  <a:cubicBezTo>
                    <a:pt x="3705" y="984"/>
                    <a:pt x="3519" y="753"/>
                    <a:pt x="3266" y="658"/>
                  </a:cubicBezTo>
                  <a:cubicBezTo>
                    <a:pt x="3191" y="629"/>
                    <a:pt x="3114" y="611"/>
                    <a:pt x="3038" y="604"/>
                  </a:cubicBezTo>
                  <a:cubicBezTo>
                    <a:pt x="2965" y="469"/>
                    <a:pt x="2875" y="358"/>
                    <a:pt x="2767" y="267"/>
                  </a:cubicBezTo>
                  <a:cubicBezTo>
                    <a:pt x="2543" y="79"/>
                    <a:pt x="2277" y="9"/>
                    <a:pt x="2018" y="69"/>
                  </a:cubicBezTo>
                  <a:cubicBezTo>
                    <a:pt x="1977" y="79"/>
                    <a:pt x="1935" y="92"/>
                    <a:pt x="1895" y="108"/>
                  </a:cubicBezTo>
                  <a:cubicBezTo>
                    <a:pt x="1864" y="121"/>
                    <a:pt x="1833" y="135"/>
                    <a:pt x="1804" y="150"/>
                  </a:cubicBezTo>
                  <a:cubicBezTo>
                    <a:pt x="1605" y="-1"/>
                    <a:pt x="1327" y="-26"/>
                    <a:pt x="1118" y="23"/>
                  </a:cubicBezTo>
                  <a:lnTo>
                    <a:pt x="1100" y="27"/>
                  </a:lnTo>
                  <a:cubicBezTo>
                    <a:pt x="1188" y="103"/>
                    <a:pt x="1269" y="189"/>
                    <a:pt x="1340" y="284"/>
                  </a:cubicBezTo>
                  <a:cubicBezTo>
                    <a:pt x="1423" y="395"/>
                    <a:pt x="1492" y="520"/>
                    <a:pt x="1544" y="654"/>
                  </a:cubicBezTo>
                  <a:cubicBezTo>
                    <a:pt x="1581" y="749"/>
                    <a:pt x="1610" y="849"/>
                    <a:pt x="1628" y="954"/>
                  </a:cubicBezTo>
                  <a:cubicBezTo>
                    <a:pt x="1633" y="983"/>
                    <a:pt x="1638" y="1012"/>
                    <a:pt x="1642" y="1043"/>
                  </a:cubicBezTo>
                  <a:cubicBezTo>
                    <a:pt x="1649" y="1104"/>
                    <a:pt x="1652" y="1164"/>
                    <a:pt x="1652" y="1224"/>
                  </a:cubicBezTo>
                  <a:cubicBezTo>
                    <a:pt x="1652" y="1308"/>
                    <a:pt x="1644" y="1392"/>
                    <a:pt x="1629" y="1474"/>
                  </a:cubicBezTo>
                  <a:cubicBezTo>
                    <a:pt x="1526" y="2064"/>
                    <a:pt x="1074" y="2578"/>
                    <a:pt x="478" y="2722"/>
                  </a:cubicBezTo>
                  <a:cubicBezTo>
                    <a:pt x="346" y="2754"/>
                    <a:pt x="214" y="2778"/>
                    <a:pt x="79" y="2776"/>
                  </a:cubicBezTo>
                  <a:cubicBezTo>
                    <a:pt x="46" y="2775"/>
                    <a:pt x="21" y="2778"/>
                    <a:pt x="9" y="2794"/>
                  </a:cubicBezTo>
                  <a:cubicBezTo>
                    <a:pt x="-1" y="2807"/>
                    <a:pt x="-3" y="2826"/>
                    <a:pt x="5" y="2858"/>
                  </a:cubicBezTo>
                  <a:cubicBezTo>
                    <a:pt x="50" y="3048"/>
                    <a:pt x="94" y="3238"/>
                    <a:pt x="139" y="3428"/>
                  </a:cubicBezTo>
                  <a:cubicBezTo>
                    <a:pt x="203" y="3702"/>
                    <a:pt x="267" y="3976"/>
                    <a:pt x="329" y="42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6836400" y="359280"/>
              <a:ext cx="110880" cy="133200"/>
            </a:xfrm>
            <a:custGeom>
              <a:avLst/>
              <a:gdLst/>
              <a:ahLst/>
              <a:cxnLst/>
              <a:rect l="l" t="t" r="r" b="b"/>
              <a:pathLst>
                <a:path w="308" h="370" extrusionOk="0">
                  <a:moveTo>
                    <a:pt x="0" y="0"/>
                  </a:moveTo>
                  <a:cubicBezTo>
                    <a:pt x="83" y="111"/>
                    <a:pt x="152" y="235"/>
                    <a:pt x="205" y="370"/>
                  </a:cubicBezTo>
                  <a:cubicBezTo>
                    <a:pt x="216" y="286"/>
                    <a:pt x="249" y="203"/>
                    <a:pt x="303" y="122"/>
                  </a:cubicBezTo>
                  <a:cubicBezTo>
                    <a:pt x="306" y="118"/>
                    <a:pt x="307" y="115"/>
                    <a:pt x="308" y="113"/>
                  </a:cubicBezTo>
                  <a:cubicBezTo>
                    <a:pt x="306" y="111"/>
                    <a:pt x="304" y="108"/>
                    <a:pt x="299" y="102"/>
                  </a:cubicBezTo>
                  <a:cubicBezTo>
                    <a:pt x="231" y="29"/>
                    <a:pt x="111" y="-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6357240" y="376920"/>
              <a:ext cx="1691640" cy="1800720"/>
            </a:xfrm>
            <a:custGeom>
              <a:avLst/>
              <a:gdLst/>
              <a:ahLst/>
              <a:cxnLst/>
              <a:rect l="l" t="t" r="r" b="b"/>
              <a:pathLst>
                <a:path w="4699" h="5002" extrusionOk="0">
                  <a:moveTo>
                    <a:pt x="320" y="3917"/>
                  </a:moveTo>
                  <a:cubicBezTo>
                    <a:pt x="343" y="4019"/>
                    <a:pt x="406" y="3995"/>
                    <a:pt x="471" y="3980"/>
                  </a:cubicBezTo>
                  <a:lnTo>
                    <a:pt x="1035" y="3848"/>
                  </a:lnTo>
                  <a:cubicBezTo>
                    <a:pt x="1025" y="3801"/>
                    <a:pt x="1018" y="3758"/>
                    <a:pt x="1014" y="3716"/>
                  </a:cubicBezTo>
                  <a:cubicBezTo>
                    <a:pt x="997" y="3541"/>
                    <a:pt x="994" y="3315"/>
                    <a:pt x="1132" y="3113"/>
                  </a:cubicBezTo>
                  <a:cubicBezTo>
                    <a:pt x="1133" y="3110"/>
                    <a:pt x="1135" y="3108"/>
                    <a:pt x="1136" y="3106"/>
                  </a:cubicBezTo>
                  <a:cubicBezTo>
                    <a:pt x="1146" y="3089"/>
                    <a:pt x="1166" y="3057"/>
                    <a:pt x="1210" y="3044"/>
                  </a:cubicBezTo>
                  <a:lnTo>
                    <a:pt x="1213" y="3043"/>
                  </a:lnTo>
                  <a:cubicBezTo>
                    <a:pt x="1235" y="3038"/>
                    <a:pt x="1257" y="3045"/>
                    <a:pt x="1272" y="3062"/>
                  </a:cubicBezTo>
                  <a:cubicBezTo>
                    <a:pt x="1287" y="3079"/>
                    <a:pt x="1291" y="3104"/>
                    <a:pt x="1282" y="3126"/>
                  </a:cubicBezTo>
                  <a:cubicBezTo>
                    <a:pt x="1203" y="3302"/>
                    <a:pt x="1196" y="3540"/>
                    <a:pt x="1260" y="3795"/>
                  </a:cubicBezTo>
                  <a:cubicBezTo>
                    <a:pt x="1653" y="3704"/>
                    <a:pt x="2044" y="3612"/>
                    <a:pt x="2438" y="3521"/>
                  </a:cubicBezTo>
                  <a:cubicBezTo>
                    <a:pt x="2489" y="3510"/>
                    <a:pt x="2553" y="3467"/>
                    <a:pt x="2593" y="3515"/>
                  </a:cubicBezTo>
                  <a:cubicBezTo>
                    <a:pt x="2627" y="3555"/>
                    <a:pt x="2581" y="3613"/>
                    <a:pt x="2566" y="3661"/>
                  </a:cubicBezTo>
                  <a:cubicBezTo>
                    <a:pt x="2499" y="3876"/>
                    <a:pt x="2445" y="4090"/>
                    <a:pt x="2471" y="4321"/>
                  </a:cubicBezTo>
                  <a:cubicBezTo>
                    <a:pt x="2478" y="4385"/>
                    <a:pt x="2491" y="4447"/>
                    <a:pt x="2510" y="4508"/>
                  </a:cubicBezTo>
                  <a:cubicBezTo>
                    <a:pt x="2534" y="4443"/>
                    <a:pt x="2544" y="4369"/>
                    <a:pt x="2539" y="4288"/>
                  </a:cubicBezTo>
                  <a:cubicBezTo>
                    <a:pt x="2520" y="4003"/>
                    <a:pt x="2568" y="3795"/>
                    <a:pt x="2694" y="3615"/>
                  </a:cubicBezTo>
                  <a:cubicBezTo>
                    <a:pt x="2749" y="3536"/>
                    <a:pt x="2826" y="3472"/>
                    <a:pt x="2889" y="3451"/>
                  </a:cubicBezTo>
                  <a:cubicBezTo>
                    <a:pt x="2891" y="3450"/>
                    <a:pt x="2893" y="3449"/>
                    <a:pt x="2895" y="3449"/>
                  </a:cubicBezTo>
                  <a:cubicBezTo>
                    <a:pt x="2920" y="3443"/>
                    <a:pt x="2947" y="3454"/>
                    <a:pt x="2960" y="3477"/>
                  </a:cubicBezTo>
                  <a:cubicBezTo>
                    <a:pt x="2974" y="3502"/>
                    <a:pt x="2969" y="3533"/>
                    <a:pt x="2948" y="3552"/>
                  </a:cubicBezTo>
                  <a:cubicBezTo>
                    <a:pt x="2798" y="3685"/>
                    <a:pt x="2724" y="3857"/>
                    <a:pt x="2723" y="4077"/>
                  </a:cubicBezTo>
                  <a:cubicBezTo>
                    <a:pt x="2723" y="4235"/>
                    <a:pt x="2741" y="4362"/>
                    <a:pt x="2780" y="4475"/>
                  </a:cubicBezTo>
                  <a:cubicBezTo>
                    <a:pt x="2882" y="4775"/>
                    <a:pt x="3064" y="4944"/>
                    <a:pt x="3337" y="4994"/>
                  </a:cubicBezTo>
                  <a:cubicBezTo>
                    <a:pt x="3404" y="5007"/>
                    <a:pt x="3482" y="5004"/>
                    <a:pt x="3560" y="4986"/>
                  </a:cubicBezTo>
                  <a:cubicBezTo>
                    <a:pt x="3795" y="4931"/>
                    <a:pt x="4035" y="4738"/>
                    <a:pt x="4004" y="4549"/>
                  </a:cubicBezTo>
                  <a:cubicBezTo>
                    <a:pt x="4003" y="4542"/>
                    <a:pt x="4000" y="4533"/>
                    <a:pt x="3997" y="4523"/>
                  </a:cubicBezTo>
                  <a:cubicBezTo>
                    <a:pt x="3993" y="4513"/>
                    <a:pt x="3989" y="4502"/>
                    <a:pt x="3986" y="4491"/>
                  </a:cubicBezTo>
                  <a:cubicBezTo>
                    <a:pt x="3907" y="4176"/>
                    <a:pt x="3927" y="3904"/>
                    <a:pt x="4049" y="3659"/>
                  </a:cubicBezTo>
                  <a:cubicBezTo>
                    <a:pt x="4068" y="3620"/>
                    <a:pt x="4092" y="3576"/>
                    <a:pt x="4132" y="3540"/>
                  </a:cubicBezTo>
                  <a:cubicBezTo>
                    <a:pt x="4139" y="3534"/>
                    <a:pt x="4148" y="3529"/>
                    <a:pt x="4158" y="3527"/>
                  </a:cubicBezTo>
                  <a:cubicBezTo>
                    <a:pt x="4171" y="3524"/>
                    <a:pt x="4186" y="3525"/>
                    <a:pt x="4199" y="3532"/>
                  </a:cubicBezTo>
                  <a:cubicBezTo>
                    <a:pt x="4220" y="3543"/>
                    <a:pt x="4233" y="3566"/>
                    <a:pt x="4231" y="3590"/>
                  </a:cubicBezTo>
                  <a:cubicBezTo>
                    <a:pt x="4173" y="4248"/>
                    <a:pt x="4267" y="4435"/>
                    <a:pt x="4328" y="4488"/>
                  </a:cubicBezTo>
                  <a:cubicBezTo>
                    <a:pt x="4354" y="4511"/>
                    <a:pt x="4384" y="4518"/>
                    <a:pt x="4422" y="4509"/>
                  </a:cubicBezTo>
                  <a:cubicBezTo>
                    <a:pt x="4493" y="4492"/>
                    <a:pt x="4564" y="4425"/>
                    <a:pt x="4576" y="4407"/>
                  </a:cubicBezTo>
                  <a:cubicBezTo>
                    <a:pt x="4633" y="4309"/>
                    <a:pt x="4673" y="4215"/>
                    <a:pt x="4699" y="4126"/>
                  </a:cubicBezTo>
                  <a:cubicBezTo>
                    <a:pt x="4696" y="4063"/>
                    <a:pt x="4688" y="4000"/>
                    <a:pt x="4675" y="3936"/>
                  </a:cubicBezTo>
                  <a:cubicBezTo>
                    <a:pt x="4629" y="3710"/>
                    <a:pt x="4505" y="3523"/>
                    <a:pt x="4347" y="3358"/>
                  </a:cubicBezTo>
                  <a:cubicBezTo>
                    <a:pt x="4294" y="3304"/>
                    <a:pt x="4242" y="3248"/>
                    <a:pt x="4188" y="3195"/>
                  </a:cubicBezTo>
                  <a:cubicBezTo>
                    <a:pt x="4144" y="3152"/>
                    <a:pt x="4153" y="3124"/>
                    <a:pt x="4210" y="3108"/>
                  </a:cubicBezTo>
                  <a:cubicBezTo>
                    <a:pt x="4239" y="3100"/>
                    <a:pt x="4270" y="3093"/>
                    <a:pt x="4300" y="3086"/>
                  </a:cubicBezTo>
                  <a:lnTo>
                    <a:pt x="4481" y="3044"/>
                  </a:lnTo>
                  <a:cubicBezTo>
                    <a:pt x="4359" y="2896"/>
                    <a:pt x="4192" y="2834"/>
                    <a:pt x="4021" y="2874"/>
                  </a:cubicBezTo>
                  <a:cubicBezTo>
                    <a:pt x="3882" y="2906"/>
                    <a:pt x="3762" y="3005"/>
                    <a:pt x="3699" y="3136"/>
                  </a:cubicBezTo>
                  <a:cubicBezTo>
                    <a:pt x="3613" y="3318"/>
                    <a:pt x="3570" y="3527"/>
                    <a:pt x="3566" y="3794"/>
                  </a:cubicBezTo>
                  <a:cubicBezTo>
                    <a:pt x="3565" y="3876"/>
                    <a:pt x="3567" y="3957"/>
                    <a:pt x="3568" y="4044"/>
                  </a:cubicBezTo>
                  <a:cubicBezTo>
                    <a:pt x="3569" y="4085"/>
                    <a:pt x="3570" y="4128"/>
                    <a:pt x="3571" y="4172"/>
                  </a:cubicBezTo>
                  <a:cubicBezTo>
                    <a:pt x="3571" y="4200"/>
                    <a:pt x="3552" y="4225"/>
                    <a:pt x="3525" y="4231"/>
                  </a:cubicBezTo>
                  <a:cubicBezTo>
                    <a:pt x="3523" y="4231"/>
                    <a:pt x="3521" y="4232"/>
                    <a:pt x="3519" y="4232"/>
                  </a:cubicBezTo>
                  <a:cubicBezTo>
                    <a:pt x="3488" y="4236"/>
                    <a:pt x="3460" y="4216"/>
                    <a:pt x="3453" y="4186"/>
                  </a:cubicBezTo>
                  <a:cubicBezTo>
                    <a:pt x="3403" y="3972"/>
                    <a:pt x="3387" y="3594"/>
                    <a:pt x="3419" y="3378"/>
                  </a:cubicBezTo>
                  <a:cubicBezTo>
                    <a:pt x="3446" y="3194"/>
                    <a:pt x="3509" y="3038"/>
                    <a:pt x="3611" y="2901"/>
                  </a:cubicBezTo>
                  <a:cubicBezTo>
                    <a:pt x="3702" y="2780"/>
                    <a:pt x="3835" y="2693"/>
                    <a:pt x="3986" y="2658"/>
                  </a:cubicBezTo>
                  <a:cubicBezTo>
                    <a:pt x="4085" y="2635"/>
                    <a:pt x="4189" y="2635"/>
                    <a:pt x="4287" y="2659"/>
                  </a:cubicBezTo>
                  <a:cubicBezTo>
                    <a:pt x="4342" y="2673"/>
                    <a:pt x="4392" y="2694"/>
                    <a:pt x="4440" y="2716"/>
                  </a:cubicBezTo>
                  <a:cubicBezTo>
                    <a:pt x="4447" y="2401"/>
                    <a:pt x="4207" y="2183"/>
                    <a:pt x="3977" y="2112"/>
                  </a:cubicBezTo>
                  <a:cubicBezTo>
                    <a:pt x="3938" y="2100"/>
                    <a:pt x="3901" y="2098"/>
                    <a:pt x="3868" y="2105"/>
                  </a:cubicBezTo>
                  <a:cubicBezTo>
                    <a:pt x="3836" y="2113"/>
                    <a:pt x="3805" y="2130"/>
                    <a:pt x="3776" y="2157"/>
                  </a:cubicBezTo>
                  <a:cubicBezTo>
                    <a:pt x="3722" y="2208"/>
                    <a:pt x="3681" y="2258"/>
                    <a:pt x="3653" y="2310"/>
                  </a:cubicBezTo>
                  <a:cubicBezTo>
                    <a:pt x="3608" y="2392"/>
                    <a:pt x="3567" y="2477"/>
                    <a:pt x="3528" y="2557"/>
                  </a:cubicBezTo>
                  <a:cubicBezTo>
                    <a:pt x="3441" y="2735"/>
                    <a:pt x="3339" y="2830"/>
                    <a:pt x="3195" y="2864"/>
                  </a:cubicBezTo>
                  <a:cubicBezTo>
                    <a:pt x="3129" y="2879"/>
                    <a:pt x="3054" y="2882"/>
                    <a:pt x="2963" y="2872"/>
                  </a:cubicBezTo>
                  <a:cubicBezTo>
                    <a:pt x="2908" y="2866"/>
                    <a:pt x="2855" y="2854"/>
                    <a:pt x="2803" y="2841"/>
                  </a:cubicBezTo>
                  <a:cubicBezTo>
                    <a:pt x="2785" y="2837"/>
                    <a:pt x="2768" y="2833"/>
                    <a:pt x="2750" y="2829"/>
                  </a:cubicBezTo>
                  <a:cubicBezTo>
                    <a:pt x="2693" y="2817"/>
                    <a:pt x="2642" y="2816"/>
                    <a:pt x="2593" y="2827"/>
                  </a:cubicBezTo>
                  <a:cubicBezTo>
                    <a:pt x="2540" y="2840"/>
                    <a:pt x="2490" y="2866"/>
                    <a:pt x="2442" y="2909"/>
                  </a:cubicBezTo>
                  <a:cubicBezTo>
                    <a:pt x="2390" y="2956"/>
                    <a:pt x="2344" y="3015"/>
                    <a:pt x="2300" y="3093"/>
                  </a:cubicBezTo>
                  <a:cubicBezTo>
                    <a:pt x="2275" y="3138"/>
                    <a:pt x="2254" y="3184"/>
                    <a:pt x="2233" y="3233"/>
                  </a:cubicBezTo>
                  <a:cubicBezTo>
                    <a:pt x="2219" y="3262"/>
                    <a:pt x="2206" y="3292"/>
                    <a:pt x="2192" y="3320"/>
                  </a:cubicBezTo>
                  <a:cubicBezTo>
                    <a:pt x="2184" y="3337"/>
                    <a:pt x="2169" y="3348"/>
                    <a:pt x="2152" y="3352"/>
                  </a:cubicBezTo>
                  <a:cubicBezTo>
                    <a:pt x="2141" y="3355"/>
                    <a:pt x="2130" y="3355"/>
                    <a:pt x="2120" y="3351"/>
                  </a:cubicBezTo>
                  <a:cubicBezTo>
                    <a:pt x="2092" y="3342"/>
                    <a:pt x="2074" y="3313"/>
                    <a:pt x="2079" y="3284"/>
                  </a:cubicBezTo>
                  <a:cubicBezTo>
                    <a:pt x="2099" y="3171"/>
                    <a:pt x="2141" y="3059"/>
                    <a:pt x="2208" y="2940"/>
                  </a:cubicBezTo>
                  <a:cubicBezTo>
                    <a:pt x="2304" y="2769"/>
                    <a:pt x="2425" y="2668"/>
                    <a:pt x="2579" y="2632"/>
                  </a:cubicBezTo>
                  <a:cubicBezTo>
                    <a:pt x="2608" y="2625"/>
                    <a:pt x="2639" y="2621"/>
                    <a:pt x="2671" y="2619"/>
                  </a:cubicBezTo>
                  <a:cubicBezTo>
                    <a:pt x="2715" y="2431"/>
                    <a:pt x="2750" y="2210"/>
                    <a:pt x="2693" y="1983"/>
                  </a:cubicBezTo>
                  <a:cubicBezTo>
                    <a:pt x="2659" y="1845"/>
                    <a:pt x="2588" y="1758"/>
                    <a:pt x="2475" y="1717"/>
                  </a:cubicBezTo>
                  <a:cubicBezTo>
                    <a:pt x="2416" y="1696"/>
                    <a:pt x="2361" y="1692"/>
                    <a:pt x="2305" y="1705"/>
                  </a:cubicBezTo>
                  <a:cubicBezTo>
                    <a:pt x="2241" y="1720"/>
                    <a:pt x="2177" y="1756"/>
                    <a:pt x="2104" y="1821"/>
                  </a:cubicBezTo>
                  <a:cubicBezTo>
                    <a:pt x="2033" y="1883"/>
                    <a:pt x="1974" y="1960"/>
                    <a:pt x="1924" y="2027"/>
                  </a:cubicBezTo>
                  <a:cubicBezTo>
                    <a:pt x="1916" y="2039"/>
                    <a:pt x="1903" y="2047"/>
                    <a:pt x="1890" y="2050"/>
                  </a:cubicBezTo>
                  <a:cubicBezTo>
                    <a:pt x="1876" y="2053"/>
                    <a:pt x="1861" y="2051"/>
                    <a:pt x="1848" y="2044"/>
                  </a:cubicBezTo>
                  <a:cubicBezTo>
                    <a:pt x="1822" y="2030"/>
                    <a:pt x="1810" y="1998"/>
                    <a:pt x="1820" y="1971"/>
                  </a:cubicBezTo>
                  <a:cubicBezTo>
                    <a:pt x="1867" y="1847"/>
                    <a:pt x="1941" y="1737"/>
                    <a:pt x="2042" y="1646"/>
                  </a:cubicBezTo>
                  <a:cubicBezTo>
                    <a:pt x="2070" y="1620"/>
                    <a:pt x="2173" y="1555"/>
                    <a:pt x="2299" y="1526"/>
                  </a:cubicBezTo>
                  <a:cubicBezTo>
                    <a:pt x="2406" y="1501"/>
                    <a:pt x="2509" y="1506"/>
                    <a:pt x="2603" y="1540"/>
                  </a:cubicBezTo>
                  <a:cubicBezTo>
                    <a:pt x="2779" y="1605"/>
                    <a:pt x="2893" y="1752"/>
                    <a:pt x="2932" y="1962"/>
                  </a:cubicBezTo>
                  <a:cubicBezTo>
                    <a:pt x="2971" y="2168"/>
                    <a:pt x="2965" y="2380"/>
                    <a:pt x="2915" y="2611"/>
                  </a:cubicBezTo>
                  <a:cubicBezTo>
                    <a:pt x="2915" y="2615"/>
                    <a:pt x="2914" y="2618"/>
                    <a:pt x="2913" y="2622"/>
                  </a:cubicBezTo>
                  <a:cubicBezTo>
                    <a:pt x="2915" y="2622"/>
                    <a:pt x="2917" y="2622"/>
                    <a:pt x="2919" y="2623"/>
                  </a:cubicBezTo>
                  <a:cubicBezTo>
                    <a:pt x="2961" y="2630"/>
                    <a:pt x="3004" y="2637"/>
                    <a:pt x="3045" y="2641"/>
                  </a:cubicBezTo>
                  <a:cubicBezTo>
                    <a:pt x="3084" y="2645"/>
                    <a:pt x="3119" y="2643"/>
                    <a:pt x="3151" y="2636"/>
                  </a:cubicBezTo>
                  <a:cubicBezTo>
                    <a:pt x="3225" y="2618"/>
                    <a:pt x="3281" y="2570"/>
                    <a:pt x="3320" y="2488"/>
                  </a:cubicBezTo>
                  <a:cubicBezTo>
                    <a:pt x="3341" y="2446"/>
                    <a:pt x="3360" y="2402"/>
                    <a:pt x="3379" y="2359"/>
                  </a:cubicBezTo>
                  <a:lnTo>
                    <a:pt x="3389" y="2335"/>
                  </a:lnTo>
                  <a:cubicBezTo>
                    <a:pt x="3431" y="2237"/>
                    <a:pt x="3493" y="2111"/>
                    <a:pt x="3592" y="2005"/>
                  </a:cubicBezTo>
                  <a:cubicBezTo>
                    <a:pt x="3673" y="1920"/>
                    <a:pt x="3758" y="1867"/>
                    <a:pt x="3854" y="1845"/>
                  </a:cubicBezTo>
                  <a:cubicBezTo>
                    <a:pt x="3907" y="1832"/>
                    <a:pt x="3963" y="1829"/>
                    <a:pt x="4020" y="1836"/>
                  </a:cubicBezTo>
                  <a:cubicBezTo>
                    <a:pt x="4019" y="1830"/>
                    <a:pt x="4019" y="1823"/>
                    <a:pt x="4018" y="1816"/>
                  </a:cubicBezTo>
                  <a:cubicBezTo>
                    <a:pt x="4017" y="1805"/>
                    <a:pt x="4016" y="1794"/>
                    <a:pt x="4015" y="1783"/>
                  </a:cubicBezTo>
                  <a:cubicBezTo>
                    <a:pt x="3994" y="1477"/>
                    <a:pt x="3852" y="1273"/>
                    <a:pt x="3581" y="1159"/>
                  </a:cubicBezTo>
                  <a:cubicBezTo>
                    <a:pt x="3525" y="1136"/>
                    <a:pt x="3471" y="1130"/>
                    <a:pt x="3416" y="1142"/>
                  </a:cubicBezTo>
                  <a:lnTo>
                    <a:pt x="3402" y="1145"/>
                  </a:lnTo>
                  <a:cubicBezTo>
                    <a:pt x="3329" y="1162"/>
                    <a:pt x="3255" y="1191"/>
                    <a:pt x="3167" y="1236"/>
                  </a:cubicBezTo>
                  <a:cubicBezTo>
                    <a:pt x="3162" y="1238"/>
                    <a:pt x="3157" y="1240"/>
                    <a:pt x="3153" y="1241"/>
                  </a:cubicBezTo>
                  <a:cubicBezTo>
                    <a:pt x="3133" y="1246"/>
                    <a:pt x="3112" y="1240"/>
                    <a:pt x="3097" y="1225"/>
                  </a:cubicBezTo>
                  <a:cubicBezTo>
                    <a:pt x="3079" y="1208"/>
                    <a:pt x="3074" y="1180"/>
                    <a:pt x="3086" y="1156"/>
                  </a:cubicBezTo>
                  <a:cubicBezTo>
                    <a:pt x="3154" y="1021"/>
                    <a:pt x="3260" y="966"/>
                    <a:pt x="3440" y="920"/>
                  </a:cubicBezTo>
                  <a:cubicBezTo>
                    <a:pt x="3423" y="777"/>
                    <a:pt x="3326" y="649"/>
                    <a:pt x="3192" y="598"/>
                  </a:cubicBezTo>
                  <a:cubicBezTo>
                    <a:pt x="3115" y="569"/>
                    <a:pt x="3038" y="559"/>
                    <a:pt x="2964" y="568"/>
                  </a:cubicBezTo>
                  <a:cubicBezTo>
                    <a:pt x="2884" y="578"/>
                    <a:pt x="2834" y="548"/>
                    <a:pt x="2803" y="473"/>
                  </a:cubicBezTo>
                  <a:cubicBezTo>
                    <a:pt x="2742" y="326"/>
                    <a:pt x="2665" y="214"/>
                    <a:pt x="2567" y="132"/>
                  </a:cubicBezTo>
                  <a:cubicBezTo>
                    <a:pt x="2433" y="19"/>
                    <a:pt x="2286" y="-22"/>
                    <a:pt x="2142" y="11"/>
                  </a:cubicBezTo>
                  <a:cubicBezTo>
                    <a:pt x="2119" y="16"/>
                    <a:pt x="2096" y="24"/>
                    <a:pt x="2073" y="33"/>
                  </a:cubicBezTo>
                  <a:cubicBezTo>
                    <a:pt x="1965" y="77"/>
                    <a:pt x="1878" y="141"/>
                    <a:pt x="1815" y="225"/>
                  </a:cubicBezTo>
                  <a:cubicBezTo>
                    <a:pt x="1752" y="308"/>
                    <a:pt x="1713" y="411"/>
                    <a:pt x="1699" y="530"/>
                  </a:cubicBezTo>
                  <a:lnTo>
                    <a:pt x="1699" y="530"/>
                  </a:lnTo>
                  <a:cubicBezTo>
                    <a:pt x="1705" y="585"/>
                    <a:pt x="1672" y="608"/>
                    <a:pt x="1653" y="616"/>
                  </a:cubicBezTo>
                  <a:cubicBezTo>
                    <a:pt x="1649" y="618"/>
                    <a:pt x="1645" y="619"/>
                    <a:pt x="1641" y="620"/>
                  </a:cubicBezTo>
                  <a:cubicBezTo>
                    <a:pt x="1634" y="622"/>
                    <a:pt x="1627" y="622"/>
                    <a:pt x="1619" y="621"/>
                  </a:cubicBezTo>
                  <a:cubicBezTo>
                    <a:pt x="1624" y="650"/>
                    <a:pt x="1629" y="679"/>
                    <a:pt x="1633" y="710"/>
                  </a:cubicBezTo>
                  <a:cubicBezTo>
                    <a:pt x="1640" y="771"/>
                    <a:pt x="1643" y="831"/>
                    <a:pt x="1643" y="891"/>
                  </a:cubicBezTo>
                  <a:cubicBezTo>
                    <a:pt x="1683" y="908"/>
                    <a:pt x="1720" y="929"/>
                    <a:pt x="1756" y="955"/>
                  </a:cubicBezTo>
                  <a:cubicBezTo>
                    <a:pt x="1883" y="1043"/>
                    <a:pt x="1948" y="1239"/>
                    <a:pt x="1940" y="1281"/>
                  </a:cubicBezTo>
                  <a:cubicBezTo>
                    <a:pt x="1935" y="1304"/>
                    <a:pt x="1917" y="1323"/>
                    <a:pt x="1895" y="1329"/>
                  </a:cubicBezTo>
                  <a:cubicBezTo>
                    <a:pt x="1873" y="1334"/>
                    <a:pt x="1850" y="1327"/>
                    <a:pt x="1836" y="1310"/>
                  </a:cubicBezTo>
                  <a:cubicBezTo>
                    <a:pt x="1768" y="1234"/>
                    <a:pt x="1697" y="1177"/>
                    <a:pt x="1620" y="1141"/>
                  </a:cubicBezTo>
                  <a:cubicBezTo>
                    <a:pt x="1517" y="1731"/>
                    <a:pt x="1065" y="2245"/>
                    <a:pt x="469" y="2389"/>
                  </a:cubicBezTo>
                  <a:cubicBezTo>
                    <a:pt x="337" y="2421"/>
                    <a:pt x="205" y="2445"/>
                    <a:pt x="70" y="2443"/>
                  </a:cubicBezTo>
                  <a:cubicBezTo>
                    <a:pt x="37" y="2442"/>
                    <a:pt x="12" y="2445"/>
                    <a:pt x="0" y="2461"/>
                  </a:cubicBezTo>
                  <a:cubicBezTo>
                    <a:pt x="12" y="2492"/>
                    <a:pt x="24" y="2524"/>
                    <a:pt x="38" y="2556"/>
                  </a:cubicBezTo>
                  <a:cubicBezTo>
                    <a:pt x="44" y="2569"/>
                    <a:pt x="49" y="2581"/>
                    <a:pt x="54" y="2594"/>
                  </a:cubicBezTo>
                  <a:cubicBezTo>
                    <a:pt x="68" y="2627"/>
                    <a:pt x="81" y="2659"/>
                    <a:pt x="96" y="2691"/>
                  </a:cubicBezTo>
                  <a:cubicBezTo>
                    <a:pt x="172" y="2626"/>
                    <a:pt x="245" y="2586"/>
                    <a:pt x="312" y="2570"/>
                  </a:cubicBezTo>
                  <a:cubicBezTo>
                    <a:pt x="379" y="2554"/>
                    <a:pt x="440" y="2564"/>
                    <a:pt x="490" y="2597"/>
                  </a:cubicBezTo>
                  <a:cubicBezTo>
                    <a:pt x="509" y="2610"/>
                    <a:pt x="519" y="2633"/>
                    <a:pt x="516" y="2656"/>
                  </a:cubicBezTo>
                  <a:cubicBezTo>
                    <a:pt x="512" y="2678"/>
                    <a:pt x="496" y="2697"/>
                    <a:pt x="474" y="2704"/>
                  </a:cubicBezTo>
                  <a:cubicBezTo>
                    <a:pt x="280" y="2763"/>
                    <a:pt x="164" y="2895"/>
                    <a:pt x="130" y="3095"/>
                  </a:cubicBezTo>
                  <a:cubicBezTo>
                    <a:pt x="194" y="3369"/>
                    <a:pt x="258" y="3643"/>
                    <a:pt x="320" y="39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13"/>
          <p:cNvSpPr/>
          <p:nvPr/>
        </p:nvSpPr>
        <p:spPr>
          <a:xfrm rot="10800000" flipH="1">
            <a:off x="-406401" y="5364046"/>
            <a:ext cx="1754059" cy="1549249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ubTitle" idx="1"/>
          </p:nvPr>
        </p:nvSpPr>
        <p:spPr>
          <a:xfrm>
            <a:off x="3109433" y="2817833"/>
            <a:ext cx="3474000" cy="8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subTitle" idx="2"/>
          </p:nvPr>
        </p:nvSpPr>
        <p:spPr>
          <a:xfrm>
            <a:off x="7773100" y="2817833"/>
            <a:ext cx="3474000" cy="8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subTitle" idx="3"/>
          </p:nvPr>
        </p:nvSpPr>
        <p:spPr>
          <a:xfrm>
            <a:off x="3109433" y="4625867"/>
            <a:ext cx="3474000" cy="8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13"/>
          <p:cNvSpPr txBox="1">
            <a:spLocks noGrp="1"/>
          </p:cNvSpPr>
          <p:nvPr>
            <p:ph type="subTitle" idx="4"/>
          </p:nvPr>
        </p:nvSpPr>
        <p:spPr>
          <a:xfrm>
            <a:off x="7773100" y="4625867"/>
            <a:ext cx="3474000" cy="8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title" hasCustomPrompt="1"/>
          </p:nvPr>
        </p:nvSpPr>
        <p:spPr>
          <a:xfrm>
            <a:off x="2021421" y="2456925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3" name="Google Shape;213;p13"/>
          <p:cNvSpPr txBox="1">
            <a:spLocks noGrp="1"/>
          </p:cNvSpPr>
          <p:nvPr>
            <p:ph type="title" idx="5" hasCustomPrompt="1"/>
          </p:nvPr>
        </p:nvSpPr>
        <p:spPr>
          <a:xfrm>
            <a:off x="2021421" y="4264969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4" name="Google Shape;214;p13"/>
          <p:cNvSpPr txBox="1">
            <a:spLocks noGrp="1"/>
          </p:cNvSpPr>
          <p:nvPr>
            <p:ph type="title" idx="6" hasCustomPrompt="1"/>
          </p:nvPr>
        </p:nvSpPr>
        <p:spPr>
          <a:xfrm>
            <a:off x="6691821" y="2456925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5" name="Google Shape;215;p13"/>
          <p:cNvSpPr txBox="1">
            <a:spLocks noGrp="1"/>
          </p:cNvSpPr>
          <p:nvPr>
            <p:ph type="title" idx="7" hasCustomPrompt="1"/>
          </p:nvPr>
        </p:nvSpPr>
        <p:spPr>
          <a:xfrm>
            <a:off x="6691821" y="4264969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6" name="Google Shape;216;p13"/>
          <p:cNvSpPr txBox="1">
            <a:spLocks noGrp="1"/>
          </p:cNvSpPr>
          <p:nvPr>
            <p:ph type="subTitle" idx="8"/>
          </p:nvPr>
        </p:nvSpPr>
        <p:spPr>
          <a:xfrm>
            <a:off x="3109433" y="2356867"/>
            <a:ext cx="3474000" cy="6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subTitle" idx="9"/>
          </p:nvPr>
        </p:nvSpPr>
        <p:spPr>
          <a:xfrm>
            <a:off x="7773107" y="2356867"/>
            <a:ext cx="3474000" cy="6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8" name="Google Shape;218;p13"/>
          <p:cNvSpPr txBox="1">
            <a:spLocks noGrp="1"/>
          </p:cNvSpPr>
          <p:nvPr>
            <p:ph type="subTitle" idx="13"/>
          </p:nvPr>
        </p:nvSpPr>
        <p:spPr>
          <a:xfrm>
            <a:off x="3109433" y="4164967"/>
            <a:ext cx="3474000" cy="6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subTitle" idx="14"/>
          </p:nvPr>
        </p:nvSpPr>
        <p:spPr>
          <a:xfrm>
            <a:off x="7773107" y="4164967"/>
            <a:ext cx="3474000" cy="6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title" idx="15"/>
          </p:nvPr>
        </p:nvSpPr>
        <p:spPr>
          <a:xfrm>
            <a:off x="2021433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93077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/>
          <p:nvPr/>
        </p:nvSpPr>
        <p:spPr>
          <a:xfrm rot="5399969" flipH="1">
            <a:off x="2009067" y="-1361340"/>
            <a:ext cx="728204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4"/>
          <p:cNvSpPr/>
          <p:nvPr/>
        </p:nvSpPr>
        <p:spPr>
          <a:xfrm rot="3599360">
            <a:off x="323679" y="5659616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4"/>
          <p:cNvSpPr txBox="1">
            <a:spLocks noGrp="1"/>
          </p:cNvSpPr>
          <p:nvPr>
            <p:ph type="title"/>
          </p:nvPr>
        </p:nvSpPr>
        <p:spPr>
          <a:xfrm>
            <a:off x="2209400" y="4092784"/>
            <a:ext cx="68392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5" name="Google Shape;225;p14"/>
          <p:cNvSpPr txBox="1">
            <a:spLocks noGrp="1"/>
          </p:cNvSpPr>
          <p:nvPr>
            <p:ph type="subTitle" idx="1"/>
          </p:nvPr>
        </p:nvSpPr>
        <p:spPr>
          <a:xfrm>
            <a:off x="2209477" y="2056017"/>
            <a:ext cx="6839200" cy="19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26" name="Google Shape;226;p14"/>
          <p:cNvGrpSpPr/>
          <p:nvPr/>
        </p:nvGrpSpPr>
        <p:grpSpPr>
          <a:xfrm rot="-3600405" flipH="1">
            <a:off x="9793715" y="4331963"/>
            <a:ext cx="2502108" cy="1521555"/>
            <a:chOff x="4949280" y="2561760"/>
            <a:chExt cx="3684600" cy="2240640"/>
          </a:xfrm>
        </p:grpSpPr>
        <p:sp>
          <p:nvSpPr>
            <p:cNvPr id="227" name="Google Shape;227;p14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14"/>
          <p:cNvGrpSpPr/>
          <p:nvPr/>
        </p:nvGrpSpPr>
        <p:grpSpPr>
          <a:xfrm rot="-7199766">
            <a:off x="9735988" y="901687"/>
            <a:ext cx="2334837" cy="1419837"/>
            <a:chOff x="4949280" y="2561760"/>
            <a:chExt cx="3684600" cy="2240640"/>
          </a:xfrm>
        </p:grpSpPr>
        <p:sp>
          <p:nvSpPr>
            <p:cNvPr id="236" name="Google Shape;236;p14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5636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/>
          <p:cNvSpPr/>
          <p:nvPr/>
        </p:nvSpPr>
        <p:spPr>
          <a:xfrm rot="-4500625">
            <a:off x="10394985" y="-403799"/>
            <a:ext cx="1904724" cy="1158281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5"/>
          <p:cNvSpPr/>
          <p:nvPr/>
        </p:nvSpPr>
        <p:spPr>
          <a:xfrm rot="5400000">
            <a:off x="8887536" y="5080566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5"/>
          <p:cNvSpPr/>
          <p:nvPr/>
        </p:nvSpPr>
        <p:spPr>
          <a:xfrm rot="5399969" flipH="1">
            <a:off x="3381067" y="-1361340"/>
            <a:ext cx="728204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5"/>
          <p:cNvSpPr txBox="1">
            <a:spLocks noGrp="1"/>
          </p:cNvSpPr>
          <p:nvPr>
            <p:ph type="title"/>
          </p:nvPr>
        </p:nvSpPr>
        <p:spPr>
          <a:xfrm>
            <a:off x="7262233" y="1477967"/>
            <a:ext cx="3725600" cy="24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9" name="Google Shape;249;p15"/>
          <p:cNvSpPr txBox="1">
            <a:spLocks noGrp="1"/>
          </p:cNvSpPr>
          <p:nvPr>
            <p:ph type="subTitle" idx="1"/>
          </p:nvPr>
        </p:nvSpPr>
        <p:spPr>
          <a:xfrm>
            <a:off x="7262233" y="3891633"/>
            <a:ext cx="3725600" cy="1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0" name="Google Shape;250;p15"/>
          <p:cNvSpPr>
            <a:spLocks noGrp="1"/>
          </p:cNvSpPr>
          <p:nvPr>
            <p:ph type="pic" idx="2"/>
          </p:nvPr>
        </p:nvSpPr>
        <p:spPr>
          <a:xfrm>
            <a:off x="950967" y="719333"/>
            <a:ext cx="5588400" cy="54192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90628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"/>
          <p:cNvSpPr/>
          <p:nvPr/>
        </p:nvSpPr>
        <p:spPr>
          <a:xfrm rot="-7200640">
            <a:off x="414646" y="5971644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6"/>
          <p:cNvSpPr/>
          <p:nvPr/>
        </p:nvSpPr>
        <p:spPr>
          <a:xfrm rot="-3600628">
            <a:off x="453650" y="-110514"/>
            <a:ext cx="1904721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6"/>
          <p:cNvSpPr/>
          <p:nvPr/>
        </p:nvSpPr>
        <p:spPr>
          <a:xfrm rot="10799969" flipH="1">
            <a:off x="11749032" y="2006813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 txBox="1">
            <a:spLocks noGrp="1"/>
          </p:cNvSpPr>
          <p:nvPr>
            <p:ph type="title"/>
          </p:nvPr>
        </p:nvSpPr>
        <p:spPr>
          <a:xfrm>
            <a:off x="1470032" y="2107867"/>
            <a:ext cx="3440800" cy="138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6" name="Google Shape;256;p16"/>
          <p:cNvSpPr txBox="1">
            <a:spLocks noGrp="1"/>
          </p:cNvSpPr>
          <p:nvPr>
            <p:ph type="subTitle" idx="1"/>
          </p:nvPr>
        </p:nvSpPr>
        <p:spPr>
          <a:xfrm>
            <a:off x="1470032" y="3394933"/>
            <a:ext cx="3440800" cy="13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3424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 rot="-84" flipH="1">
            <a:off x="10437931" y="26"/>
            <a:ext cx="1754059" cy="1549211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/>
          <p:nvPr/>
        </p:nvSpPr>
        <p:spPr>
          <a:xfrm rot="-3600628">
            <a:off x="5143650" y="5997787"/>
            <a:ext cx="1904721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/>
          <p:nvPr/>
        </p:nvSpPr>
        <p:spPr>
          <a:xfrm rot="5399969" flipH="1">
            <a:off x="2306701" y="-1361340"/>
            <a:ext cx="728204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7"/>
          <p:cNvSpPr txBox="1">
            <a:spLocks noGrp="1"/>
          </p:cNvSpPr>
          <p:nvPr>
            <p:ph type="title"/>
          </p:nvPr>
        </p:nvSpPr>
        <p:spPr>
          <a:xfrm>
            <a:off x="7405967" y="2107867"/>
            <a:ext cx="3451600" cy="138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ubTitle" idx="1"/>
          </p:nvPr>
        </p:nvSpPr>
        <p:spPr>
          <a:xfrm>
            <a:off x="7405967" y="3394933"/>
            <a:ext cx="3451600" cy="13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56038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/>
          <p:nvPr/>
        </p:nvSpPr>
        <p:spPr>
          <a:xfrm rot="10799916" flipH="1">
            <a:off x="31" y="5308760"/>
            <a:ext cx="1754059" cy="1549211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8"/>
          <p:cNvSpPr/>
          <p:nvPr/>
        </p:nvSpPr>
        <p:spPr>
          <a:xfrm rot="-7200640">
            <a:off x="1033578" y="-47957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8"/>
          <p:cNvSpPr/>
          <p:nvPr/>
        </p:nvSpPr>
        <p:spPr>
          <a:xfrm rot="-2700653">
            <a:off x="11054579" y="2265946"/>
            <a:ext cx="1904720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8"/>
          <p:cNvSpPr txBox="1">
            <a:spLocks noGrp="1"/>
          </p:cNvSpPr>
          <p:nvPr>
            <p:ph type="title"/>
          </p:nvPr>
        </p:nvSpPr>
        <p:spPr>
          <a:xfrm>
            <a:off x="1899933" y="2459051"/>
            <a:ext cx="4785200" cy="9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8" name="Google Shape;268;p18"/>
          <p:cNvSpPr txBox="1">
            <a:spLocks noGrp="1"/>
          </p:cNvSpPr>
          <p:nvPr>
            <p:ph type="subTitle" idx="1"/>
          </p:nvPr>
        </p:nvSpPr>
        <p:spPr>
          <a:xfrm>
            <a:off x="1899933" y="3262717"/>
            <a:ext cx="4785200" cy="11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84244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/>
          <p:nvPr/>
        </p:nvSpPr>
        <p:spPr>
          <a:xfrm>
            <a:off x="-2" y="13"/>
            <a:ext cx="1754059" cy="1549249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 rot="5400000">
            <a:off x="9454736" y="5080566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 rot="-2700653">
            <a:off x="-652456" y="5081398"/>
            <a:ext cx="1904720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9"/>
          <p:cNvSpPr txBox="1">
            <a:spLocks noGrp="1"/>
          </p:cNvSpPr>
          <p:nvPr>
            <p:ph type="subTitle" idx="1"/>
          </p:nvPr>
        </p:nvSpPr>
        <p:spPr>
          <a:xfrm>
            <a:off x="7793467" y="3937357"/>
            <a:ext cx="33460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19"/>
          <p:cNvSpPr txBox="1">
            <a:spLocks noGrp="1"/>
          </p:cNvSpPr>
          <p:nvPr>
            <p:ph type="subTitle" idx="2"/>
          </p:nvPr>
        </p:nvSpPr>
        <p:spPr>
          <a:xfrm>
            <a:off x="3080367" y="3937355"/>
            <a:ext cx="33460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5" name="Google Shape;275;p19"/>
          <p:cNvSpPr txBox="1">
            <a:spLocks noGrp="1"/>
          </p:cNvSpPr>
          <p:nvPr>
            <p:ph type="subTitle" idx="3"/>
          </p:nvPr>
        </p:nvSpPr>
        <p:spPr>
          <a:xfrm>
            <a:off x="3080367" y="3379400"/>
            <a:ext cx="3346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19"/>
          <p:cNvSpPr txBox="1">
            <a:spLocks noGrp="1"/>
          </p:cNvSpPr>
          <p:nvPr>
            <p:ph type="subTitle" idx="4"/>
          </p:nvPr>
        </p:nvSpPr>
        <p:spPr>
          <a:xfrm>
            <a:off x="7793471" y="3379400"/>
            <a:ext cx="3346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7" name="Google Shape;277;p19"/>
          <p:cNvSpPr txBox="1">
            <a:spLocks noGrp="1"/>
          </p:cNvSpPr>
          <p:nvPr>
            <p:ph type="title"/>
          </p:nvPr>
        </p:nvSpPr>
        <p:spPr>
          <a:xfrm>
            <a:off x="2021433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29995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20"/>
          <p:cNvGrpSpPr/>
          <p:nvPr/>
        </p:nvGrpSpPr>
        <p:grpSpPr>
          <a:xfrm rot="-8100627">
            <a:off x="9978248" y="-310730"/>
            <a:ext cx="1904725" cy="1158281"/>
            <a:chOff x="4949280" y="2561760"/>
            <a:chExt cx="3684600" cy="2240640"/>
          </a:xfrm>
        </p:grpSpPr>
        <p:sp>
          <p:nvSpPr>
            <p:cNvPr id="280" name="Google Shape;280;p20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8" name="Google Shape;288;p20"/>
          <p:cNvSpPr/>
          <p:nvPr/>
        </p:nvSpPr>
        <p:spPr>
          <a:xfrm rot="-10799969">
            <a:off x="-203201" y="719330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0"/>
          <p:cNvSpPr/>
          <p:nvPr/>
        </p:nvSpPr>
        <p:spPr>
          <a:xfrm rot="-7200640">
            <a:off x="7253576" y="6407928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0"/>
          <p:cNvSpPr txBox="1">
            <a:spLocks noGrp="1"/>
          </p:cNvSpPr>
          <p:nvPr>
            <p:ph type="subTitle" idx="1"/>
          </p:nvPr>
        </p:nvSpPr>
        <p:spPr>
          <a:xfrm>
            <a:off x="6756233" y="2560700"/>
            <a:ext cx="4484800" cy="2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1" name="Google Shape;291;p20"/>
          <p:cNvSpPr txBox="1">
            <a:spLocks noGrp="1"/>
          </p:cNvSpPr>
          <p:nvPr>
            <p:ph type="subTitle" idx="2"/>
          </p:nvPr>
        </p:nvSpPr>
        <p:spPr>
          <a:xfrm>
            <a:off x="1052567" y="2560700"/>
            <a:ext cx="4407200" cy="2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2" name="Google Shape;292;p20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04403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"/>
          <p:cNvSpPr/>
          <p:nvPr/>
        </p:nvSpPr>
        <p:spPr>
          <a:xfrm>
            <a:off x="-2" y="13"/>
            <a:ext cx="1754059" cy="1549249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1"/>
          <p:cNvSpPr/>
          <p:nvPr/>
        </p:nvSpPr>
        <p:spPr>
          <a:xfrm rot="-3600628">
            <a:off x="8242036" y="6304036"/>
            <a:ext cx="1904721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6" name="Google Shape;296;p21"/>
          <p:cNvGrpSpPr/>
          <p:nvPr/>
        </p:nvGrpSpPr>
        <p:grpSpPr>
          <a:xfrm rot="9900178">
            <a:off x="-79507" y="5007106"/>
            <a:ext cx="1267568" cy="1716115"/>
            <a:chOff x="5976360" y="-1347840"/>
            <a:chExt cx="2682720" cy="3632040"/>
          </a:xfrm>
        </p:grpSpPr>
        <p:sp>
          <p:nvSpPr>
            <p:cNvPr id="297" name="Google Shape;297;p21"/>
            <p:cNvSpPr/>
            <p:nvPr/>
          </p:nvSpPr>
          <p:spPr>
            <a:xfrm>
              <a:off x="5976360" y="-1347840"/>
              <a:ext cx="2682720" cy="3632040"/>
            </a:xfrm>
            <a:custGeom>
              <a:avLst/>
              <a:gdLst/>
              <a:ahLst/>
              <a:cxnLst/>
              <a:rect l="l" t="t" r="r" b="b"/>
              <a:pathLst>
                <a:path w="7452" h="10089" extrusionOk="0">
                  <a:moveTo>
                    <a:pt x="1188" y="7886"/>
                  </a:moveTo>
                  <a:cubicBezTo>
                    <a:pt x="1252" y="8160"/>
                    <a:pt x="1316" y="8434"/>
                    <a:pt x="1378" y="8708"/>
                  </a:cubicBezTo>
                  <a:cubicBezTo>
                    <a:pt x="1401" y="8810"/>
                    <a:pt x="1464" y="8786"/>
                    <a:pt x="1529" y="8770"/>
                  </a:cubicBezTo>
                  <a:lnTo>
                    <a:pt x="2318" y="8586"/>
                  </a:lnTo>
                  <a:cubicBezTo>
                    <a:pt x="2711" y="8495"/>
                    <a:pt x="3102" y="8403"/>
                    <a:pt x="3496" y="8312"/>
                  </a:cubicBezTo>
                  <a:cubicBezTo>
                    <a:pt x="3547" y="8301"/>
                    <a:pt x="3611" y="8258"/>
                    <a:pt x="3651" y="8306"/>
                  </a:cubicBezTo>
                  <a:cubicBezTo>
                    <a:pt x="3685" y="8346"/>
                    <a:pt x="3639" y="8404"/>
                    <a:pt x="3624" y="8452"/>
                  </a:cubicBezTo>
                  <a:cubicBezTo>
                    <a:pt x="3557" y="8667"/>
                    <a:pt x="3503" y="8881"/>
                    <a:pt x="3529" y="9112"/>
                  </a:cubicBezTo>
                  <a:cubicBezTo>
                    <a:pt x="3536" y="9176"/>
                    <a:pt x="3549" y="9238"/>
                    <a:pt x="3568" y="9299"/>
                  </a:cubicBezTo>
                  <a:cubicBezTo>
                    <a:pt x="3595" y="9386"/>
                    <a:pt x="3633" y="9469"/>
                    <a:pt x="3681" y="9547"/>
                  </a:cubicBezTo>
                  <a:cubicBezTo>
                    <a:pt x="3718" y="9607"/>
                    <a:pt x="3762" y="9665"/>
                    <a:pt x="3811" y="9717"/>
                  </a:cubicBezTo>
                  <a:cubicBezTo>
                    <a:pt x="3874" y="9787"/>
                    <a:pt x="3947" y="9849"/>
                    <a:pt x="4026" y="9902"/>
                  </a:cubicBezTo>
                  <a:cubicBezTo>
                    <a:pt x="4225" y="10035"/>
                    <a:pt x="4466" y="10106"/>
                    <a:pt x="4712" y="10085"/>
                  </a:cubicBezTo>
                  <a:cubicBezTo>
                    <a:pt x="4718" y="10085"/>
                    <a:pt x="4724" y="10084"/>
                    <a:pt x="4730" y="10084"/>
                  </a:cubicBezTo>
                  <a:cubicBezTo>
                    <a:pt x="4797" y="10077"/>
                    <a:pt x="4862" y="10065"/>
                    <a:pt x="4925" y="10048"/>
                  </a:cubicBezTo>
                  <a:cubicBezTo>
                    <a:pt x="5175" y="9980"/>
                    <a:pt x="5385" y="9833"/>
                    <a:pt x="5532" y="9638"/>
                  </a:cubicBezTo>
                  <a:cubicBezTo>
                    <a:pt x="5684" y="9437"/>
                    <a:pt x="5767" y="9185"/>
                    <a:pt x="5757" y="8917"/>
                  </a:cubicBezTo>
                  <a:cubicBezTo>
                    <a:pt x="5754" y="8854"/>
                    <a:pt x="5746" y="8791"/>
                    <a:pt x="5733" y="8727"/>
                  </a:cubicBezTo>
                  <a:cubicBezTo>
                    <a:pt x="5687" y="8501"/>
                    <a:pt x="5563" y="8314"/>
                    <a:pt x="5405" y="8149"/>
                  </a:cubicBezTo>
                  <a:cubicBezTo>
                    <a:pt x="5352" y="8095"/>
                    <a:pt x="5300" y="8039"/>
                    <a:pt x="5246" y="7986"/>
                  </a:cubicBezTo>
                  <a:cubicBezTo>
                    <a:pt x="5202" y="7943"/>
                    <a:pt x="5211" y="7915"/>
                    <a:pt x="5268" y="7899"/>
                  </a:cubicBezTo>
                  <a:cubicBezTo>
                    <a:pt x="5297" y="7891"/>
                    <a:pt x="5328" y="7884"/>
                    <a:pt x="5359" y="7877"/>
                  </a:cubicBezTo>
                  <a:lnTo>
                    <a:pt x="5539" y="7835"/>
                  </a:lnTo>
                  <a:cubicBezTo>
                    <a:pt x="5635" y="7812"/>
                    <a:pt x="5730" y="7790"/>
                    <a:pt x="5826" y="7768"/>
                  </a:cubicBezTo>
                  <a:cubicBezTo>
                    <a:pt x="6326" y="7651"/>
                    <a:pt x="6826" y="7534"/>
                    <a:pt x="7326" y="7417"/>
                  </a:cubicBezTo>
                  <a:cubicBezTo>
                    <a:pt x="7466" y="7384"/>
                    <a:pt x="7467" y="7384"/>
                    <a:pt x="7435" y="7244"/>
                  </a:cubicBezTo>
                  <a:cubicBezTo>
                    <a:pt x="7328" y="6787"/>
                    <a:pt x="7219" y="6330"/>
                    <a:pt x="7116" y="5872"/>
                  </a:cubicBezTo>
                  <a:cubicBezTo>
                    <a:pt x="7095" y="5776"/>
                    <a:pt x="7063" y="5766"/>
                    <a:pt x="6976" y="5806"/>
                  </a:cubicBezTo>
                  <a:cubicBezTo>
                    <a:pt x="6136" y="6200"/>
                    <a:pt x="5136" y="5787"/>
                    <a:pt x="4832" y="4909"/>
                  </a:cubicBezTo>
                  <a:cubicBezTo>
                    <a:pt x="4536" y="4053"/>
                    <a:pt x="5007" y="3167"/>
                    <a:pt x="5830" y="2907"/>
                  </a:cubicBezTo>
                  <a:cubicBezTo>
                    <a:pt x="5987" y="2857"/>
                    <a:pt x="6146" y="2835"/>
                    <a:pt x="6308" y="2830"/>
                  </a:cubicBezTo>
                  <a:cubicBezTo>
                    <a:pt x="6382" y="2828"/>
                    <a:pt x="6398" y="2798"/>
                    <a:pt x="6382" y="2732"/>
                  </a:cubicBezTo>
                  <a:cubicBezTo>
                    <a:pt x="6298" y="2380"/>
                    <a:pt x="6221" y="2025"/>
                    <a:pt x="6132" y="1674"/>
                  </a:cubicBezTo>
                  <a:cubicBezTo>
                    <a:pt x="6078" y="1460"/>
                    <a:pt x="5880" y="1361"/>
                    <a:pt x="5630" y="1415"/>
                  </a:cubicBezTo>
                  <a:cubicBezTo>
                    <a:pt x="5373" y="1470"/>
                    <a:pt x="5118" y="1532"/>
                    <a:pt x="4863" y="1593"/>
                  </a:cubicBezTo>
                  <a:cubicBezTo>
                    <a:pt x="4600" y="1655"/>
                    <a:pt x="4339" y="1719"/>
                    <a:pt x="4077" y="1783"/>
                  </a:cubicBezTo>
                  <a:cubicBezTo>
                    <a:pt x="3989" y="1805"/>
                    <a:pt x="3971" y="1789"/>
                    <a:pt x="3987" y="1698"/>
                  </a:cubicBezTo>
                  <a:cubicBezTo>
                    <a:pt x="4018" y="1525"/>
                    <a:pt x="4049" y="1351"/>
                    <a:pt x="4063" y="1176"/>
                  </a:cubicBezTo>
                  <a:cubicBezTo>
                    <a:pt x="4101" y="691"/>
                    <a:pt x="3880" y="353"/>
                    <a:pt x="3468" y="127"/>
                  </a:cubicBezTo>
                  <a:cubicBezTo>
                    <a:pt x="3094" y="-79"/>
                    <a:pt x="2600" y="-34"/>
                    <a:pt x="2266" y="255"/>
                  </a:cubicBezTo>
                  <a:cubicBezTo>
                    <a:pt x="1919" y="556"/>
                    <a:pt x="1768" y="940"/>
                    <a:pt x="1886" y="1398"/>
                  </a:cubicBezTo>
                  <a:cubicBezTo>
                    <a:pt x="1943" y="1618"/>
                    <a:pt x="2089" y="1796"/>
                    <a:pt x="2218" y="1979"/>
                  </a:cubicBezTo>
                  <a:cubicBezTo>
                    <a:pt x="2248" y="2022"/>
                    <a:pt x="2279" y="2064"/>
                    <a:pt x="2310" y="2105"/>
                  </a:cubicBezTo>
                  <a:cubicBezTo>
                    <a:pt x="2352" y="2159"/>
                    <a:pt x="2342" y="2186"/>
                    <a:pt x="2272" y="2202"/>
                  </a:cubicBezTo>
                  <a:cubicBezTo>
                    <a:pt x="1905" y="2285"/>
                    <a:pt x="1538" y="2372"/>
                    <a:pt x="1171" y="2457"/>
                  </a:cubicBezTo>
                  <a:cubicBezTo>
                    <a:pt x="809" y="2542"/>
                    <a:pt x="446" y="2629"/>
                    <a:pt x="82" y="2710"/>
                  </a:cubicBezTo>
                  <a:cubicBezTo>
                    <a:pt x="5" y="2728"/>
                    <a:pt x="-11" y="2760"/>
                    <a:pt x="7" y="2832"/>
                  </a:cubicBezTo>
                  <a:cubicBezTo>
                    <a:pt x="116" y="3293"/>
                    <a:pt x="224" y="3754"/>
                    <a:pt x="329" y="4215"/>
                  </a:cubicBezTo>
                  <a:cubicBezTo>
                    <a:pt x="345" y="4286"/>
                    <a:pt x="365" y="4305"/>
                    <a:pt x="439" y="4269"/>
                  </a:cubicBezTo>
                  <a:cubicBezTo>
                    <a:pt x="1037" y="3979"/>
                    <a:pt x="1697" y="4101"/>
                    <a:pt x="2149" y="4486"/>
                  </a:cubicBezTo>
                  <a:cubicBezTo>
                    <a:pt x="2237" y="4561"/>
                    <a:pt x="2318" y="4647"/>
                    <a:pt x="2389" y="4742"/>
                  </a:cubicBezTo>
                  <a:cubicBezTo>
                    <a:pt x="2472" y="4853"/>
                    <a:pt x="2541" y="4978"/>
                    <a:pt x="2593" y="5112"/>
                  </a:cubicBezTo>
                  <a:cubicBezTo>
                    <a:pt x="2630" y="5207"/>
                    <a:pt x="2659" y="5307"/>
                    <a:pt x="2677" y="5412"/>
                  </a:cubicBezTo>
                  <a:cubicBezTo>
                    <a:pt x="2682" y="5441"/>
                    <a:pt x="2687" y="5470"/>
                    <a:pt x="2691" y="5501"/>
                  </a:cubicBezTo>
                  <a:cubicBezTo>
                    <a:pt x="2698" y="5562"/>
                    <a:pt x="2701" y="5622"/>
                    <a:pt x="2701" y="5682"/>
                  </a:cubicBezTo>
                  <a:cubicBezTo>
                    <a:pt x="2701" y="5766"/>
                    <a:pt x="2693" y="5850"/>
                    <a:pt x="2678" y="5932"/>
                  </a:cubicBezTo>
                  <a:cubicBezTo>
                    <a:pt x="2575" y="6522"/>
                    <a:pt x="2123" y="7036"/>
                    <a:pt x="1527" y="7180"/>
                  </a:cubicBezTo>
                  <a:cubicBezTo>
                    <a:pt x="1395" y="7212"/>
                    <a:pt x="1263" y="7236"/>
                    <a:pt x="1128" y="7234"/>
                  </a:cubicBezTo>
                  <a:cubicBezTo>
                    <a:pt x="1095" y="7233"/>
                    <a:pt x="1070" y="7236"/>
                    <a:pt x="1058" y="7252"/>
                  </a:cubicBezTo>
                  <a:cubicBezTo>
                    <a:pt x="1048" y="7265"/>
                    <a:pt x="1046" y="7284"/>
                    <a:pt x="1054" y="7316"/>
                  </a:cubicBezTo>
                  <a:cubicBezTo>
                    <a:pt x="1099" y="7506"/>
                    <a:pt x="1143" y="7696"/>
                    <a:pt x="1188" y="7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6354000" y="257040"/>
              <a:ext cx="1719720" cy="2027160"/>
            </a:xfrm>
            <a:custGeom>
              <a:avLst/>
              <a:gdLst/>
              <a:ahLst/>
              <a:cxnLst/>
              <a:rect l="l" t="t" r="r" b="b"/>
              <a:pathLst>
                <a:path w="4777" h="5631" extrusionOk="0">
                  <a:moveTo>
                    <a:pt x="329" y="4250"/>
                  </a:moveTo>
                  <a:cubicBezTo>
                    <a:pt x="352" y="4352"/>
                    <a:pt x="415" y="4328"/>
                    <a:pt x="480" y="4313"/>
                  </a:cubicBezTo>
                  <a:lnTo>
                    <a:pt x="1269" y="4128"/>
                  </a:lnTo>
                  <a:cubicBezTo>
                    <a:pt x="1662" y="4037"/>
                    <a:pt x="2053" y="3945"/>
                    <a:pt x="2447" y="3854"/>
                  </a:cubicBezTo>
                  <a:cubicBezTo>
                    <a:pt x="2498" y="3843"/>
                    <a:pt x="2562" y="3800"/>
                    <a:pt x="2602" y="3848"/>
                  </a:cubicBezTo>
                  <a:cubicBezTo>
                    <a:pt x="2636" y="3888"/>
                    <a:pt x="2590" y="3946"/>
                    <a:pt x="2575" y="3994"/>
                  </a:cubicBezTo>
                  <a:cubicBezTo>
                    <a:pt x="2508" y="4209"/>
                    <a:pt x="2454" y="4423"/>
                    <a:pt x="2480" y="4654"/>
                  </a:cubicBezTo>
                  <a:cubicBezTo>
                    <a:pt x="2487" y="4718"/>
                    <a:pt x="2500" y="4780"/>
                    <a:pt x="2519" y="4841"/>
                  </a:cubicBezTo>
                  <a:cubicBezTo>
                    <a:pt x="2546" y="4928"/>
                    <a:pt x="2584" y="5011"/>
                    <a:pt x="2632" y="5089"/>
                  </a:cubicBezTo>
                  <a:cubicBezTo>
                    <a:pt x="2669" y="5149"/>
                    <a:pt x="2713" y="5207"/>
                    <a:pt x="2762" y="5259"/>
                  </a:cubicBezTo>
                  <a:cubicBezTo>
                    <a:pt x="2825" y="5329"/>
                    <a:pt x="2898" y="5391"/>
                    <a:pt x="2977" y="5444"/>
                  </a:cubicBezTo>
                  <a:cubicBezTo>
                    <a:pt x="3176" y="5577"/>
                    <a:pt x="3417" y="5648"/>
                    <a:pt x="3663" y="5627"/>
                  </a:cubicBezTo>
                  <a:cubicBezTo>
                    <a:pt x="3669" y="5627"/>
                    <a:pt x="3675" y="5626"/>
                    <a:pt x="3681" y="5626"/>
                  </a:cubicBezTo>
                  <a:cubicBezTo>
                    <a:pt x="3748" y="5619"/>
                    <a:pt x="3813" y="5607"/>
                    <a:pt x="3876" y="5590"/>
                  </a:cubicBezTo>
                  <a:cubicBezTo>
                    <a:pt x="4126" y="5522"/>
                    <a:pt x="4336" y="5375"/>
                    <a:pt x="4483" y="5180"/>
                  </a:cubicBezTo>
                  <a:cubicBezTo>
                    <a:pt x="4635" y="4979"/>
                    <a:pt x="4718" y="4727"/>
                    <a:pt x="4708" y="4459"/>
                  </a:cubicBezTo>
                  <a:cubicBezTo>
                    <a:pt x="4705" y="4396"/>
                    <a:pt x="4697" y="4333"/>
                    <a:pt x="4684" y="4269"/>
                  </a:cubicBezTo>
                  <a:cubicBezTo>
                    <a:pt x="4638" y="4043"/>
                    <a:pt x="4514" y="3856"/>
                    <a:pt x="4356" y="3691"/>
                  </a:cubicBezTo>
                  <a:cubicBezTo>
                    <a:pt x="4303" y="3637"/>
                    <a:pt x="4251" y="3581"/>
                    <a:pt x="4197" y="3528"/>
                  </a:cubicBezTo>
                  <a:cubicBezTo>
                    <a:pt x="4153" y="3485"/>
                    <a:pt x="4162" y="3457"/>
                    <a:pt x="4219" y="3441"/>
                  </a:cubicBezTo>
                  <a:cubicBezTo>
                    <a:pt x="4248" y="3433"/>
                    <a:pt x="4279" y="3426"/>
                    <a:pt x="4309" y="3419"/>
                  </a:cubicBezTo>
                  <a:lnTo>
                    <a:pt x="4490" y="3377"/>
                  </a:lnTo>
                  <a:cubicBezTo>
                    <a:pt x="4586" y="3354"/>
                    <a:pt x="4681" y="3332"/>
                    <a:pt x="4777" y="3310"/>
                  </a:cubicBezTo>
                  <a:lnTo>
                    <a:pt x="4766" y="3282"/>
                  </a:lnTo>
                  <a:lnTo>
                    <a:pt x="4755" y="3258"/>
                  </a:lnTo>
                  <a:lnTo>
                    <a:pt x="4742" y="3236"/>
                  </a:lnTo>
                  <a:cubicBezTo>
                    <a:pt x="4738" y="3230"/>
                    <a:pt x="4734" y="3224"/>
                    <a:pt x="4731" y="3219"/>
                  </a:cubicBezTo>
                  <a:lnTo>
                    <a:pt x="4734" y="3093"/>
                  </a:lnTo>
                  <a:cubicBezTo>
                    <a:pt x="4741" y="2742"/>
                    <a:pt x="4561" y="2467"/>
                    <a:pt x="4332" y="2294"/>
                  </a:cubicBezTo>
                  <a:lnTo>
                    <a:pt x="4322" y="2191"/>
                  </a:lnTo>
                  <a:cubicBezTo>
                    <a:pt x="4321" y="2181"/>
                    <a:pt x="4320" y="2172"/>
                    <a:pt x="4319" y="2162"/>
                  </a:cubicBezTo>
                  <a:cubicBezTo>
                    <a:pt x="4319" y="2157"/>
                    <a:pt x="4318" y="2152"/>
                    <a:pt x="4317" y="2147"/>
                  </a:cubicBezTo>
                  <a:cubicBezTo>
                    <a:pt x="4289" y="1737"/>
                    <a:pt x="4094" y="1430"/>
                    <a:pt x="3749" y="1253"/>
                  </a:cubicBezTo>
                  <a:cubicBezTo>
                    <a:pt x="3705" y="984"/>
                    <a:pt x="3519" y="753"/>
                    <a:pt x="3266" y="658"/>
                  </a:cubicBezTo>
                  <a:cubicBezTo>
                    <a:pt x="3191" y="629"/>
                    <a:pt x="3114" y="611"/>
                    <a:pt x="3038" y="604"/>
                  </a:cubicBezTo>
                  <a:cubicBezTo>
                    <a:pt x="2965" y="469"/>
                    <a:pt x="2875" y="358"/>
                    <a:pt x="2767" y="267"/>
                  </a:cubicBezTo>
                  <a:cubicBezTo>
                    <a:pt x="2543" y="79"/>
                    <a:pt x="2277" y="9"/>
                    <a:pt x="2018" y="69"/>
                  </a:cubicBezTo>
                  <a:cubicBezTo>
                    <a:pt x="1977" y="79"/>
                    <a:pt x="1935" y="92"/>
                    <a:pt x="1895" y="108"/>
                  </a:cubicBezTo>
                  <a:cubicBezTo>
                    <a:pt x="1864" y="121"/>
                    <a:pt x="1833" y="135"/>
                    <a:pt x="1804" y="150"/>
                  </a:cubicBezTo>
                  <a:cubicBezTo>
                    <a:pt x="1605" y="-1"/>
                    <a:pt x="1327" y="-26"/>
                    <a:pt x="1118" y="23"/>
                  </a:cubicBezTo>
                  <a:lnTo>
                    <a:pt x="1100" y="27"/>
                  </a:lnTo>
                  <a:cubicBezTo>
                    <a:pt x="1188" y="103"/>
                    <a:pt x="1269" y="189"/>
                    <a:pt x="1340" y="284"/>
                  </a:cubicBezTo>
                  <a:cubicBezTo>
                    <a:pt x="1423" y="395"/>
                    <a:pt x="1492" y="520"/>
                    <a:pt x="1544" y="654"/>
                  </a:cubicBezTo>
                  <a:cubicBezTo>
                    <a:pt x="1581" y="749"/>
                    <a:pt x="1610" y="849"/>
                    <a:pt x="1628" y="954"/>
                  </a:cubicBezTo>
                  <a:cubicBezTo>
                    <a:pt x="1633" y="983"/>
                    <a:pt x="1638" y="1012"/>
                    <a:pt x="1642" y="1043"/>
                  </a:cubicBezTo>
                  <a:cubicBezTo>
                    <a:pt x="1649" y="1104"/>
                    <a:pt x="1652" y="1164"/>
                    <a:pt x="1652" y="1224"/>
                  </a:cubicBezTo>
                  <a:cubicBezTo>
                    <a:pt x="1652" y="1308"/>
                    <a:pt x="1644" y="1392"/>
                    <a:pt x="1629" y="1474"/>
                  </a:cubicBezTo>
                  <a:cubicBezTo>
                    <a:pt x="1526" y="2064"/>
                    <a:pt x="1074" y="2578"/>
                    <a:pt x="478" y="2722"/>
                  </a:cubicBezTo>
                  <a:cubicBezTo>
                    <a:pt x="346" y="2754"/>
                    <a:pt x="214" y="2778"/>
                    <a:pt x="79" y="2776"/>
                  </a:cubicBezTo>
                  <a:cubicBezTo>
                    <a:pt x="46" y="2775"/>
                    <a:pt x="21" y="2778"/>
                    <a:pt x="9" y="2794"/>
                  </a:cubicBezTo>
                  <a:cubicBezTo>
                    <a:pt x="-1" y="2807"/>
                    <a:pt x="-3" y="2826"/>
                    <a:pt x="5" y="2858"/>
                  </a:cubicBezTo>
                  <a:cubicBezTo>
                    <a:pt x="50" y="3048"/>
                    <a:pt x="94" y="3238"/>
                    <a:pt x="139" y="3428"/>
                  </a:cubicBezTo>
                  <a:cubicBezTo>
                    <a:pt x="203" y="3702"/>
                    <a:pt x="267" y="3976"/>
                    <a:pt x="329" y="42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6836400" y="359280"/>
              <a:ext cx="110880" cy="133200"/>
            </a:xfrm>
            <a:custGeom>
              <a:avLst/>
              <a:gdLst/>
              <a:ahLst/>
              <a:cxnLst/>
              <a:rect l="l" t="t" r="r" b="b"/>
              <a:pathLst>
                <a:path w="308" h="370" extrusionOk="0">
                  <a:moveTo>
                    <a:pt x="0" y="0"/>
                  </a:moveTo>
                  <a:cubicBezTo>
                    <a:pt x="83" y="111"/>
                    <a:pt x="152" y="235"/>
                    <a:pt x="205" y="370"/>
                  </a:cubicBezTo>
                  <a:cubicBezTo>
                    <a:pt x="216" y="286"/>
                    <a:pt x="249" y="203"/>
                    <a:pt x="303" y="122"/>
                  </a:cubicBezTo>
                  <a:cubicBezTo>
                    <a:pt x="306" y="118"/>
                    <a:pt x="307" y="115"/>
                    <a:pt x="308" y="113"/>
                  </a:cubicBezTo>
                  <a:cubicBezTo>
                    <a:pt x="306" y="111"/>
                    <a:pt x="304" y="108"/>
                    <a:pt x="299" y="102"/>
                  </a:cubicBezTo>
                  <a:cubicBezTo>
                    <a:pt x="231" y="29"/>
                    <a:pt x="111" y="-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6357240" y="376920"/>
              <a:ext cx="1691640" cy="1800720"/>
            </a:xfrm>
            <a:custGeom>
              <a:avLst/>
              <a:gdLst/>
              <a:ahLst/>
              <a:cxnLst/>
              <a:rect l="l" t="t" r="r" b="b"/>
              <a:pathLst>
                <a:path w="4699" h="5002" extrusionOk="0">
                  <a:moveTo>
                    <a:pt x="320" y="3917"/>
                  </a:moveTo>
                  <a:cubicBezTo>
                    <a:pt x="343" y="4019"/>
                    <a:pt x="406" y="3995"/>
                    <a:pt x="471" y="3980"/>
                  </a:cubicBezTo>
                  <a:lnTo>
                    <a:pt x="1035" y="3848"/>
                  </a:lnTo>
                  <a:cubicBezTo>
                    <a:pt x="1025" y="3801"/>
                    <a:pt x="1018" y="3758"/>
                    <a:pt x="1014" y="3716"/>
                  </a:cubicBezTo>
                  <a:cubicBezTo>
                    <a:pt x="997" y="3541"/>
                    <a:pt x="994" y="3315"/>
                    <a:pt x="1132" y="3113"/>
                  </a:cubicBezTo>
                  <a:cubicBezTo>
                    <a:pt x="1133" y="3110"/>
                    <a:pt x="1135" y="3108"/>
                    <a:pt x="1136" y="3106"/>
                  </a:cubicBezTo>
                  <a:cubicBezTo>
                    <a:pt x="1146" y="3089"/>
                    <a:pt x="1166" y="3057"/>
                    <a:pt x="1210" y="3044"/>
                  </a:cubicBezTo>
                  <a:lnTo>
                    <a:pt x="1213" y="3043"/>
                  </a:lnTo>
                  <a:cubicBezTo>
                    <a:pt x="1235" y="3038"/>
                    <a:pt x="1257" y="3045"/>
                    <a:pt x="1272" y="3062"/>
                  </a:cubicBezTo>
                  <a:cubicBezTo>
                    <a:pt x="1287" y="3079"/>
                    <a:pt x="1291" y="3104"/>
                    <a:pt x="1282" y="3126"/>
                  </a:cubicBezTo>
                  <a:cubicBezTo>
                    <a:pt x="1203" y="3302"/>
                    <a:pt x="1196" y="3540"/>
                    <a:pt x="1260" y="3795"/>
                  </a:cubicBezTo>
                  <a:cubicBezTo>
                    <a:pt x="1653" y="3704"/>
                    <a:pt x="2044" y="3612"/>
                    <a:pt x="2438" y="3521"/>
                  </a:cubicBezTo>
                  <a:cubicBezTo>
                    <a:pt x="2489" y="3510"/>
                    <a:pt x="2553" y="3467"/>
                    <a:pt x="2593" y="3515"/>
                  </a:cubicBezTo>
                  <a:cubicBezTo>
                    <a:pt x="2627" y="3555"/>
                    <a:pt x="2581" y="3613"/>
                    <a:pt x="2566" y="3661"/>
                  </a:cubicBezTo>
                  <a:cubicBezTo>
                    <a:pt x="2499" y="3876"/>
                    <a:pt x="2445" y="4090"/>
                    <a:pt x="2471" y="4321"/>
                  </a:cubicBezTo>
                  <a:cubicBezTo>
                    <a:pt x="2478" y="4385"/>
                    <a:pt x="2491" y="4447"/>
                    <a:pt x="2510" y="4508"/>
                  </a:cubicBezTo>
                  <a:cubicBezTo>
                    <a:pt x="2534" y="4443"/>
                    <a:pt x="2544" y="4369"/>
                    <a:pt x="2539" y="4288"/>
                  </a:cubicBezTo>
                  <a:cubicBezTo>
                    <a:pt x="2520" y="4003"/>
                    <a:pt x="2568" y="3795"/>
                    <a:pt x="2694" y="3615"/>
                  </a:cubicBezTo>
                  <a:cubicBezTo>
                    <a:pt x="2749" y="3536"/>
                    <a:pt x="2826" y="3472"/>
                    <a:pt x="2889" y="3451"/>
                  </a:cubicBezTo>
                  <a:cubicBezTo>
                    <a:pt x="2891" y="3450"/>
                    <a:pt x="2893" y="3449"/>
                    <a:pt x="2895" y="3449"/>
                  </a:cubicBezTo>
                  <a:cubicBezTo>
                    <a:pt x="2920" y="3443"/>
                    <a:pt x="2947" y="3454"/>
                    <a:pt x="2960" y="3477"/>
                  </a:cubicBezTo>
                  <a:cubicBezTo>
                    <a:pt x="2974" y="3502"/>
                    <a:pt x="2969" y="3533"/>
                    <a:pt x="2948" y="3552"/>
                  </a:cubicBezTo>
                  <a:cubicBezTo>
                    <a:pt x="2798" y="3685"/>
                    <a:pt x="2724" y="3857"/>
                    <a:pt x="2723" y="4077"/>
                  </a:cubicBezTo>
                  <a:cubicBezTo>
                    <a:pt x="2723" y="4235"/>
                    <a:pt x="2741" y="4362"/>
                    <a:pt x="2780" y="4475"/>
                  </a:cubicBezTo>
                  <a:cubicBezTo>
                    <a:pt x="2882" y="4775"/>
                    <a:pt x="3064" y="4944"/>
                    <a:pt x="3337" y="4994"/>
                  </a:cubicBezTo>
                  <a:cubicBezTo>
                    <a:pt x="3404" y="5007"/>
                    <a:pt x="3482" y="5004"/>
                    <a:pt x="3560" y="4986"/>
                  </a:cubicBezTo>
                  <a:cubicBezTo>
                    <a:pt x="3795" y="4931"/>
                    <a:pt x="4035" y="4738"/>
                    <a:pt x="4004" y="4549"/>
                  </a:cubicBezTo>
                  <a:cubicBezTo>
                    <a:pt x="4003" y="4542"/>
                    <a:pt x="4000" y="4533"/>
                    <a:pt x="3997" y="4523"/>
                  </a:cubicBezTo>
                  <a:cubicBezTo>
                    <a:pt x="3993" y="4513"/>
                    <a:pt x="3989" y="4502"/>
                    <a:pt x="3986" y="4491"/>
                  </a:cubicBezTo>
                  <a:cubicBezTo>
                    <a:pt x="3907" y="4176"/>
                    <a:pt x="3927" y="3904"/>
                    <a:pt x="4049" y="3659"/>
                  </a:cubicBezTo>
                  <a:cubicBezTo>
                    <a:pt x="4068" y="3620"/>
                    <a:pt x="4092" y="3576"/>
                    <a:pt x="4132" y="3540"/>
                  </a:cubicBezTo>
                  <a:cubicBezTo>
                    <a:pt x="4139" y="3534"/>
                    <a:pt x="4148" y="3529"/>
                    <a:pt x="4158" y="3527"/>
                  </a:cubicBezTo>
                  <a:cubicBezTo>
                    <a:pt x="4171" y="3524"/>
                    <a:pt x="4186" y="3525"/>
                    <a:pt x="4199" y="3532"/>
                  </a:cubicBezTo>
                  <a:cubicBezTo>
                    <a:pt x="4220" y="3543"/>
                    <a:pt x="4233" y="3566"/>
                    <a:pt x="4231" y="3590"/>
                  </a:cubicBezTo>
                  <a:cubicBezTo>
                    <a:pt x="4173" y="4248"/>
                    <a:pt x="4267" y="4435"/>
                    <a:pt x="4328" y="4488"/>
                  </a:cubicBezTo>
                  <a:cubicBezTo>
                    <a:pt x="4354" y="4511"/>
                    <a:pt x="4384" y="4518"/>
                    <a:pt x="4422" y="4509"/>
                  </a:cubicBezTo>
                  <a:cubicBezTo>
                    <a:pt x="4493" y="4492"/>
                    <a:pt x="4564" y="4425"/>
                    <a:pt x="4576" y="4407"/>
                  </a:cubicBezTo>
                  <a:cubicBezTo>
                    <a:pt x="4633" y="4309"/>
                    <a:pt x="4673" y="4215"/>
                    <a:pt x="4699" y="4126"/>
                  </a:cubicBezTo>
                  <a:cubicBezTo>
                    <a:pt x="4696" y="4063"/>
                    <a:pt x="4688" y="4000"/>
                    <a:pt x="4675" y="3936"/>
                  </a:cubicBezTo>
                  <a:cubicBezTo>
                    <a:pt x="4629" y="3710"/>
                    <a:pt x="4505" y="3523"/>
                    <a:pt x="4347" y="3358"/>
                  </a:cubicBezTo>
                  <a:cubicBezTo>
                    <a:pt x="4294" y="3304"/>
                    <a:pt x="4242" y="3248"/>
                    <a:pt x="4188" y="3195"/>
                  </a:cubicBezTo>
                  <a:cubicBezTo>
                    <a:pt x="4144" y="3152"/>
                    <a:pt x="4153" y="3124"/>
                    <a:pt x="4210" y="3108"/>
                  </a:cubicBezTo>
                  <a:cubicBezTo>
                    <a:pt x="4239" y="3100"/>
                    <a:pt x="4270" y="3093"/>
                    <a:pt x="4300" y="3086"/>
                  </a:cubicBezTo>
                  <a:lnTo>
                    <a:pt x="4481" y="3044"/>
                  </a:lnTo>
                  <a:cubicBezTo>
                    <a:pt x="4359" y="2896"/>
                    <a:pt x="4192" y="2834"/>
                    <a:pt x="4021" y="2874"/>
                  </a:cubicBezTo>
                  <a:cubicBezTo>
                    <a:pt x="3882" y="2906"/>
                    <a:pt x="3762" y="3005"/>
                    <a:pt x="3699" y="3136"/>
                  </a:cubicBezTo>
                  <a:cubicBezTo>
                    <a:pt x="3613" y="3318"/>
                    <a:pt x="3570" y="3527"/>
                    <a:pt x="3566" y="3794"/>
                  </a:cubicBezTo>
                  <a:cubicBezTo>
                    <a:pt x="3565" y="3876"/>
                    <a:pt x="3567" y="3957"/>
                    <a:pt x="3568" y="4044"/>
                  </a:cubicBezTo>
                  <a:cubicBezTo>
                    <a:pt x="3569" y="4085"/>
                    <a:pt x="3570" y="4128"/>
                    <a:pt x="3571" y="4172"/>
                  </a:cubicBezTo>
                  <a:cubicBezTo>
                    <a:pt x="3571" y="4200"/>
                    <a:pt x="3552" y="4225"/>
                    <a:pt x="3525" y="4231"/>
                  </a:cubicBezTo>
                  <a:cubicBezTo>
                    <a:pt x="3523" y="4231"/>
                    <a:pt x="3521" y="4232"/>
                    <a:pt x="3519" y="4232"/>
                  </a:cubicBezTo>
                  <a:cubicBezTo>
                    <a:pt x="3488" y="4236"/>
                    <a:pt x="3460" y="4216"/>
                    <a:pt x="3453" y="4186"/>
                  </a:cubicBezTo>
                  <a:cubicBezTo>
                    <a:pt x="3403" y="3972"/>
                    <a:pt x="3387" y="3594"/>
                    <a:pt x="3419" y="3378"/>
                  </a:cubicBezTo>
                  <a:cubicBezTo>
                    <a:pt x="3446" y="3194"/>
                    <a:pt x="3509" y="3038"/>
                    <a:pt x="3611" y="2901"/>
                  </a:cubicBezTo>
                  <a:cubicBezTo>
                    <a:pt x="3702" y="2780"/>
                    <a:pt x="3835" y="2693"/>
                    <a:pt x="3986" y="2658"/>
                  </a:cubicBezTo>
                  <a:cubicBezTo>
                    <a:pt x="4085" y="2635"/>
                    <a:pt x="4189" y="2635"/>
                    <a:pt x="4287" y="2659"/>
                  </a:cubicBezTo>
                  <a:cubicBezTo>
                    <a:pt x="4342" y="2673"/>
                    <a:pt x="4392" y="2694"/>
                    <a:pt x="4440" y="2716"/>
                  </a:cubicBezTo>
                  <a:cubicBezTo>
                    <a:pt x="4447" y="2401"/>
                    <a:pt x="4207" y="2183"/>
                    <a:pt x="3977" y="2112"/>
                  </a:cubicBezTo>
                  <a:cubicBezTo>
                    <a:pt x="3938" y="2100"/>
                    <a:pt x="3901" y="2098"/>
                    <a:pt x="3868" y="2105"/>
                  </a:cubicBezTo>
                  <a:cubicBezTo>
                    <a:pt x="3836" y="2113"/>
                    <a:pt x="3805" y="2130"/>
                    <a:pt x="3776" y="2157"/>
                  </a:cubicBezTo>
                  <a:cubicBezTo>
                    <a:pt x="3722" y="2208"/>
                    <a:pt x="3681" y="2258"/>
                    <a:pt x="3653" y="2310"/>
                  </a:cubicBezTo>
                  <a:cubicBezTo>
                    <a:pt x="3608" y="2392"/>
                    <a:pt x="3567" y="2477"/>
                    <a:pt x="3528" y="2557"/>
                  </a:cubicBezTo>
                  <a:cubicBezTo>
                    <a:pt x="3441" y="2735"/>
                    <a:pt x="3339" y="2830"/>
                    <a:pt x="3195" y="2864"/>
                  </a:cubicBezTo>
                  <a:cubicBezTo>
                    <a:pt x="3129" y="2879"/>
                    <a:pt x="3054" y="2882"/>
                    <a:pt x="2963" y="2872"/>
                  </a:cubicBezTo>
                  <a:cubicBezTo>
                    <a:pt x="2908" y="2866"/>
                    <a:pt x="2855" y="2854"/>
                    <a:pt x="2803" y="2841"/>
                  </a:cubicBezTo>
                  <a:cubicBezTo>
                    <a:pt x="2785" y="2837"/>
                    <a:pt x="2768" y="2833"/>
                    <a:pt x="2750" y="2829"/>
                  </a:cubicBezTo>
                  <a:cubicBezTo>
                    <a:pt x="2693" y="2817"/>
                    <a:pt x="2642" y="2816"/>
                    <a:pt x="2593" y="2827"/>
                  </a:cubicBezTo>
                  <a:cubicBezTo>
                    <a:pt x="2540" y="2840"/>
                    <a:pt x="2490" y="2866"/>
                    <a:pt x="2442" y="2909"/>
                  </a:cubicBezTo>
                  <a:cubicBezTo>
                    <a:pt x="2390" y="2956"/>
                    <a:pt x="2344" y="3015"/>
                    <a:pt x="2300" y="3093"/>
                  </a:cubicBezTo>
                  <a:cubicBezTo>
                    <a:pt x="2275" y="3138"/>
                    <a:pt x="2254" y="3184"/>
                    <a:pt x="2233" y="3233"/>
                  </a:cubicBezTo>
                  <a:cubicBezTo>
                    <a:pt x="2219" y="3262"/>
                    <a:pt x="2206" y="3292"/>
                    <a:pt x="2192" y="3320"/>
                  </a:cubicBezTo>
                  <a:cubicBezTo>
                    <a:pt x="2184" y="3337"/>
                    <a:pt x="2169" y="3348"/>
                    <a:pt x="2152" y="3352"/>
                  </a:cubicBezTo>
                  <a:cubicBezTo>
                    <a:pt x="2141" y="3355"/>
                    <a:pt x="2130" y="3355"/>
                    <a:pt x="2120" y="3351"/>
                  </a:cubicBezTo>
                  <a:cubicBezTo>
                    <a:pt x="2092" y="3342"/>
                    <a:pt x="2074" y="3313"/>
                    <a:pt x="2079" y="3284"/>
                  </a:cubicBezTo>
                  <a:cubicBezTo>
                    <a:pt x="2099" y="3171"/>
                    <a:pt x="2141" y="3059"/>
                    <a:pt x="2208" y="2940"/>
                  </a:cubicBezTo>
                  <a:cubicBezTo>
                    <a:pt x="2304" y="2769"/>
                    <a:pt x="2425" y="2668"/>
                    <a:pt x="2579" y="2632"/>
                  </a:cubicBezTo>
                  <a:cubicBezTo>
                    <a:pt x="2608" y="2625"/>
                    <a:pt x="2639" y="2621"/>
                    <a:pt x="2671" y="2619"/>
                  </a:cubicBezTo>
                  <a:cubicBezTo>
                    <a:pt x="2715" y="2431"/>
                    <a:pt x="2750" y="2210"/>
                    <a:pt x="2693" y="1983"/>
                  </a:cubicBezTo>
                  <a:cubicBezTo>
                    <a:pt x="2659" y="1845"/>
                    <a:pt x="2588" y="1758"/>
                    <a:pt x="2475" y="1717"/>
                  </a:cubicBezTo>
                  <a:cubicBezTo>
                    <a:pt x="2416" y="1696"/>
                    <a:pt x="2361" y="1692"/>
                    <a:pt x="2305" y="1705"/>
                  </a:cubicBezTo>
                  <a:cubicBezTo>
                    <a:pt x="2241" y="1720"/>
                    <a:pt x="2177" y="1756"/>
                    <a:pt x="2104" y="1821"/>
                  </a:cubicBezTo>
                  <a:cubicBezTo>
                    <a:pt x="2033" y="1883"/>
                    <a:pt x="1974" y="1960"/>
                    <a:pt x="1924" y="2027"/>
                  </a:cubicBezTo>
                  <a:cubicBezTo>
                    <a:pt x="1916" y="2039"/>
                    <a:pt x="1903" y="2047"/>
                    <a:pt x="1890" y="2050"/>
                  </a:cubicBezTo>
                  <a:cubicBezTo>
                    <a:pt x="1876" y="2053"/>
                    <a:pt x="1861" y="2051"/>
                    <a:pt x="1848" y="2044"/>
                  </a:cubicBezTo>
                  <a:cubicBezTo>
                    <a:pt x="1822" y="2030"/>
                    <a:pt x="1810" y="1998"/>
                    <a:pt x="1820" y="1971"/>
                  </a:cubicBezTo>
                  <a:cubicBezTo>
                    <a:pt x="1867" y="1847"/>
                    <a:pt x="1941" y="1737"/>
                    <a:pt x="2042" y="1646"/>
                  </a:cubicBezTo>
                  <a:cubicBezTo>
                    <a:pt x="2070" y="1620"/>
                    <a:pt x="2173" y="1555"/>
                    <a:pt x="2299" y="1526"/>
                  </a:cubicBezTo>
                  <a:cubicBezTo>
                    <a:pt x="2406" y="1501"/>
                    <a:pt x="2509" y="1506"/>
                    <a:pt x="2603" y="1540"/>
                  </a:cubicBezTo>
                  <a:cubicBezTo>
                    <a:pt x="2779" y="1605"/>
                    <a:pt x="2893" y="1752"/>
                    <a:pt x="2932" y="1962"/>
                  </a:cubicBezTo>
                  <a:cubicBezTo>
                    <a:pt x="2971" y="2168"/>
                    <a:pt x="2965" y="2380"/>
                    <a:pt x="2915" y="2611"/>
                  </a:cubicBezTo>
                  <a:cubicBezTo>
                    <a:pt x="2915" y="2615"/>
                    <a:pt x="2914" y="2618"/>
                    <a:pt x="2913" y="2622"/>
                  </a:cubicBezTo>
                  <a:cubicBezTo>
                    <a:pt x="2915" y="2622"/>
                    <a:pt x="2917" y="2622"/>
                    <a:pt x="2919" y="2623"/>
                  </a:cubicBezTo>
                  <a:cubicBezTo>
                    <a:pt x="2961" y="2630"/>
                    <a:pt x="3004" y="2637"/>
                    <a:pt x="3045" y="2641"/>
                  </a:cubicBezTo>
                  <a:cubicBezTo>
                    <a:pt x="3084" y="2645"/>
                    <a:pt x="3119" y="2643"/>
                    <a:pt x="3151" y="2636"/>
                  </a:cubicBezTo>
                  <a:cubicBezTo>
                    <a:pt x="3225" y="2618"/>
                    <a:pt x="3281" y="2570"/>
                    <a:pt x="3320" y="2488"/>
                  </a:cubicBezTo>
                  <a:cubicBezTo>
                    <a:pt x="3341" y="2446"/>
                    <a:pt x="3360" y="2402"/>
                    <a:pt x="3379" y="2359"/>
                  </a:cubicBezTo>
                  <a:lnTo>
                    <a:pt x="3389" y="2335"/>
                  </a:lnTo>
                  <a:cubicBezTo>
                    <a:pt x="3431" y="2237"/>
                    <a:pt x="3493" y="2111"/>
                    <a:pt x="3592" y="2005"/>
                  </a:cubicBezTo>
                  <a:cubicBezTo>
                    <a:pt x="3673" y="1920"/>
                    <a:pt x="3758" y="1867"/>
                    <a:pt x="3854" y="1845"/>
                  </a:cubicBezTo>
                  <a:cubicBezTo>
                    <a:pt x="3907" y="1832"/>
                    <a:pt x="3963" y="1829"/>
                    <a:pt x="4020" y="1836"/>
                  </a:cubicBezTo>
                  <a:cubicBezTo>
                    <a:pt x="4019" y="1830"/>
                    <a:pt x="4019" y="1823"/>
                    <a:pt x="4018" y="1816"/>
                  </a:cubicBezTo>
                  <a:cubicBezTo>
                    <a:pt x="4017" y="1805"/>
                    <a:pt x="4016" y="1794"/>
                    <a:pt x="4015" y="1783"/>
                  </a:cubicBezTo>
                  <a:cubicBezTo>
                    <a:pt x="3994" y="1477"/>
                    <a:pt x="3852" y="1273"/>
                    <a:pt x="3581" y="1159"/>
                  </a:cubicBezTo>
                  <a:cubicBezTo>
                    <a:pt x="3525" y="1136"/>
                    <a:pt x="3471" y="1130"/>
                    <a:pt x="3416" y="1142"/>
                  </a:cubicBezTo>
                  <a:lnTo>
                    <a:pt x="3402" y="1145"/>
                  </a:lnTo>
                  <a:cubicBezTo>
                    <a:pt x="3329" y="1162"/>
                    <a:pt x="3255" y="1191"/>
                    <a:pt x="3167" y="1236"/>
                  </a:cubicBezTo>
                  <a:cubicBezTo>
                    <a:pt x="3162" y="1238"/>
                    <a:pt x="3157" y="1240"/>
                    <a:pt x="3153" y="1241"/>
                  </a:cubicBezTo>
                  <a:cubicBezTo>
                    <a:pt x="3133" y="1246"/>
                    <a:pt x="3112" y="1240"/>
                    <a:pt x="3097" y="1225"/>
                  </a:cubicBezTo>
                  <a:cubicBezTo>
                    <a:pt x="3079" y="1208"/>
                    <a:pt x="3074" y="1180"/>
                    <a:pt x="3086" y="1156"/>
                  </a:cubicBezTo>
                  <a:cubicBezTo>
                    <a:pt x="3154" y="1021"/>
                    <a:pt x="3260" y="966"/>
                    <a:pt x="3440" y="920"/>
                  </a:cubicBezTo>
                  <a:cubicBezTo>
                    <a:pt x="3423" y="777"/>
                    <a:pt x="3326" y="649"/>
                    <a:pt x="3192" y="598"/>
                  </a:cubicBezTo>
                  <a:cubicBezTo>
                    <a:pt x="3115" y="569"/>
                    <a:pt x="3038" y="559"/>
                    <a:pt x="2964" y="568"/>
                  </a:cubicBezTo>
                  <a:cubicBezTo>
                    <a:pt x="2884" y="578"/>
                    <a:pt x="2834" y="548"/>
                    <a:pt x="2803" y="473"/>
                  </a:cubicBezTo>
                  <a:cubicBezTo>
                    <a:pt x="2742" y="326"/>
                    <a:pt x="2665" y="214"/>
                    <a:pt x="2567" y="132"/>
                  </a:cubicBezTo>
                  <a:cubicBezTo>
                    <a:pt x="2433" y="19"/>
                    <a:pt x="2286" y="-22"/>
                    <a:pt x="2142" y="11"/>
                  </a:cubicBezTo>
                  <a:cubicBezTo>
                    <a:pt x="2119" y="16"/>
                    <a:pt x="2096" y="24"/>
                    <a:pt x="2073" y="33"/>
                  </a:cubicBezTo>
                  <a:cubicBezTo>
                    <a:pt x="1965" y="77"/>
                    <a:pt x="1878" y="141"/>
                    <a:pt x="1815" y="225"/>
                  </a:cubicBezTo>
                  <a:cubicBezTo>
                    <a:pt x="1752" y="308"/>
                    <a:pt x="1713" y="411"/>
                    <a:pt x="1699" y="530"/>
                  </a:cubicBezTo>
                  <a:lnTo>
                    <a:pt x="1699" y="530"/>
                  </a:lnTo>
                  <a:cubicBezTo>
                    <a:pt x="1705" y="585"/>
                    <a:pt x="1672" y="608"/>
                    <a:pt x="1653" y="616"/>
                  </a:cubicBezTo>
                  <a:cubicBezTo>
                    <a:pt x="1649" y="618"/>
                    <a:pt x="1645" y="619"/>
                    <a:pt x="1641" y="620"/>
                  </a:cubicBezTo>
                  <a:cubicBezTo>
                    <a:pt x="1634" y="622"/>
                    <a:pt x="1627" y="622"/>
                    <a:pt x="1619" y="621"/>
                  </a:cubicBezTo>
                  <a:cubicBezTo>
                    <a:pt x="1624" y="650"/>
                    <a:pt x="1629" y="679"/>
                    <a:pt x="1633" y="710"/>
                  </a:cubicBezTo>
                  <a:cubicBezTo>
                    <a:pt x="1640" y="771"/>
                    <a:pt x="1643" y="831"/>
                    <a:pt x="1643" y="891"/>
                  </a:cubicBezTo>
                  <a:cubicBezTo>
                    <a:pt x="1683" y="908"/>
                    <a:pt x="1720" y="929"/>
                    <a:pt x="1756" y="955"/>
                  </a:cubicBezTo>
                  <a:cubicBezTo>
                    <a:pt x="1883" y="1043"/>
                    <a:pt x="1948" y="1239"/>
                    <a:pt x="1940" y="1281"/>
                  </a:cubicBezTo>
                  <a:cubicBezTo>
                    <a:pt x="1935" y="1304"/>
                    <a:pt x="1917" y="1323"/>
                    <a:pt x="1895" y="1329"/>
                  </a:cubicBezTo>
                  <a:cubicBezTo>
                    <a:pt x="1873" y="1334"/>
                    <a:pt x="1850" y="1327"/>
                    <a:pt x="1836" y="1310"/>
                  </a:cubicBezTo>
                  <a:cubicBezTo>
                    <a:pt x="1768" y="1234"/>
                    <a:pt x="1697" y="1177"/>
                    <a:pt x="1620" y="1141"/>
                  </a:cubicBezTo>
                  <a:cubicBezTo>
                    <a:pt x="1517" y="1731"/>
                    <a:pt x="1065" y="2245"/>
                    <a:pt x="469" y="2389"/>
                  </a:cubicBezTo>
                  <a:cubicBezTo>
                    <a:pt x="337" y="2421"/>
                    <a:pt x="205" y="2445"/>
                    <a:pt x="70" y="2443"/>
                  </a:cubicBezTo>
                  <a:cubicBezTo>
                    <a:pt x="37" y="2442"/>
                    <a:pt x="12" y="2445"/>
                    <a:pt x="0" y="2461"/>
                  </a:cubicBezTo>
                  <a:cubicBezTo>
                    <a:pt x="12" y="2492"/>
                    <a:pt x="24" y="2524"/>
                    <a:pt x="38" y="2556"/>
                  </a:cubicBezTo>
                  <a:cubicBezTo>
                    <a:pt x="44" y="2569"/>
                    <a:pt x="49" y="2581"/>
                    <a:pt x="54" y="2594"/>
                  </a:cubicBezTo>
                  <a:cubicBezTo>
                    <a:pt x="68" y="2627"/>
                    <a:pt x="81" y="2659"/>
                    <a:pt x="96" y="2691"/>
                  </a:cubicBezTo>
                  <a:cubicBezTo>
                    <a:pt x="172" y="2626"/>
                    <a:pt x="245" y="2586"/>
                    <a:pt x="312" y="2570"/>
                  </a:cubicBezTo>
                  <a:cubicBezTo>
                    <a:pt x="379" y="2554"/>
                    <a:pt x="440" y="2564"/>
                    <a:pt x="490" y="2597"/>
                  </a:cubicBezTo>
                  <a:cubicBezTo>
                    <a:pt x="509" y="2610"/>
                    <a:pt x="519" y="2633"/>
                    <a:pt x="516" y="2656"/>
                  </a:cubicBezTo>
                  <a:cubicBezTo>
                    <a:pt x="512" y="2678"/>
                    <a:pt x="496" y="2697"/>
                    <a:pt x="474" y="2704"/>
                  </a:cubicBezTo>
                  <a:cubicBezTo>
                    <a:pt x="280" y="2763"/>
                    <a:pt x="164" y="2895"/>
                    <a:pt x="130" y="3095"/>
                  </a:cubicBezTo>
                  <a:cubicBezTo>
                    <a:pt x="194" y="3369"/>
                    <a:pt x="258" y="3643"/>
                    <a:pt x="320" y="39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1" name="Google Shape;301;p21"/>
          <p:cNvSpPr txBox="1">
            <a:spLocks noGrp="1"/>
          </p:cNvSpPr>
          <p:nvPr>
            <p:ph type="subTitle" idx="1"/>
          </p:nvPr>
        </p:nvSpPr>
        <p:spPr>
          <a:xfrm>
            <a:off x="6592067" y="2985765"/>
            <a:ext cx="4547200" cy="25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2" name="Google Shape;302;p21"/>
          <p:cNvSpPr txBox="1">
            <a:spLocks noGrp="1"/>
          </p:cNvSpPr>
          <p:nvPr>
            <p:ph type="subTitle" idx="2"/>
          </p:nvPr>
        </p:nvSpPr>
        <p:spPr>
          <a:xfrm>
            <a:off x="1482667" y="2985767"/>
            <a:ext cx="45472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3" name="Google Shape;303;p21"/>
          <p:cNvSpPr txBox="1">
            <a:spLocks noGrp="1"/>
          </p:cNvSpPr>
          <p:nvPr>
            <p:ph type="subTitle" idx="3"/>
          </p:nvPr>
        </p:nvSpPr>
        <p:spPr>
          <a:xfrm>
            <a:off x="1482665" y="2224600"/>
            <a:ext cx="4547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 b="1">
                <a:solidFill>
                  <a:schemeClr val="lt1"/>
                </a:solidFill>
                <a:latin typeface="Montagu Slab"/>
                <a:ea typeface="Montagu Slab"/>
                <a:cs typeface="Montagu Slab"/>
                <a:sym typeface="Montagu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4" name="Google Shape;304;p21"/>
          <p:cNvSpPr txBox="1">
            <a:spLocks noGrp="1"/>
          </p:cNvSpPr>
          <p:nvPr>
            <p:ph type="subTitle" idx="4"/>
          </p:nvPr>
        </p:nvSpPr>
        <p:spPr>
          <a:xfrm>
            <a:off x="6592071" y="2224600"/>
            <a:ext cx="4547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 b="1">
                <a:solidFill>
                  <a:schemeClr val="lt1"/>
                </a:solidFill>
                <a:latin typeface="Montagu Slab"/>
                <a:ea typeface="Montagu Slab"/>
                <a:cs typeface="Montagu Slab"/>
                <a:sym typeface="Montagu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5" name="Google Shape;305;p21"/>
          <p:cNvSpPr txBox="1">
            <a:spLocks noGrp="1"/>
          </p:cNvSpPr>
          <p:nvPr>
            <p:ph type="title"/>
          </p:nvPr>
        </p:nvSpPr>
        <p:spPr>
          <a:xfrm>
            <a:off x="2021433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2900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"/>
          <p:cNvSpPr/>
          <p:nvPr/>
        </p:nvSpPr>
        <p:spPr>
          <a:xfrm rot="-7200640">
            <a:off x="912079" y="5923078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2"/>
          <p:cNvSpPr/>
          <p:nvPr/>
        </p:nvSpPr>
        <p:spPr>
          <a:xfrm rot="-3600628">
            <a:off x="10807717" y="4841186"/>
            <a:ext cx="1904721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2"/>
          <p:cNvSpPr txBox="1">
            <a:spLocks noGrp="1"/>
          </p:cNvSpPr>
          <p:nvPr>
            <p:ph type="body" idx="1"/>
          </p:nvPr>
        </p:nvSpPr>
        <p:spPr>
          <a:xfrm>
            <a:off x="960000" y="2388033"/>
            <a:ext cx="5134800" cy="3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itter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0" name="Google Shape;310;p22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1" name="Google Shape;311;p22"/>
          <p:cNvSpPr txBox="1">
            <a:spLocks noGrp="1"/>
          </p:cNvSpPr>
          <p:nvPr>
            <p:ph type="body" idx="2"/>
          </p:nvPr>
        </p:nvSpPr>
        <p:spPr>
          <a:xfrm>
            <a:off x="6094800" y="2388033"/>
            <a:ext cx="5134800" cy="3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itter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04205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5">
  <p:cSld name="Title and two columns 5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"/>
          <p:cNvSpPr/>
          <p:nvPr/>
        </p:nvSpPr>
        <p:spPr>
          <a:xfrm rot="-3600628">
            <a:off x="8925217" y="5909087"/>
            <a:ext cx="1904721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3"/>
          <p:cNvSpPr txBox="1">
            <a:spLocks noGrp="1"/>
          </p:cNvSpPr>
          <p:nvPr>
            <p:ph type="body" idx="1"/>
          </p:nvPr>
        </p:nvSpPr>
        <p:spPr>
          <a:xfrm>
            <a:off x="960000" y="2388033"/>
            <a:ext cx="5134800" cy="3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itter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5" name="Google Shape;315;p2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6" name="Google Shape;316;p23"/>
          <p:cNvSpPr txBox="1">
            <a:spLocks noGrp="1"/>
          </p:cNvSpPr>
          <p:nvPr>
            <p:ph type="body" idx="2"/>
          </p:nvPr>
        </p:nvSpPr>
        <p:spPr>
          <a:xfrm>
            <a:off x="6094800" y="2388033"/>
            <a:ext cx="5134800" cy="3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itter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3841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24"/>
          <p:cNvGrpSpPr/>
          <p:nvPr/>
        </p:nvGrpSpPr>
        <p:grpSpPr>
          <a:xfrm rot="3600895">
            <a:off x="7181871" y="5559724"/>
            <a:ext cx="1904077" cy="1157887"/>
            <a:chOff x="4949280" y="2561760"/>
            <a:chExt cx="3684600" cy="2240640"/>
          </a:xfrm>
        </p:grpSpPr>
        <p:sp>
          <p:nvSpPr>
            <p:cNvPr id="319" name="Google Shape;319;p24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24"/>
          <p:cNvSpPr/>
          <p:nvPr/>
        </p:nvSpPr>
        <p:spPr>
          <a:xfrm rot="-10799916">
            <a:off x="10437931" y="5308760"/>
            <a:ext cx="1754059" cy="1549211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4"/>
          <p:cNvSpPr/>
          <p:nvPr/>
        </p:nvSpPr>
        <p:spPr>
          <a:xfrm rot="-2700653">
            <a:off x="10835944" y="-62103"/>
            <a:ext cx="1904720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4"/>
          <p:cNvSpPr/>
          <p:nvPr/>
        </p:nvSpPr>
        <p:spPr>
          <a:xfrm rot="-10799969">
            <a:off x="-203201" y="2380495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4"/>
          <p:cNvSpPr txBox="1">
            <a:spLocks noGrp="1"/>
          </p:cNvSpPr>
          <p:nvPr>
            <p:ph type="subTitle" idx="1"/>
          </p:nvPr>
        </p:nvSpPr>
        <p:spPr>
          <a:xfrm>
            <a:off x="1052567" y="2814064"/>
            <a:ext cx="41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1" name="Google Shape;331;p24"/>
          <p:cNvSpPr txBox="1">
            <a:spLocks noGrp="1"/>
          </p:cNvSpPr>
          <p:nvPr>
            <p:ph type="subTitle" idx="2"/>
          </p:nvPr>
        </p:nvSpPr>
        <p:spPr>
          <a:xfrm>
            <a:off x="6009768" y="2814064"/>
            <a:ext cx="41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24"/>
          <p:cNvSpPr txBox="1">
            <a:spLocks noGrp="1"/>
          </p:cNvSpPr>
          <p:nvPr>
            <p:ph type="subTitle" idx="3"/>
          </p:nvPr>
        </p:nvSpPr>
        <p:spPr>
          <a:xfrm>
            <a:off x="1052567" y="4625723"/>
            <a:ext cx="41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3" name="Google Shape;333;p24"/>
          <p:cNvSpPr txBox="1">
            <a:spLocks noGrp="1"/>
          </p:cNvSpPr>
          <p:nvPr>
            <p:ph type="subTitle" idx="4"/>
          </p:nvPr>
        </p:nvSpPr>
        <p:spPr>
          <a:xfrm>
            <a:off x="1052567" y="2303299"/>
            <a:ext cx="41608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24"/>
          <p:cNvSpPr txBox="1">
            <a:spLocks noGrp="1"/>
          </p:cNvSpPr>
          <p:nvPr>
            <p:ph type="subTitle" idx="5"/>
          </p:nvPr>
        </p:nvSpPr>
        <p:spPr>
          <a:xfrm>
            <a:off x="6009773" y="2303299"/>
            <a:ext cx="41608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5" name="Google Shape;335;p24"/>
          <p:cNvSpPr txBox="1">
            <a:spLocks noGrp="1"/>
          </p:cNvSpPr>
          <p:nvPr>
            <p:ph type="subTitle" idx="6"/>
          </p:nvPr>
        </p:nvSpPr>
        <p:spPr>
          <a:xfrm>
            <a:off x="1052567" y="4114960"/>
            <a:ext cx="41608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2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67189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25"/>
          <p:cNvGrpSpPr/>
          <p:nvPr/>
        </p:nvGrpSpPr>
        <p:grpSpPr>
          <a:xfrm rot="8999906">
            <a:off x="481542" y="2750483"/>
            <a:ext cx="1267615" cy="1716179"/>
            <a:chOff x="5976360" y="-1347840"/>
            <a:chExt cx="2682720" cy="3632040"/>
          </a:xfrm>
        </p:grpSpPr>
        <p:sp>
          <p:nvSpPr>
            <p:cNvPr id="339" name="Google Shape;339;p25"/>
            <p:cNvSpPr/>
            <p:nvPr/>
          </p:nvSpPr>
          <p:spPr>
            <a:xfrm>
              <a:off x="5976360" y="-1347840"/>
              <a:ext cx="2682720" cy="3632040"/>
            </a:xfrm>
            <a:custGeom>
              <a:avLst/>
              <a:gdLst/>
              <a:ahLst/>
              <a:cxnLst/>
              <a:rect l="l" t="t" r="r" b="b"/>
              <a:pathLst>
                <a:path w="7452" h="10089" extrusionOk="0">
                  <a:moveTo>
                    <a:pt x="1188" y="7886"/>
                  </a:moveTo>
                  <a:cubicBezTo>
                    <a:pt x="1252" y="8160"/>
                    <a:pt x="1316" y="8434"/>
                    <a:pt x="1378" y="8708"/>
                  </a:cubicBezTo>
                  <a:cubicBezTo>
                    <a:pt x="1401" y="8810"/>
                    <a:pt x="1464" y="8786"/>
                    <a:pt x="1529" y="8770"/>
                  </a:cubicBezTo>
                  <a:lnTo>
                    <a:pt x="2318" y="8586"/>
                  </a:lnTo>
                  <a:cubicBezTo>
                    <a:pt x="2711" y="8495"/>
                    <a:pt x="3102" y="8403"/>
                    <a:pt x="3496" y="8312"/>
                  </a:cubicBezTo>
                  <a:cubicBezTo>
                    <a:pt x="3547" y="8301"/>
                    <a:pt x="3611" y="8258"/>
                    <a:pt x="3651" y="8306"/>
                  </a:cubicBezTo>
                  <a:cubicBezTo>
                    <a:pt x="3685" y="8346"/>
                    <a:pt x="3639" y="8404"/>
                    <a:pt x="3624" y="8452"/>
                  </a:cubicBezTo>
                  <a:cubicBezTo>
                    <a:pt x="3557" y="8667"/>
                    <a:pt x="3503" y="8881"/>
                    <a:pt x="3529" y="9112"/>
                  </a:cubicBezTo>
                  <a:cubicBezTo>
                    <a:pt x="3536" y="9176"/>
                    <a:pt x="3549" y="9238"/>
                    <a:pt x="3568" y="9299"/>
                  </a:cubicBezTo>
                  <a:cubicBezTo>
                    <a:pt x="3595" y="9386"/>
                    <a:pt x="3633" y="9469"/>
                    <a:pt x="3681" y="9547"/>
                  </a:cubicBezTo>
                  <a:cubicBezTo>
                    <a:pt x="3718" y="9607"/>
                    <a:pt x="3762" y="9665"/>
                    <a:pt x="3811" y="9717"/>
                  </a:cubicBezTo>
                  <a:cubicBezTo>
                    <a:pt x="3874" y="9787"/>
                    <a:pt x="3947" y="9849"/>
                    <a:pt x="4026" y="9902"/>
                  </a:cubicBezTo>
                  <a:cubicBezTo>
                    <a:pt x="4225" y="10035"/>
                    <a:pt x="4466" y="10106"/>
                    <a:pt x="4712" y="10085"/>
                  </a:cubicBezTo>
                  <a:cubicBezTo>
                    <a:pt x="4718" y="10085"/>
                    <a:pt x="4724" y="10084"/>
                    <a:pt x="4730" y="10084"/>
                  </a:cubicBezTo>
                  <a:cubicBezTo>
                    <a:pt x="4797" y="10077"/>
                    <a:pt x="4862" y="10065"/>
                    <a:pt x="4925" y="10048"/>
                  </a:cubicBezTo>
                  <a:cubicBezTo>
                    <a:pt x="5175" y="9980"/>
                    <a:pt x="5385" y="9833"/>
                    <a:pt x="5532" y="9638"/>
                  </a:cubicBezTo>
                  <a:cubicBezTo>
                    <a:pt x="5684" y="9437"/>
                    <a:pt x="5767" y="9185"/>
                    <a:pt x="5757" y="8917"/>
                  </a:cubicBezTo>
                  <a:cubicBezTo>
                    <a:pt x="5754" y="8854"/>
                    <a:pt x="5746" y="8791"/>
                    <a:pt x="5733" y="8727"/>
                  </a:cubicBezTo>
                  <a:cubicBezTo>
                    <a:pt x="5687" y="8501"/>
                    <a:pt x="5563" y="8314"/>
                    <a:pt x="5405" y="8149"/>
                  </a:cubicBezTo>
                  <a:cubicBezTo>
                    <a:pt x="5352" y="8095"/>
                    <a:pt x="5300" y="8039"/>
                    <a:pt x="5246" y="7986"/>
                  </a:cubicBezTo>
                  <a:cubicBezTo>
                    <a:pt x="5202" y="7943"/>
                    <a:pt x="5211" y="7915"/>
                    <a:pt x="5268" y="7899"/>
                  </a:cubicBezTo>
                  <a:cubicBezTo>
                    <a:pt x="5297" y="7891"/>
                    <a:pt x="5328" y="7884"/>
                    <a:pt x="5359" y="7877"/>
                  </a:cubicBezTo>
                  <a:lnTo>
                    <a:pt x="5539" y="7835"/>
                  </a:lnTo>
                  <a:cubicBezTo>
                    <a:pt x="5635" y="7812"/>
                    <a:pt x="5730" y="7790"/>
                    <a:pt x="5826" y="7768"/>
                  </a:cubicBezTo>
                  <a:cubicBezTo>
                    <a:pt x="6326" y="7651"/>
                    <a:pt x="6826" y="7534"/>
                    <a:pt x="7326" y="7417"/>
                  </a:cubicBezTo>
                  <a:cubicBezTo>
                    <a:pt x="7466" y="7384"/>
                    <a:pt x="7467" y="7384"/>
                    <a:pt x="7435" y="7244"/>
                  </a:cubicBezTo>
                  <a:cubicBezTo>
                    <a:pt x="7328" y="6787"/>
                    <a:pt x="7219" y="6330"/>
                    <a:pt x="7116" y="5872"/>
                  </a:cubicBezTo>
                  <a:cubicBezTo>
                    <a:pt x="7095" y="5776"/>
                    <a:pt x="7063" y="5766"/>
                    <a:pt x="6976" y="5806"/>
                  </a:cubicBezTo>
                  <a:cubicBezTo>
                    <a:pt x="6136" y="6200"/>
                    <a:pt x="5136" y="5787"/>
                    <a:pt x="4832" y="4909"/>
                  </a:cubicBezTo>
                  <a:cubicBezTo>
                    <a:pt x="4536" y="4053"/>
                    <a:pt x="5007" y="3167"/>
                    <a:pt x="5830" y="2907"/>
                  </a:cubicBezTo>
                  <a:cubicBezTo>
                    <a:pt x="5987" y="2857"/>
                    <a:pt x="6146" y="2835"/>
                    <a:pt x="6308" y="2830"/>
                  </a:cubicBezTo>
                  <a:cubicBezTo>
                    <a:pt x="6382" y="2828"/>
                    <a:pt x="6398" y="2798"/>
                    <a:pt x="6382" y="2732"/>
                  </a:cubicBezTo>
                  <a:cubicBezTo>
                    <a:pt x="6298" y="2380"/>
                    <a:pt x="6221" y="2025"/>
                    <a:pt x="6132" y="1674"/>
                  </a:cubicBezTo>
                  <a:cubicBezTo>
                    <a:pt x="6078" y="1460"/>
                    <a:pt x="5880" y="1361"/>
                    <a:pt x="5630" y="1415"/>
                  </a:cubicBezTo>
                  <a:cubicBezTo>
                    <a:pt x="5373" y="1470"/>
                    <a:pt x="5118" y="1532"/>
                    <a:pt x="4863" y="1593"/>
                  </a:cubicBezTo>
                  <a:cubicBezTo>
                    <a:pt x="4600" y="1655"/>
                    <a:pt x="4339" y="1719"/>
                    <a:pt x="4077" y="1783"/>
                  </a:cubicBezTo>
                  <a:cubicBezTo>
                    <a:pt x="3989" y="1805"/>
                    <a:pt x="3971" y="1789"/>
                    <a:pt x="3987" y="1698"/>
                  </a:cubicBezTo>
                  <a:cubicBezTo>
                    <a:pt x="4018" y="1525"/>
                    <a:pt x="4049" y="1351"/>
                    <a:pt x="4063" y="1176"/>
                  </a:cubicBezTo>
                  <a:cubicBezTo>
                    <a:pt x="4101" y="691"/>
                    <a:pt x="3880" y="353"/>
                    <a:pt x="3468" y="127"/>
                  </a:cubicBezTo>
                  <a:cubicBezTo>
                    <a:pt x="3094" y="-79"/>
                    <a:pt x="2600" y="-34"/>
                    <a:pt x="2266" y="255"/>
                  </a:cubicBezTo>
                  <a:cubicBezTo>
                    <a:pt x="1919" y="556"/>
                    <a:pt x="1768" y="940"/>
                    <a:pt x="1886" y="1398"/>
                  </a:cubicBezTo>
                  <a:cubicBezTo>
                    <a:pt x="1943" y="1618"/>
                    <a:pt x="2089" y="1796"/>
                    <a:pt x="2218" y="1979"/>
                  </a:cubicBezTo>
                  <a:cubicBezTo>
                    <a:pt x="2248" y="2022"/>
                    <a:pt x="2279" y="2064"/>
                    <a:pt x="2310" y="2105"/>
                  </a:cubicBezTo>
                  <a:cubicBezTo>
                    <a:pt x="2352" y="2159"/>
                    <a:pt x="2342" y="2186"/>
                    <a:pt x="2272" y="2202"/>
                  </a:cubicBezTo>
                  <a:cubicBezTo>
                    <a:pt x="1905" y="2285"/>
                    <a:pt x="1538" y="2372"/>
                    <a:pt x="1171" y="2457"/>
                  </a:cubicBezTo>
                  <a:cubicBezTo>
                    <a:pt x="809" y="2542"/>
                    <a:pt x="446" y="2629"/>
                    <a:pt x="82" y="2710"/>
                  </a:cubicBezTo>
                  <a:cubicBezTo>
                    <a:pt x="5" y="2728"/>
                    <a:pt x="-11" y="2760"/>
                    <a:pt x="7" y="2832"/>
                  </a:cubicBezTo>
                  <a:cubicBezTo>
                    <a:pt x="116" y="3293"/>
                    <a:pt x="224" y="3754"/>
                    <a:pt x="329" y="4215"/>
                  </a:cubicBezTo>
                  <a:cubicBezTo>
                    <a:pt x="345" y="4286"/>
                    <a:pt x="365" y="4305"/>
                    <a:pt x="439" y="4269"/>
                  </a:cubicBezTo>
                  <a:cubicBezTo>
                    <a:pt x="1037" y="3979"/>
                    <a:pt x="1697" y="4101"/>
                    <a:pt x="2149" y="4486"/>
                  </a:cubicBezTo>
                  <a:cubicBezTo>
                    <a:pt x="2237" y="4561"/>
                    <a:pt x="2318" y="4647"/>
                    <a:pt x="2389" y="4742"/>
                  </a:cubicBezTo>
                  <a:cubicBezTo>
                    <a:pt x="2472" y="4853"/>
                    <a:pt x="2541" y="4978"/>
                    <a:pt x="2593" y="5112"/>
                  </a:cubicBezTo>
                  <a:cubicBezTo>
                    <a:pt x="2630" y="5207"/>
                    <a:pt x="2659" y="5307"/>
                    <a:pt x="2677" y="5412"/>
                  </a:cubicBezTo>
                  <a:cubicBezTo>
                    <a:pt x="2682" y="5441"/>
                    <a:pt x="2687" y="5470"/>
                    <a:pt x="2691" y="5501"/>
                  </a:cubicBezTo>
                  <a:cubicBezTo>
                    <a:pt x="2698" y="5562"/>
                    <a:pt x="2701" y="5622"/>
                    <a:pt x="2701" y="5682"/>
                  </a:cubicBezTo>
                  <a:cubicBezTo>
                    <a:pt x="2701" y="5766"/>
                    <a:pt x="2693" y="5850"/>
                    <a:pt x="2678" y="5932"/>
                  </a:cubicBezTo>
                  <a:cubicBezTo>
                    <a:pt x="2575" y="6522"/>
                    <a:pt x="2123" y="7036"/>
                    <a:pt x="1527" y="7180"/>
                  </a:cubicBezTo>
                  <a:cubicBezTo>
                    <a:pt x="1395" y="7212"/>
                    <a:pt x="1263" y="7236"/>
                    <a:pt x="1128" y="7234"/>
                  </a:cubicBezTo>
                  <a:cubicBezTo>
                    <a:pt x="1095" y="7233"/>
                    <a:pt x="1070" y="7236"/>
                    <a:pt x="1058" y="7252"/>
                  </a:cubicBezTo>
                  <a:cubicBezTo>
                    <a:pt x="1048" y="7265"/>
                    <a:pt x="1046" y="7284"/>
                    <a:pt x="1054" y="7316"/>
                  </a:cubicBezTo>
                  <a:cubicBezTo>
                    <a:pt x="1099" y="7506"/>
                    <a:pt x="1143" y="7696"/>
                    <a:pt x="1188" y="7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6354000" y="257040"/>
              <a:ext cx="1719720" cy="2027160"/>
            </a:xfrm>
            <a:custGeom>
              <a:avLst/>
              <a:gdLst/>
              <a:ahLst/>
              <a:cxnLst/>
              <a:rect l="l" t="t" r="r" b="b"/>
              <a:pathLst>
                <a:path w="4777" h="5631" extrusionOk="0">
                  <a:moveTo>
                    <a:pt x="329" y="4250"/>
                  </a:moveTo>
                  <a:cubicBezTo>
                    <a:pt x="352" y="4352"/>
                    <a:pt x="415" y="4328"/>
                    <a:pt x="480" y="4313"/>
                  </a:cubicBezTo>
                  <a:lnTo>
                    <a:pt x="1269" y="4128"/>
                  </a:lnTo>
                  <a:cubicBezTo>
                    <a:pt x="1662" y="4037"/>
                    <a:pt x="2053" y="3945"/>
                    <a:pt x="2447" y="3854"/>
                  </a:cubicBezTo>
                  <a:cubicBezTo>
                    <a:pt x="2498" y="3843"/>
                    <a:pt x="2562" y="3800"/>
                    <a:pt x="2602" y="3848"/>
                  </a:cubicBezTo>
                  <a:cubicBezTo>
                    <a:pt x="2636" y="3888"/>
                    <a:pt x="2590" y="3946"/>
                    <a:pt x="2575" y="3994"/>
                  </a:cubicBezTo>
                  <a:cubicBezTo>
                    <a:pt x="2508" y="4209"/>
                    <a:pt x="2454" y="4423"/>
                    <a:pt x="2480" y="4654"/>
                  </a:cubicBezTo>
                  <a:cubicBezTo>
                    <a:pt x="2487" y="4718"/>
                    <a:pt x="2500" y="4780"/>
                    <a:pt x="2519" y="4841"/>
                  </a:cubicBezTo>
                  <a:cubicBezTo>
                    <a:pt x="2546" y="4928"/>
                    <a:pt x="2584" y="5011"/>
                    <a:pt x="2632" y="5089"/>
                  </a:cubicBezTo>
                  <a:cubicBezTo>
                    <a:pt x="2669" y="5149"/>
                    <a:pt x="2713" y="5207"/>
                    <a:pt x="2762" y="5259"/>
                  </a:cubicBezTo>
                  <a:cubicBezTo>
                    <a:pt x="2825" y="5329"/>
                    <a:pt x="2898" y="5391"/>
                    <a:pt x="2977" y="5444"/>
                  </a:cubicBezTo>
                  <a:cubicBezTo>
                    <a:pt x="3176" y="5577"/>
                    <a:pt x="3417" y="5648"/>
                    <a:pt x="3663" y="5627"/>
                  </a:cubicBezTo>
                  <a:cubicBezTo>
                    <a:pt x="3669" y="5627"/>
                    <a:pt x="3675" y="5626"/>
                    <a:pt x="3681" y="5626"/>
                  </a:cubicBezTo>
                  <a:cubicBezTo>
                    <a:pt x="3748" y="5619"/>
                    <a:pt x="3813" y="5607"/>
                    <a:pt x="3876" y="5590"/>
                  </a:cubicBezTo>
                  <a:cubicBezTo>
                    <a:pt x="4126" y="5522"/>
                    <a:pt x="4336" y="5375"/>
                    <a:pt x="4483" y="5180"/>
                  </a:cubicBezTo>
                  <a:cubicBezTo>
                    <a:pt x="4635" y="4979"/>
                    <a:pt x="4718" y="4727"/>
                    <a:pt x="4708" y="4459"/>
                  </a:cubicBezTo>
                  <a:cubicBezTo>
                    <a:pt x="4705" y="4396"/>
                    <a:pt x="4697" y="4333"/>
                    <a:pt x="4684" y="4269"/>
                  </a:cubicBezTo>
                  <a:cubicBezTo>
                    <a:pt x="4638" y="4043"/>
                    <a:pt x="4514" y="3856"/>
                    <a:pt x="4356" y="3691"/>
                  </a:cubicBezTo>
                  <a:cubicBezTo>
                    <a:pt x="4303" y="3637"/>
                    <a:pt x="4251" y="3581"/>
                    <a:pt x="4197" y="3528"/>
                  </a:cubicBezTo>
                  <a:cubicBezTo>
                    <a:pt x="4153" y="3485"/>
                    <a:pt x="4162" y="3457"/>
                    <a:pt x="4219" y="3441"/>
                  </a:cubicBezTo>
                  <a:cubicBezTo>
                    <a:pt x="4248" y="3433"/>
                    <a:pt x="4279" y="3426"/>
                    <a:pt x="4309" y="3419"/>
                  </a:cubicBezTo>
                  <a:lnTo>
                    <a:pt x="4490" y="3377"/>
                  </a:lnTo>
                  <a:cubicBezTo>
                    <a:pt x="4586" y="3354"/>
                    <a:pt x="4681" y="3332"/>
                    <a:pt x="4777" y="3310"/>
                  </a:cubicBezTo>
                  <a:lnTo>
                    <a:pt x="4766" y="3282"/>
                  </a:lnTo>
                  <a:lnTo>
                    <a:pt x="4755" y="3258"/>
                  </a:lnTo>
                  <a:lnTo>
                    <a:pt x="4742" y="3236"/>
                  </a:lnTo>
                  <a:cubicBezTo>
                    <a:pt x="4738" y="3230"/>
                    <a:pt x="4734" y="3224"/>
                    <a:pt x="4731" y="3219"/>
                  </a:cubicBezTo>
                  <a:lnTo>
                    <a:pt x="4734" y="3093"/>
                  </a:lnTo>
                  <a:cubicBezTo>
                    <a:pt x="4741" y="2742"/>
                    <a:pt x="4561" y="2467"/>
                    <a:pt x="4332" y="2294"/>
                  </a:cubicBezTo>
                  <a:lnTo>
                    <a:pt x="4322" y="2191"/>
                  </a:lnTo>
                  <a:cubicBezTo>
                    <a:pt x="4321" y="2181"/>
                    <a:pt x="4320" y="2172"/>
                    <a:pt x="4319" y="2162"/>
                  </a:cubicBezTo>
                  <a:cubicBezTo>
                    <a:pt x="4319" y="2157"/>
                    <a:pt x="4318" y="2152"/>
                    <a:pt x="4317" y="2147"/>
                  </a:cubicBezTo>
                  <a:cubicBezTo>
                    <a:pt x="4289" y="1737"/>
                    <a:pt x="4094" y="1430"/>
                    <a:pt x="3749" y="1253"/>
                  </a:cubicBezTo>
                  <a:cubicBezTo>
                    <a:pt x="3705" y="984"/>
                    <a:pt x="3519" y="753"/>
                    <a:pt x="3266" y="658"/>
                  </a:cubicBezTo>
                  <a:cubicBezTo>
                    <a:pt x="3191" y="629"/>
                    <a:pt x="3114" y="611"/>
                    <a:pt x="3038" y="604"/>
                  </a:cubicBezTo>
                  <a:cubicBezTo>
                    <a:pt x="2965" y="469"/>
                    <a:pt x="2875" y="358"/>
                    <a:pt x="2767" y="267"/>
                  </a:cubicBezTo>
                  <a:cubicBezTo>
                    <a:pt x="2543" y="79"/>
                    <a:pt x="2277" y="9"/>
                    <a:pt x="2018" y="69"/>
                  </a:cubicBezTo>
                  <a:cubicBezTo>
                    <a:pt x="1977" y="79"/>
                    <a:pt x="1935" y="92"/>
                    <a:pt x="1895" y="108"/>
                  </a:cubicBezTo>
                  <a:cubicBezTo>
                    <a:pt x="1864" y="121"/>
                    <a:pt x="1833" y="135"/>
                    <a:pt x="1804" y="150"/>
                  </a:cubicBezTo>
                  <a:cubicBezTo>
                    <a:pt x="1605" y="-1"/>
                    <a:pt x="1327" y="-26"/>
                    <a:pt x="1118" y="23"/>
                  </a:cubicBezTo>
                  <a:lnTo>
                    <a:pt x="1100" y="27"/>
                  </a:lnTo>
                  <a:cubicBezTo>
                    <a:pt x="1188" y="103"/>
                    <a:pt x="1269" y="189"/>
                    <a:pt x="1340" y="284"/>
                  </a:cubicBezTo>
                  <a:cubicBezTo>
                    <a:pt x="1423" y="395"/>
                    <a:pt x="1492" y="520"/>
                    <a:pt x="1544" y="654"/>
                  </a:cubicBezTo>
                  <a:cubicBezTo>
                    <a:pt x="1581" y="749"/>
                    <a:pt x="1610" y="849"/>
                    <a:pt x="1628" y="954"/>
                  </a:cubicBezTo>
                  <a:cubicBezTo>
                    <a:pt x="1633" y="983"/>
                    <a:pt x="1638" y="1012"/>
                    <a:pt x="1642" y="1043"/>
                  </a:cubicBezTo>
                  <a:cubicBezTo>
                    <a:pt x="1649" y="1104"/>
                    <a:pt x="1652" y="1164"/>
                    <a:pt x="1652" y="1224"/>
                  </a:cubicBezTo>
                  <a:cubicBezTo>
                    <a:pt x="1652" y="1308"/>
                    <a:pt x="1644" y="1392"/>
                    <a:pt x="1629" y="1474"/>
                  </a:cubicBezTo>
                  <a:cubicBezTo>
                    <a:pt x="1526" y="2064"/>
                    <a:pt x="1074" y="2578"/>
                    <a:pt x="478" y="2722"/>
                  </a:cubicBezTo>
                  <a:cubicBezTo>
                    <a:pt x="346" y="2754"/>
                    <a:pt x="214" y="2778"/>
                    <a:pt x="79" y="2776"/>
                  </a:cubicBezTo>
                  <a:cubicBezTo>
                    <a:pt x="46" y="2775"/>
                    <a:pt x="21" y="2778"/>
                    <a:pt x="9" y="2794"/>
                  </a:cubicBezTo>
                  <a:cubicBezTo>
                    <a:pt x="-1" y="2807"/>
                    <a:pt x="-3" y="2826"/>
                    <a:pt x="5" y="2858"/>
                  </a:cubicBezTo>
                  <a:cubicBezTo>
                    <a:pt x="50" y="3048"/>
                    <a:pt x="94" y="3238"/>
                    <a:pt x="139" y="3428"/>
                  </a:cubicBezTo>
                  <a:cubicBezTo>
                    <a:pt x="203" y="3702"/>
                    <a:pt x="267" y="3976"/>
                    <a:pt x="329" y="42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6836400" y="359280"/>
              <a:ext cx="110880" cy="133200"/>
            </a:xfrm>
            <a:custGeom>
              <a:avLst/>
              <a:gdLst/>
              <a:ahLst/>
              <a:cxnLst/>
              <a:rect l="l" t="t" r="r" b="b"/>
              <a:pathLst>
                <a:path w="308" h="370" extrusionOk="0">
                  <a:moveTo>
                    <a:pt x="0" y="0"/>
                  </a:moveTo>
                  <a:cubicBezTo>
                    <a:pt x="83" y="111"/>
                    <a:pt x="152" y="235"/>
                    <a:pt x="205" y="370"/>
                  </a:cubicBezTo>
                  <a:cubicBezTo>
                    <a:pt x="216" y="286"/>
                    <a:pt x="249" y="203"/>
                    <a:pt x="303" y="122"/>
                  </a:cubicBezTo>
                  <a:cubicBezTo>
                    <a:pt x="306" y="118"/>
                    <a:pt x="307" y="115"/>
                    <a:pt x="308" y="113"/>
                  </a:cubicBezTo>
                  <a:cubicBezTo>
                    <a:pt x="306" y="111"/>
                    <a:pt x="304" y="108"/>
                    <a:pt x="299" y="102"/>
                  </a:cubicBezTo>
                  <a:cubicBezTo>
                    <a:pt x="231" y="29"/>
                    <a:pt x="111" y="-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6357240" y="376920"/>
              <a:ext cx="1691640" cy="1800720"/>
            </a:xfrm>
            <a:custGeom>
              <a:avLst/>
              <a:gdLst/>
              <a:ahLst/>
              <a:cxnLst/>
              <a:rect l="l" t="t" r="r" b="b"/>
              <a:pathLst>
                <a:path w="4699" h="5002" extrusionOk="0">
                  <a:moveTo>
                    <a:pt x="320" y="3917"/>
                  </a:moveTo>
                  <a:cubicBezTo>
                    <a:pt x="343" y="4019"/>
                    <a:pt x="406" y="3995"/>
                    <a:pt x="471" y="3980"/>
                  </a:cubicBezTo>
                  <a:lnTo>
                    <a:pt x="1035" y="3848"/>
                  </a:lnTo>
                  <a:cubicBezTo>
                    <a:pt x="1025" y="3801"/>
                    <a:pt x="1018" y="3758"/>
                    <a:pt x="1014" y="3716"/>
                  </a:cubicBezTo>
                  <a:cubicBezTo>
                    <a:pt x="997" y="3541"/>
                    <a:pt x="994" y="3315"/>
                    <a:pt x="1132" y="3113"/>
                  </a:cubicBezTo>
                  <a:cubicBezTo>
                    <a:pt x="1133" y="3110"/>
                    <a:pt x="1135" y="3108"/>
                    <a:pt x="1136" y="3106"/>
                  </a:cubicBezTo>
                  <a:cubicBezTo>
                    <a:pt x="1146" y="3089"/>
                    <a:pt x="1166" y="3057"/>
                    <a:pt x="1210" y="3044"/>
                  </a:cubicBezTo>
                  <a:lnTo>
                    <a:pt x="1213" y="3043"/>
                  </a:lnTo>
                  <a:cubicBezTo>
                    <a:pt x="1235" y="3038"/>
                    <a:pt x="1257" y="3045"/>
                    <a:pt x="1272" y="3062"/>
                  </a:cubicBezTo>
                  <a:cubicBezTo>
                    <a:pt x="1287" y="3079"/>
                    <a:pt x="1291" y="3104"/>
                    <a:pt x="1282" y="3126"/>
                  </a:cubicBezTo>
                  <a:cubicBezTo>
                    <a:pt x="1203" y="3302"/>
                    <a:pt x="1196" y="3540"/>
                    <a:pt x="1260" y="3795"/>
                  </a:cubicBezTo>
                  <a:cubicBezTo>
                    <a:pt x="1653" y="3704"/>
                    <a:pt x="2044" y="3612"/>
                    <a:pt x="2438" y="3521"/>
                  </a:cubicBezTo>
                  <a:cubicBezTo>
                    <a:pt x="2489" y="3510"/>
                    <a:pt x="2553" y="3467"/>
                    <a:pt x="2593" y="3515"/>
                  </a:cubicBezTo>
                  <a:cubicBezTo>
                    <a:pt x="2627" y="3555"/>
                    <a:pt x="2581" y="3613"/>
                    <a:pt x="2566" y="3661"/>
                  </a:cubicBezTo>
                  <a:cubicBezTo>
                    <a:pt x="2499" y="3876"/>
                    <a:pt x="2445" y="4090"/>
                    <a:pt x="2471" y="4321"/>
                  </a:cubicBezTo>
                  <a:cubicBezTo>
                    <a:pt x="2478" y="4385"/>
                    <a:pt x="2491" y="4447"/>
                    <a:pt x="2510" y="4508"/>
                  </a:cubicBezTo>
                  <a:cubicBezTo>
                    <a:pt x="2534" y="4443"/>
                    <a:pt x="2544" y="4369"/>
                    <a:pt x="2539" y="4288"/>
                  </a:cubicBezTo>
                  <a:cubicBezTo>
                    <a:pt x="2520" y="4003"/>
                    <a:pt x="2568" y="3795"/>
                    <a:pt x="2694" y="3615"/>
                  </a:cubicBezTo>
                  <a:cubicBezTo>
                    <a:pt x="2749" y="3536"/>
                    <a:pt x="2826" y="3472"/>
                    <a:pt x="2889" y="3451"/>
                  </a:cubicBezTo>
                  <a:cubicBezTo>
                    <a:pt x="2891" y="3450"/>
                    <a:pt x="2893" y="3449"/>
                    <a:pt x="2895" y="3449"/>
                  </a:cubicBezTo>
                  <a:cubicBezTo>
                    <a:pt x="2920" y="3443"/>
                    <a:pt x="2947" y="3454"/>
                    <a:pt x="2960" y="3477"/>
                  </a:cubicBezTo>
                  <a:cubicBezTo>
                    <a:pt x="2974" y="3502"/>
                    <a:pt x="2969" y="3533"/>
                    <a:pt x="2948" y="3552"/>
                  </a:cubicBezTo>
                  <a:cubicBezTo>
                    <a:pt x="2798" y="3685"/>
                    <a:pt x="2724" y="3857"/>
                    <a:pt x="2723" y="4077"/>
                  </a:cubicBezTo>
                  <a:cubicBezTo>
                    <a:pt x="2723" y="4235"/>
                    <a:pt x="2741" y="4362"/>
                    <a:pt x="2780" y="4475"/>
                  </a:cubicBezTo>
                  <a:cubicBezTo>
                    <a:pt x="2882" y="4775"/>
                    <a:pt x="3064" y="4944"/>
                    <a:pt x="3337" y="4994"/>
                  </a:cubicBezTo>
                  <a:cubicBezTo>
                    <a:pt x="3404" y="5007"/>
                    <a:pt x="3482" y="5004"/>
                    <a:pt x="3560" y="4986"/>
                  </a:cubicBezTo>
                  <a:cubicBezTo>
                    <a:pt x="3795" y="4931"/>
                    <a:pt x="4035" y="4738"/>
                    <a:pt x="4004" y="4549"/>
                  </a:cubicBezTo>
                  <a:cubicBezTo>
                    <a:pt x="4003" y="4542"/>
                    <a:pt x="4000" y="4533"/>
                    <a:pt x="3997" y="4523"/>
                  </a:cubicBezTo>
                  <a:cubicBezTo>
                    <a:pt x="3993" y="4513"/>
                    <a:pt x="3989" y="4502"/>
                    <a:pt x="3986" y="4491"/>
                  </a:cubicBezTo>
                  <a:cubicBezTo>
                    <a:pt x="3907" y="4176"/>
                    <a:pt x="3927" y="3904"/>
                    <a:pt x="4049" y="3659"/>
                  </a:cubicBezTo>
                  <a:cubicBezTo>
                    <a:pt x="4068" y="3620"/>
                    <a:pt x="4092" y="3576"/>
                    <a:pt x="4132" y="3540"/>
                  </a:cubicBezTo>
                  <a:cubicBezTo>
                    <a:pt x="4139" y="3534"/>
                    <a:pt x="4148" y="3529"/>
                    <a:pt x="4158" y="3527"/>
                  </a:cubicBezTo>
                  <a:cubicBezTo>
                    <a:pt x="4171" y="3524"/>
                    <a:pt x="4186" y="3525"/>
                    <a:pt x="4199" y="3532"/>
                  </a:cubicBezTo>
                  <a:cubicBezTo>
                    <a:pt x="4220" y="3543"/>
                    <a:pt x="4233" y="3566"/>
                    <a:pt x="4231" y="3590"/>
                  </a:cubicBezTo>
                  <a:cubicBezTo>
                    <a:pt x="4173" y="4248"/>
                    <a:pt x="4267" y="4435"/>
                    <a:pt x="4328" y="4488"/>
                  </a:cubicBezTo>
                  <a:cubicBezTo>
                    <a:pt x="4354" y="4511"/>
                    <a:pt x="4384" y="4518"/>
                    <a:pt x="4422" y="4509"/>
                  </a:cubicBezTo>
                  <a:cubicBezTo>
                    <a:pt x="4493" y="4492"/>
                    <a:pt x="4564" y="4425"/>
                    <a:pt x="4576" y="4407"/>
                  </a:cubicBezTo>
                  <a:cubicBezTo>
                    <a:pt x="4633" y="4309"/>
                    <a:pt x="4673" y="4215"/>
                    <a:pt x="4699" y="4126"/>
                  </a:cubicBezTo>
                  <a:cubicBezTo>
                    <a:pt x="4696" y="4063"/>
                    <a:pt x="4688" y="4000"/>
                    <a:pt x="4675" y="3936"/>
                  </a:cubicBezTo>
                  <a:cubicBezTo>
                    <a:pt x="4629" y="3710"/>
                    <a:pt x="4505" y="3523"/>
                    <a:pt x="4347" y="3358"/>
                  </a:cubicBezTo>
                  <a:cubicBezTo>
                    <a:pt x="4294" y="3304"/>
                    <a:pt x="4242" y="3248"/>
                    <a:pt x="4188" y="3195"/>
                  </a:cubicBezTo>
                  <a:cubicBezTo>
                    <a:pt x="4144" y="3152"/>
                    <a:pt x="4153" y="3124"/>
                    <a:pt x="4210" y="3108"/>
                  </a:cubicBezTo>
                  <a:cubicBezTo>
                    <a:pt x="4239" y="3100"/>
                    <a:pt x="4270" y="3093"/>
                    <a:pt x="4300" y="3086"/>
                  </a:cubicBezTo>
                  <a:lnTo>
                    <a:pt x="4481" y="3044"/>
                  </a:lnTo>
                  <a:cubicBezTo>
                    <a:pt x="4359" y="2896"/>
                    <a:pt x="4192" y="2834"/>
                    <a:pt x="4021" y="2874"/>
                  </a:cubicBezTo>
                  <a:cubicBezTo>
                    <a:pt x="3882" y="2906"/>
                    <a:pt x="3762" y="3005"/>
                    <a:pt x="3699" y="3136"/>
                  </a:cubicBezTo>
                  <a:cubicBezTo>
                    <a:pt x="3613" y="3318"/>
                    <a:pt x="3570" y="3527"/>
                    <a:pt x="3566" y="3794"/>
                  </a:cubicBezTo>
                  <a:cubicBezTo>
                    <a:pt x="3565" y="3876"/>
                    <a:pt x="3567" y="3957"/>
                    <a:pt x="3568" y="4044"/>
                  </a:cubicBezTo>
                  <a:cubicBezTo>
                    <a:pt x="3569" y="4085"/>
                    <a:pt x="3570" y="4128"/>
                    <a:pt x="3571" y="4172"/>
                  </a:cubicBezTo>
                  <a:cubicBezTo>
                    <a:pt x="3571" y="4200"/>
                    <a:pt x="3552" y="4225"/>
                    <a:pt x="3525" y="4231"/>
                  </a:cubicBezTo>
                  <a:cubicBezTo>
                    <a:pt x="3523" y="4231"/>
                    <a:pt x="3521" y="4232"/>
                    <a:pt x="3519" y="4232"/>
                  </a:cubicBezTo>
                  <a:cubicBezTo>
                    <a:pt x="3488" y="4236"/>
                    <a:pt x="3460" y="4216"/>
                    <a:pt x="3453" y="4186"/>
                  </a:cubicBezTo>
                  <a:cubicBezTo>
                    <a:pt x="3403" y="3972"/>
                    <a:pt x="3387" y="3594"/>
                    <a:pt x="3419" y="3378"/>
                  </a:cubicBezTo>
                  <a:cubicBezTo>
                    <a:pt x="3446" y="3194"/>
                    <a:pt x="3509" y="3038"/>
                    <a:pt x="3611" y="2901"/>
                  </a:cubicBezTo>
                  <a:cubicBezTo>
                    <a:pt x="3702" y="2780"/>
                    <a:pt x="3835" y="2693"/>
                    <a:pt x="3986" y="2658"/>
                  </a:cubicBezTo>
                  <a:cubicBezTo>
                    <a:pt x="4085" y="2635"/>
                    <a:pt x="4189" y="2635"/>
                    <a:pt x="4287" y="2659"/>
                  </a:cubicBezTo>
                  <a:cubicBezTo>
                    <a:pt x="4342" y="2673"/>
                    <a:pt x="4392" y="2694"/>
                    <a:pt x="4440" y="2716"/>
                  </a:cubicBezTo>
                  <a:cubicBezTo>
                    <a:pt x="4447" y="2401"/>
                    <a:pt x="4207" y="2183"/>
                    <a:pt x="3977" y="2112"/>
                  </a:cubicBezTo>
                  <a:cubicBezTo>
                    <a:pt x="3938" y="2100"/>
                    <a:pt x="3901" y="2098"/>
                    <a:pt x="3868" y="2105"/>
                  </a:cubicBezTo>
                  <a:cubicBezTo>
                    <a:pt x="3836" y="2113"/>
                    <a:pt x="3805" y="2130"/>
                    <a:pt x="3776" y="2157"/>
                  </a:cubicBezTo>
                  <a:cubicBezTo>
                    <a:pt x="3722" y="2208"/>
                    <a:pt x="3681" y="2258"/>
                    <a:pt x="3653" y="2310"/>
                  </a:cubicBezTo>
                  <a:cubicBezTo>
                    <a:pt x="3608" y="2392"/>
                    <a:pt x="3567" y="2477"/>
                    <a:pt x="3528" y="2557"/>
                  </a:cubicBezTo>
                  <a:cubicBezTo>
                    <a:pt x="3441" y="2735"/>
                    <a:pt x="3339" y="2830"/>
                    <a:pt x="3195" y="2864"/>
                  </a:cubicBezTo>
                  <a:cubicBezTo>
                    <a:pt x="3129" y="2879"/>
                    <a:pt x="3054" y="2882"/>
                    <a:pt x="2963" y="2872"/>
                  </a:cubicBezTo>
                  <a:cubicBezTo>
                    <a:pt x="2908" y="2866"/>
                    <a:pt x="2855" y="2854"/>
                    <a:pt x="2803" y="2841"/>
                  </a:cubicBezTo>
                  <a:cubicBezTo>
                    <a:pt x="2785" y="2837"/>
                    <a:pt x="2768" y="2833"/>
                    <a:pt x="2750" y="2829"/>
                  </a:cubicBezTo>
                  <a:cubicBezTo>
                    <a:pt x="2693" y="2817"/>
                    <a:pt x="2642" y="2816"/>
                    <a:pt x="2593" y="2827"/>
                  </a:cubicBezTo>
                  <a:cubicBezTo>
                    <a:pt x="2540" y="2840"/>
                    <a:pt x="2490" y="2866"/>
                    <a:pt x="2442" y="2909"/>
                  </a:cubicBezTo>
                  <a:cubicBezTo>
                    <a:pt x="2390" y="2956"/>
                    <a:pt x="2344" y="3015"/>
                    <a:pt x="2300" y="3093"/>
                  </a:cubicBezTo>
                  <a:cubicBezTo>
                    <a:pt x="2275" y="3138"/>
                    <a:pt x="2254" y="3184"/>
                    <a:pt x="2233" y="3233"/>
                  </a:cubicBezTo>
                  <a:cubicBezTo>
                    <a:pt x="2219" y="3262"/>
                    <a:pt x="2206" y="3292"/>
                    <a:pt x="2192" y="3320"/>
                  </a:cubicBezTo>
                  <a:cubicBezTo>
                    <a:pt x="2184" y="3337"/>
                    <a:pt x="2169" y="3348"/>
                    <a:pt x="2152" y="3352"/>
                  </a:cubicBezTo>
                  <a:cubicBezTo>
                    <a:pt x="2141" y="3355"/>
                    <a:pt x="2130" y="3355"/>
                    <a:pt x="2120" y="3351"/>
                  </a:cubicBezTo>
                  <a:cubicBezTo>
                    <a:pt x="2092" y="3342"/>
                    <a:pt x="2074" y="3313"/>
                    <a:pt x="2079" y="3284"/>
                  </a:cubicBezTo>
                  <a:cubicBezTo>
                    <a:pt x="2099" y="3171"/>
                    <a:pt x="2141" y="3059"/>
                    <a:pt x="2208" y="2940"/>
                  </a:cubicBezTo>
                  <a:cubicBezTo>
                    <a:pt x="2304" y="2769"/>
                    <a:pt x="2425" y="2668"/>
                    <a:pt x="2579" y="2632"/>
                  </a:cubicBezTo>
                  <a:cubicBezTo>
                    <a:pt x="2608" y="2625"/>
                    <a:pt x="2639" y="2621"/>
                    <a:pt x="2671" y="2619"/>
                  </a:cubicBezTo>
                  <a:cubicBezTo>
                    <a:pt x="2715" y="2431"/>
                    <a:pt x="2750" y="2210"/>
                    <a:pt x="2693" y="1983"/>
                  </a:cubicBezTo>
                  <a:cubicBezTo>
                    <a:pt x="2659" y="1845"/>
                    <a:pt x="2588" y="1758"/>
                    <a:pt x="2475" y="1717"/>
                  </a:cubicBezTo>
                  <a:cubicBezTo>
                    <a:pt x="2416" y="1696"/>
                    <a:pt x="2361" y="1692"/>
                    <a:pt x="2305" y="1705"/>
                  </a:cubicBezTo>
                  <a:cubicBezTo>
                    <a:pt x="2241" y="1720"/>
                    <a:pt x="2177" y="1756"/>
                    <a:pt x="2104" y="1821"/>
                  </a:cubicBezTo>
                  <a:cubicBezTo>
                    <a:pt x="2033" y="1883"/>
                    <a:pt x="1974" y="1960"/>
                    <a:pt x="1924" y="2027"/>
                  </a:cubicBezTo>
                  <a:cubicBezTo>
                    <a:pt x="1916" y="2039"/>
                    <a:pt x="1903" y="2047"/>
                    <a:pt x="1890" y="2050"/>
                  </a:cubicBezTo>
                  <a:cubicBezTo>
                    <a:pt x="1876" y="2053"/>
                    <a:pt x="1861" y="2051"/>
                    <a:pt x="1848" y="2044"/>
                  </a:cubicBezTo>
                  <a:cubicBezTo>
                    <a:pt x="1822" y="2030"/>
                    <a:pt x="1810" y="1998"/>
                    <a:pt x="1820" y="1971"/>
                  </a:cubicBezTo>
                  <a:cubicBezTo>
                    <a:pt x="1867" y="1847"/>
                    <a:pt x="1941" y="1737"/>
                    <a:pt x="2042" y="1646"/>
                  </a:cubicBezTo>
                  <a:cubicBezTo>
                    <a:pt x="2070" y="1620"/>
                    <a:pt x="2173" y="1555"/>
                    <a:pt x="2299" y="1526"/>
                  </a:cubicBezTo>
                  <a:cubicBezTo>
                    <a:pt x="2406" y="1501"/>
                    <a:pt x="2509" y="1506"/>
                    <a:pt x="2603" y="1540"/>
                  </a:cubicBezTo>
                  <a:cubicBezTo>
                    <a:pt x="2779" y="1605"/>
                    <a:pt x="2893" y="1752"/>
                    <a:pt x="2932" y="1962"/>
                  </a:cubicBezTo>
                  <a:cubicBezTo>
                    <a:pt x="2971" y="2168"/>
                    <a:pt x="2965" y="2380"/>
                    <a:pt x="2915" y="2611"/>
                  </a:cubicBezTo>
                  <a:cubicBezTo>
                    <a:pt x="2915" y="2615"/>
                    <a:pt x="2914" y="2618"/>
                    <a:pt x="2913" y="2622"/>
                  </a:cubicBezTo>
                  <a:cubicBezTo>
                    <a:pt x="2915" y="2622"/>
                    <a:pt x="2917" y="2622"/>
                    <a:pt x="2919" y="2623"/>
                  </a:cubicBezTo>
                  <a:cubicBezTo>
                    <a:pt x="2961" y="2630"/>
                    <a:pt x="3004" y="2637"/>
                    <a:pt x="3045" y="2641"/>
                  </a:cubicBezTo>
                  <a:cubicBezTo>
                    <a:pt x="3084" y="2645"/>
                    <a:pt x="3119" y="2643"/>
                    <a:pt x="3151" y="2636"/>
                  </a:cubicBezTo>
                  <a:cubicBezTo>
                    <a:pt x="3225" y="2618"/>
                    <a:pt x="3281" y="2570"/>
                    <a:pt x="3320" y="2488"/>
                  </a:cubicBezTo>
                  <a:cubicBezTo>
                    <a:pt x="3341" y="2446"/>
                    <a:pt x="3360" y="2402"/>
                    <a:pt x="3379" y="2359"/>
                  </a:cubicBezTo>
                  <a:lnTo>
                    <a:pt x="3389" y="2335"/>
                  </a:lnTo>
                  <a:cubicBezTo>
                    <a:pt x="3431" y="2237"/>
                    <a:pt x="3493" y="2111"/>
                    <a:pt x="3592" y="2005"/>
                  </a:cubicBezTo>
                  <a:cubicBezTo>
                    <a:pt x="3673" y="1920"/>
                    <a:pt x="3758" y="1867"/>
                    <a:pt x="3854" y="1845"/>
                  </a:cubicBezTo>
                  <a:cubicBezTo>
                    <a:pt x="3907" y="1832"/>
                    <a:pt x="3963" y="1829"/>
                    <a:pt x="4020" y="1836"/>
                  </a:cubicBezTo>
                  <a:cubicBezTo>
                    <a:pt x="4019" y="1830"/>
                    <a:pt x="4019" y="1823"/>
                    <a:pt x="4018" y="1816"/>
                  </a:cubicBezTo>
                  <a:cubicBezTo>
                    <a:pt x="4017" y="1805"/>
                    <a:pt x="4016" y="1794"/>
                    <a:pt x="4015" y="1783"/>
                  </a:cubicBezTo>
                  <a:cubicBezTo>
                    <a:pt x="3994" y="1477"/>
                    <a:pt x="3852" y="1273"/>
                    <a:pt x="3581" y="1159"/>
                  </a:cubicBezTo>
                  <a:cubicBezTo>
                    <a:pt x="3525" y="1136"/>
                    <a:pt x="3471" y="1130"/>
                    <a:pt x="3416" y="1142"/>
                  </a:cubicBezTo>
                  <a:lnTo>
                    <a:pt x="3402" y="1145"/>
                  </a:lnTo>
                  <a:cubicBezTo>
                    <a:pt x="3329" y="1162"/>
                    <a:pt x="3255" y="1191"/>
                    <a:pt x="3167" y="1236"/>
                  </a:cubicBezTo>
                  <a:cubicBezTo>
                    <a:pt x="3162" y="1238"/>
                    <a:pt x="3157" y="1240"/>
                    <a:pt x="3153" y="1241"/>
                  </a:cubicBezTo>
                  <a:cubicBezTo>
                    <a:pt x="3133" y="1246"/>
                    <a:pt x="3112" y="1240"/>
                    <a:pt x="3097" y="1225"/>
                  </a:cubicBezTo>
                  <a:cubicBezTo>
                    <a:pt x="3079" y="1208"/>
                    <a:pt x="3074" y="1180"/>
                    <a:pt x="3086" y="1156"/>
                  </a:cubicBezTo>
                  <a:cubicBezTo>
                    <a:pt x="3154" y="1021"/>
                    <a:pt x="3260" y="966"/>
                    <a:pt x="3440" y="920"/>
                  </a:cubicBezTo>
                  <a:cubicBezTo>
                    <a:pt x="3423" y="777"/>
                    <a:pt x="3326" y="649"/>
                    <a:pt x="3192" y="598"/>
                  </a:cubicBezTo>
                  <a:cubicBezTo>
                    <a:pt x="3115" y="569"/>
                    <a:pt x="3038" y="559"/>
                    <a:pt x="2964" y="568"/>
                  </a:cubicBezTo>
                  <a:cubicBezTo>
                    <a:pt x="2884" y="578"/>
                    <a:pt x="2834" y="548"/>
                    <a:pt x="2803" y="473"/>
                  </a:cubicBezTo>
                  <a:cubicBezTo>
                    <a:pt x="2742" y="326"/>
                    <a:pt x="2665" y="214"/>
                    <a:pt x="2567" y="132"/>
                  </a:cubicBezTo>
                  <a:cubicBezTo>
                    <a:pt x="2433" y="19"/>
                    <a:pt x="2286" y="-22"/>
                    <a:pt x="2142" y="11"/>
                  </a:cubicBezTo>
                  <a:cubicBezTo>
                    <a:pt x="2119" y="16"/>
                    <a:pt x="2096" y="24"/>
                    <a:pt x="2073" y="33"/>
                  </a:cubicBezTo>
                  <a:cubicBezTo>
                    <a:pt x="1965" y="77"/>
                    <a:pt x="1878" y="141"/>
                    <a:pt x="1815" y="225"/>
                  </a:cubicBezTo>
                  <a:cubicBezTo>
                    <a:pt x="1752" y="308"/>
                    <a:pt x="1713" y="411"/>
                    <a:pt x="1699" y="530"/>
                  </a:cubicBezTo>
                  <a:lnTo>
                    <a:pt x="1699" y="530"/>
                  </a:lnTo>
                  <a:cubicBezTo>
                    <a:pt x="1705" y="585"/>
                    <a:pt x="1672" y="608"/>
                    <a:pt x="1653" y="616"/>
                  </a:cubicBezTo>
                  <a:cubicBezTo>
                    <a:pt x="1649" y="618"/>
                    <a:pt x="1645" y="619"/>
                    <a:pt x="1641" y="620"/>
                  </a:cubicBezTo>
                  <a:cubicBezTo>
                    <a:pt x="1634" y="622"/>
                    <a:pt x="1627" y="622"/>
                    <a:pt x="1619" y="621"/>
                  </a:cubicBezTo>
                  <a:cubicBezTo>
                    <a:pt x="1624" y="650"/>
                    <a:pt x="1629" y="679"/>
                    <a:pt x="1633" y="710"/>
                  </a:cubicBezTo>
                  <a:cubicBezTo>
                    <a:pt x="1640" y="771"/>
                    <a:pt x="1643" y="831"/>
                    <a:pt x="1643" y="891"/>
                  </a:cubicBezTo>
                  <a:cubicBezTo>
                    <a:pt x="1683" y="908"/>
                    <a:pt x="1720" y="929"/>
                    <a:pt x="1756" y="955"/>
                  </a:cubicBezTo>
                  <a:cubicBezTo>
                    <a:pt x="1883" y="1043"/>
                    <a:pt x="1948" y="1239"/>
                    <a:pt x="1940" y="1281"/>
                  </a:cubicBezTo>
                  <a:cubicBezTo>
                    <a:pt x="1935" y="1304"/>
                    <a:pt x="1917" y="1323"/>
                    <a:pt x="1895" y="1329"/>
                  </a:cubicBezTo>
                  <a:cubicBezTo>
                    <a:pt x="1873" y="1334"/>
                    <a:pt x="1850" y="1327"/>
                    <a:pt x="1836" y="1310"/>
                  </a:cubicBezTo>
                  <a:cubicBezTo>
                    <a:pt x="1768" y="1234"/>
                    <a:pt x="1697" y="1177"/>
                    <a:pt x="1620" y="1141"/>
                  </a:cubicBezTo>
                  <a:cubicBezTo>
                    <a:pt x="1517" y="1731"/>
                    <a:pt x="1065" y="2245"/>
                    <a:pt x="469" y="2389"/>
                  </a:cubicBezTo>
                  <a:cubicBezTo>
                    <a:pt x="337" y="2421"/>
                    <a:pt x="205" y="2445"/>
                    <a:pt x="70" y="2443"/>
                  </a:cubicBezTo>
                  <a:cubicBezTo>
                    <a:pt x="37" y="2442"/>
                    <a:pt x="12" y="2445"/>
                    <a:pt x="0" y="2461"/>
                  </a:cubicBezTo>
                  <a:cubicBezTo>
                    <a:pt x="12" y="2492"/>
                    <a:pt x="24" y="2524"/>
                    <a:pt x="38" y="2556"/>
                  </a:cubicBezTo>
                  <a:cubicBezTo>
                    <a:pt x="44" y="2569"/>
                    <a:pt x="49" y="2581"/>
                    <a:pt x="54" y="2594"/>
                  </a:cubicBezTo>
                  <a:cubicBezTo>
                    <a:pt x="68" y="2627"/>
                    <a:pt x="81" y="2659"/>
                    <a:pt x="96" y="2691"/>
                  </a:cubicBezTo>
                  <a:cubicBezTo>
                    <a:pt x="172" y="2626"/>
                    <a:pt x="245" y="2586"/>
                    <a:pt x="312" y="2570"/>
                  </a:cubicBezTo>
                  <a:cubicBezTo>
                    <a:pt x="379" y="2554"/>
                    <a:pt x="440" y="2564"/>
                    <a:pt x="490" y="2597"/>
                  </a:cubicBezTo>
                  <a:cubicBezTo>
                    <a:pt x="509" y="2610"/>
                    <a:pt x="519" y="2633"/>
                    <a:pt x="516" y="2656"/>
                  </a:cubicBezTo>
                  <a:cubicBezTo>
                    <a:pt x="512" y="2678"/>
                    <a:pt x="496" y="2697"/>
                    <a:pt x="474" y="2704"/>
                  </a:cubicBezTo>
                  <a:cubicBezTo>
                    <a:pt x="280" y="2763"/>
                    <a:pt x="164" y="2895"/>
                    <a:pt x="130" y="3095"/>
                  </a:cubicBezTo>
                  <a:cubicBezTo>
                    <a:pt x="194" y="3369"/>
                    <a:pt x="258" y="3643"/>
                    <a:pt x="320" y="39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3" name="Google Shape;343;p25"/>
          <p:cNvSpPr/>
          <p:nvPr/>
        </p:nvSpPr>
        <p:spPr>
          <a:xfrm rot="7199372">
            <a:off x="237550" y="5682099"/>
            <a:ext cx="1904721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-2" y="13"/>
            <a:ext cx="1754059" cy="1549249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5"/>
          <p:cNvSpPr/>
          <p:nvPr/>
        </p:nvSpPr>
        <p:spPr>
          <a:xfrm rot="10799969" flipH="1">
            <a:off x="11749032" y="2006813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5"/>
          <p:cNvSpPr txBox="1">
            <a:spLocks noGrp="1"/>
          </p:cNvSpPr>
          <p:nvPr>
            <p:ph type="subTitle" idx="1"/>
          </p:nvPr>
        </p:nvSpPr>
        <p:spPr>
          <a:xfrm>
            <a:off x="2879188" y="2313687"/>
            <a:ext cx="826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7" name="Google Shape;347;p25"/>
          <p:cNvSpPr txBox="1">
            <a:spLocks noGrp="1"/>
          </p:cNvSpPr>
          <p:nvPr>
            <p:ph type="subTitle" idx="2"/>
          </p:nvPr>
        </p:nvSpPr>
        <p:spPr>
          <a:xfrm>
            <a:off x="2879167" y="3551587"/>
            <a:ext cx="826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25"/>
          <p:cNvSpPr txBox="1">
            <a:spLocks noGrp="1"/>
          </p:cNvSpPr>
          <p:nvPr>
            <p:ph type="subTitle" idx="3"/>
          </p:nvPr>
        </p:nvSpPr>
        <p:spPr>
          <a:xfrm>
            <a:off x="2879188" y="4849485"/>
            <a:ext cx="826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9" name="Google Shape;349;p25"/>
          <p:cNvSpPr txBox="1">
            <a:spLocks noGrp="1"/>
          </p:cNvSpPr>
          <p:nvPr>
            <p:ph type="subTitle" idx="4"/>
          </p:nvPr>
        </p:nvSpPr>
        <p:spPr>
          <a:xfrm>
            <a:off x="2879188" y="2548528"/>
            <a:ext cx="82600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25"/>
          <p:cNvSpPr txBox="1">
            <a:spLocks noGrp="1"/>
          </p:cNvSpPr>
          <p:nvPr>
            <p:ph type="subTitle" idx="5"/>
          </p:nvPr>
        </p:nvSpPr>
        <p:spPr>
          <a:xfrm>
            <a:off x="2879177" y="3786428"/>
            <a:ext cx="82600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1" name="Google Shape;351;p25"/>
          <p:cNvSpPr txBox="1">
            <a:spLocks noGrp="1"/>
          </p:cNvSpPr>
          <p:nvPr>
            <p:ph type="subTitle" idx="6"/>
          </p:nvPr>
        </p:nvSpPr>
        <p:spPr>
          <a:xfrm>
            <a:off x="2879188" y="5084329"/>
            <a:ext cx="82600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2" name="Google Shape;352;p25"/>
          <p:cNvSpPr txBox="1">
            <a:spLocks noGrp="1"/>
          </p:cNvSpPr>
          <p:nvPr>
            <p:ph type="title"/>
          </p:nvPr>
        </p:nvSpPr>
        <p:spPr>
          <a:xfrm>
            <a:off x="2021433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783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26"/>
          <p:cNvGrpSpPr/>
          <p:nvPr/>
        </p:nvGrpSpPr>
        <p:grpSpPr>
          <a:xfrm rot="-6299822">
            <a:off x="-61164" y="5060040"/>
            <a:ext cx="1267568" cy="1716115"/>
            <a:chOff x="5976360" y="-1347840"/>
            <a:chExt cx="2682720" cy="3632040"/>
          </a:xfrm>
        </p:grpSpPr>
        <p:sp>
          <p:nvSpPr>
            <p:cNvPr id="355" name="Google Shape;355;p26"/>
            <p:cNvSpPr/>
            <p:nvPr/>
          </p:nvSpPr>
          <p:spPr>
            <a:xfrm>
              <a:off x="5976360" y="-1347840"/>
              <a:ext cx="2682720" cy="3632040"/>
            </a:xfrm>
            <a:custGeom>
              <a:avLst/>
              <a:gdLst/>
              <a:ahLst/>
              <a:cxnLst/>
              <a:rect l="l" t="t" r="r" b="b"/>
              <a:pathLst>
                <a:path w="7452" h="10089" extrusionOk="0">
                  <a:moveTo>
                    <a:pt x="1188" y="7886"/>
                  </a:moveTo>
                  <a:cubicBezTo>
                    <a:pt x="1252" y="8160"/>
                    <a:pt x="1316" y="8434"/>
                    <a:pt x="1378" y="8708"/>
                  </a:cubicBezTo>
                  <a:cubicBezTo>
                    <a:pt x="1401" y="8810"/>
                    <a:pt x="1464" y="8786"/>
                    <a:pt x="1529" y="8770"/>
                  </a:cubicBezTo>
                  <a:lnTo>
                    <a:pt x="2318" y="8586"/>
                  </a:lnTo>
                  <a:cubicBezTo>
                    <a:pt x="2711" y="8495"/>
                    <a:pt x="3102" y="8403"/>
                    <a:pt x="3496" y="8312"/>
                  </a:cubicBezTo>
                  <a:cubicBezTo>
                    <a:pt x="3547" y="8301"/>
                    <a:pt x="3611" y="8258"/>
                    <a:pt x="3651" y="8306"/>
                  </a:cubicBezTo>
                  <a:cubicBezTo>
                    <a:pt x="3685" y="8346"/>
                    <a:pt x="3639" y="8404"/>
                    <a:pt x="3624" y="8452"/>
                  </a:cubicBezTo>
                  <a:cubicBezTo>
                    <a:pt x="3557" y="8667"/>
                    <a:pt x="3503" y="8881"/>
                    <a:pt x="3529" y="9112"/>
                  </a:cubicBezTo>
                  <a:cubicBezTo>
                    <a:pt x="3536" y="9176"/>
                    <a:pt x="3549" y="9238"/>
                    <a:pt x="3568" y="9299"/>
                  </a:cubicBezTo>
                  <a:cubicBezTo>
                    <a:pt x="3595" y="9386"/>
                    <a:pt x="3633" y="9469"/>
                    <a:pt x="3681" y="9547"/>
                  </a:cubicBezTo>
                  <a:cubicBezTo>
                    <a:pt x="3718" y="9607"/>
                    <a:pt x="3762" y="9665"/>
                    <a:pt x="3811" y="9717"/>
                  </a:cubicBezTo>
                  <a:cubicBezTo>
                    <a:pt x="3874" y="9787"/>
                    <a:pt x="3947" y="9849"/>
                    <a:pt x="4026" y="9902"/>
                  </a:cubicBezTo>
                  <a:cubicBezTo>
                    <a:pt x="4225" y="10035"/>
                    <a:pt x="4466" y="10106"/>
                    <a:pt x="4712" y="10085"/>
                  </a:cubicBezTo>
                  <a:cubicBezTo>
                    <a:pt x="4718" y="10085"/>
                    <a:pt x="4724" y="10084"/>
                    <a:pt x="4730" y="10084"/>
                  </a:cubicBezTo>
                  <a:cubicBezTo>
                    <a:pt x="4797" y="10077"/>
                    <a:pt x="4862" y="10065"/>
                    <a:pt x="4925" y="10048"/>
                  </a:cubicBezTo>
                  <a:cubicBezTo>
                    <a:pt x="5175" y="9980"/>
                    <a:pt x="5385" y="9833"/>
                    <a:pt x="5532" y="9638"/>
                  </a:cubicBezTo>
                  <a:cubicBezTo>
                    <a:pt x="5684" y="9437"/>
                    <a:pt x="5767" y="9185"/>
                    <a:pt x="5757" y="8917"/>
                  </a:cubicBezTo>
                  <a:cubicBezTo>
                    <a:pt x="5754" y="8854"/>
                    <a:pt x="5746" y="8791"/>
                    <a:pt x="5733" y="8727"/>
                  </a:cubicBezTo>
                  <a:cubicBezTo>
                    <a:pt x="5687" y="8501"/>
                    <a:pt x="5563" y="8314"/>
                    <a:pt x="5405" y="8149"/>
                  </a:cubicBezTo>
                  <a:cubicBezTo>
                    <a:pt x="5352" y="8095"/>
                    <a:pt x="5300" y="8039"/>
                    <a:pt x="5246" y="7986"/>
                  </a:cubicBezTo>
                  <a:cubicBezTo>
                    <a:pt x="5202" y="7943"/>
                    <a:pt x="5211" y="7915"/>
                    <a:pt x="5268" y="7899"/>
                  </a:cubicBezTo>
                  <a:cubicBezTo>
                    <a:pt x="5297" y="7891"/>
                    <a:pt x="5328" y="7884"/>
                    <a:pt x="5359" y="7877"/>
                  </a:cubicBezTo>
                  <a:lnTo>
                    <a:pt x="5539" y="7835"/>
                  </a:lnTo>
                  <a:cubicBezTo>
                    <a:pt x="5635" y="7812"/>
                    <a:pt x="5730" y="7790"/>
                    <a:pt x="5826" y="7768"/>
                  </a:cubicBezTo>
                  <a:cubicBezTo>
                    <a:pt x="6326" y="7651"/>
                    <a:pt x="6826" y="7534"/>
                    <a:pt x="7326" y="7417"/>
                  </a:cubicBezTo>
                  <a:cubicBezTo>
                    <a:pt x="7466" y="7384"/>
                    <a:pt x="7467" y="7384"/>
                    <a:pt x="7435" y="7244"/>
                  </a:cubicBezTo>
                  <a:cubicBezTo>
                    <a:pt x="7328" y="6787"/>
                    <a:pt x="7219" y="6330"/>
                    <a:pt x="7116" y="5872"/>
                  </a:cubicBezTo>
                  <a:cubicBezTo>
                    <a:pt x="7095" y="5776"/>
                    <a:pt x="7063" y="5766"/>
                    <a:pt x="6976" y="5806"/>
                  </a:cubicBezTo>
                  <a:cubicBezTo>
                    <a:pt x="6136" y="6200"/>
                    <a:pt x="5136" y="5787"/>
                    <a:pt x="4832" y="4909"/>
                  </a:cubicBezTo>
                  <a:cubicBezTo>
                    <a:pt x="4536" y="4053"/>
                    <a:pt x="5007" y="3167"/>
                    <a:pt x="5830" y="2907"/>
                  </a:cubicBezTo>
                  <a:cubicBezTo>
                    <a:pt x="5987" y="2857"/>
                    <a:pt x="6146" y="2835"/>
                    <a:pt x="6308" y="2830"/>
                  </a:cubicBezTo>
                  <a:cubicBezTo>
                    <a:pt x="6382" y="2828"/>
                    <a:pt x="6398" y="2798"/>
                    <a:pt x="6382" y="2732"/>
                  </a:cubicBezTo>
                  <a:cubicBezTo>
                    <a:pt x="6298" y="2380"/>
                    <a:pt x="6221" y="2025"/>
                    <a:pt x="6132" y="1674"/>
                  </a:cubicBezTo>
                  <a:cubicBezTo>
                    <a:pt x="6078" y="1460"/>
                    <a:pt x="5880" y="1361"/>
                    <a:pt x="5630" y="1415"/>
                  </a:cubicBezTo>
                  <a:cubicBezTo>
                    <a:pt x="5373" y="1470"/>
                    <a:pt x="5118" y="1532"/>
                    <a:pt x="4863" y="1593"/>
                  </a:cubicBezTo>
                  <a:cubicBezTo>
                    <a:pt x="4600" y="1655"/>
                    <a:pt x="4339" y="1719"/>
                    <a:pt x="4077" y="1783"/>
                  </a:cubicBezTo>
                  <a:cubicBezTo>
                    <a:pt x="3989" y="1805"/>
                    <a:pt x="3971" y="1789"/>
                    <a:pt x="3987" y="1698"/>
                  </a:cubicBezTo>
                  <a:cubicBezTo>
                    <a:pt x="4018" y="1525"/>
                    <a:pt x="4049" y="1351"/>
                    <a:pt x="4063" y="1176"/>
                  </a:cubicBezTo>
                  <a:cubicBezTo>
                    <a:pt x="4101" y="691"/>
                    <a:pt x="3880" y="353"/>
                    <a:pt x="3468" y="127"/>
                  </a:cubicBezTo>
                  <a:cubicBezTo>
                    <a:pt x="3094" y="-79"/>
                    <a:pt x="2600" y="-34"/>
                    <a:pt x="2266" y="255"/>
                  </a:cubicBezTo>
                  <a:cubicBezTo>
                    <a:pt x="1919" y="556"/>
                    <a:pt x="1768" y="940"/>
                    <a:pt x="1886" y="1398"/>
                  </a:cubicBezTo>
                  <a:cubicBezTo>
                    <a:pt x="1943" y="1618"/>
                    <a:pt x="2089" y="1796"/>
                    <a:pt x="2218" y="1979"/>
                  </a:cubicBezTo>
                  <a:cubicBezTo>
                    <a:pt x="2248" y="2022"/>
                    <a:pt x="2279" y="2064"/>
                    <a:pt x="2310" y="2105"/>
                  </a:cubicBezTo>
                  <a:cubicBezTo>
                    <a:pt x="2352" y="2159"/>
                    <a:pt x="2342" y="2186"/>
                    <a:pt x="2272" y="2202"/>
                  </a:cubicBezTo>
                  <a:cubicBezTo>
                    <a:pt x="1905" y="2285"/>
                    <a:pt x="1538" y="2372"/>
                    <a:pt x="1171" y="2457"/>
                  </a:cubicBezTo>
                  <a:cubicBezTo>
                    <a:pt x="809" y="2542"/>
                    <a:pt x="446" y="2629"/>
                    <a:pt x="82" y="2710"/>
                  </a:cubicBezTo>
                  <a:cubicBezTo>
                    <a:pt x="5" y="2728"/>
                    <a:pt x="-11" y="2760"/>
                    <a:pt x="7" y="2832"/>
                  </a:cubicBezTo>
                  <a:cubicBezTo>
                    <a:pt x="116" y="3293"/>
                    <a:pt x="224" y="3754"/>
                    <a:pt x="329" y="4215"/>
                  </a:cubicBezTo>
                  <a:cubicBezTo>
                    <a:pt x="345" y="4286"/>
                    <a:pt x="365" y="4305"/>
                    <a:pt x="439" y="4269"/>
                  </a:cubicBezTo>
                  <a:cubicBezTo>
                    <a:pt x="1037" y="3979"/>
                    <a:pt x="1697" y="4101"/>
                    <a:pt x="2149" y="4486"/>
                  </a:cubicBezTo>
                  <a:cubicBezTo>
                    <a:pt x="2237" y="4561"/>
                    <a:pt x="2318" y="4647"/>
                    <a:pt x="2389" y="4742"/>
                  </a:cubicBezTo>
                  <a:cubicBezTo>
                    <a:pt x="2472" y="4853"/>
                    <a:pt x="2541" y="4978"/>
                    <a:pt x="2593" y="5112"/>
                  </a:cubicBezTo>
                  <a:cubicBezTo>
                    <a:pt x="2630" y="5207"/>
                    <a:pt x="2659" y="5307"/>
                    <a:pt x="2677" y="5412"/>
                  </a:cubicBezTo>
                  <a:cubicBezTo>
                    <a:pt x="2682" y="5441"/>
                    <a:pt x="2687" y="5470"/>
                    <a:pt x="2691" y="5501"/>
                  </a:cubicBezTo>
                  <a:cubicBezTo>
                    <a:pt x="2698" y="5562"/>
                    <a:pt x="2701" y="5622"/>
                    <a:pt x="2701" y="5682"/>
                  </a:cubicBezTo>
                  <a:cubicBezTo>
                    <a:pt x="2701" y="5766"/>
                    <a:pt x="2693" y="5850"/>
                    <a:pt x="2678" y="5932"/>
                  </a:cubicBezTo>
                  <a:cubicBezTo>
                    <a:pt x="2575" y="6522"/>
                    <a:pt x="2123" y="7036"/>
                    <a:pt x="1527" y="7180"/>
                  </a:cubicBezTo>
                  <a:cubicBezTo>
                    <a:pt x="1395" y="7212"/>
                    <a:pt x="1263" y="7236"/>
                    <a:pt x="1128" y="7234"/>
                  </a:cubicBezTo>
                  <a:cubicBezTo>
                    <a:pt x="1095" y="7233"/>
                    <a:pt x="1070" y="7236"/>
                    <a:pt x="1058" y="7252"/>
                  </a:cubicBezTo>
                  <a:cubicBezTo>
                    <a:pt x="1048" y="7265"/>
                    <a:pt x="1046" y="7284"/>
                    <a:pt x="1054" y="7316"/>
                  </a:cubicBezTo>
                  <a:cubicBezTo>
                    <a:pt x="1099" y="7506"/>
                    <a:pt x="1143" y="7696"/>
                    <a:pt x="1188" y="7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6354000" y="257040"/>
              <a:ext cx="1719720" cy="2027160"/>
            </a:xfrm>
            <a:custGeom>
              <a:avLst/>
              <a:gdLst/>
              <a:ahLst/>
              <a:cxnLst/>
              <a:rect l="l" t="t" r="r" b="b"/>
              <a:pathLst>
                <a:path w="4777" h="5631" extrusionOk="0">
                  <a:moveTo>
                    <a:pt x="329" y="4250"/>
                  </a:moveTo>
                  <a:cubicBezTo>
                    <a:pt x="352" y="4352"/>
                    <a:pt x="415" y="4328"/>
                    <a:pt x="480" y="4313"/>
                  </a:cubicBezTo>
                  <a:lnTo>
                    <a:pt x="1269" y="4128"/>
                  </a:lnTo>
                  <a:cubicBezTo>
                    <a:pt x="1662" y="4037"/>
                    <a:pt x="2053" y="3945"/>
                    <a:pt x="2447" y="3854"/>
                  </a:cubicBezTo>
                  <a:cubicBezTo>
                    <a:pt x="2498" y="3843"/>
                    <a:pt x="2562" y="3800"/>
                    <a:pt x="2602" y="3848"/>
                  </a:cubicBezTo>
                  <a:cubicBezTo>
                    <a:pt x="2636" y="3888"/>
                    <a:pt x="2590" y="3946"/>
                    <a:pt x="2575" y="3994"/>
                  </a:cubicBezTo>
                  <a:cubicBezTo>
                    <a:pt x="2508" y="4209"/>
                    <a:pt x="2454" y="4423"/>
                    <a:pt x="2480" y="4654"/>
                  </a:cubicBezTo>
                  <a:cubicBezTo>
                    <a:pt x="2487" y="4718"/>
                    <a:pt x="2500" y="4780"/>
                    <a:pt x="2519" y="4841"/>
                  </a:cubicBezTo>
                  <a:cubicBezTo>
                    <a:pt x="2546" y="4928"/>
                    <a:pt x="2584" y="5011"/>
                    <a:pt x="2632" y="5089"/>
                  </a:cubicBezTo>
                  <a:cubicBezTo>
                    <a:pt x="2669" y="5149"/>
                    <a:pt x="2713" y="5207"/>
                    <a:pt x="2762" y="5259"/>
                  </a:cubicBezTo>
                  <a:cubicBezTo>
                    <a:pt x="2825" y="5329"/>
                    <a:pt x="2898" y="5391"/>
                    <a:pt x="2977" y="5444"/>
                  </a:cubicBezTo>
                  <a:cubicBezTo>
                    <a:pt x="3176" y="5577"/>
                    <a:pt x="3417" y="5648"/>
                    <a:pt x="3663" y="5627"/>
                  </a:cubicBezTo>
                  <a:cubicBezTo>
                    <a:pt x="3669" y="5627"/>
                    <a:pt x="3675" y="5626"/>
                    <a:pt x="3681" y="5626"/>
                  </a:cubicBezTo>
                  <a:cubicBezTo>
                    <a:pt x="3748" y="5619"/>
                    <a:pt x="3813" y="5607"/>
                    <a:pt x="3876" y="5590"/>
                  </a:cubicBezTo>
                  <a:cubicBezTo>
                    <a:pt x="4126" y="5522"/>
                    <a:pt x="4336" y="5375"/>
                    <a:pt x="4483" y="5180"/>
                  </a:cubicBezTo>
                  <a:cubicBezTo>
                    <a:pt x="4635" y="4979"/>
                    <a:pt x="4718" y="4727"/>
                    <a:pt x="4708" y="4459"/>
                  </a:cubicBezTo>
                  <a:cubicBezTo>
                    <a:pt x="4705" y="4396"/>
                    <a:pt x="4697" y="4333"/>
                    <a:pt x="4684" y="4269"/>
                  </a:cubicBezTo>
                  <a:cubicBezTo>
                    <a:pt x="4638" y="4043"/>
                    <a:pt x="4514" y="3856"/>
                    <a:pt x="4356" y="3691"/>
                  </a:cubicBezTo>
                  <a:cubicBezTo>
                    <a:pt x="4303" y="3637"/>
                    <a:pt x="4251" y="3581"/>
                    <a:pt x="4197" y="3528"/>
                  </a:cubicBezTo>
                  <a:cubicBezTo>
                    <a:pt x="4153" y="3485"/>
                    <a:pt x="4162" y="3457"/>
                    <a:pt x="4219" y="3441"/>
                  </a:cubicBezTo>
                  <a:cubicBezTo>
                    <a:pt x="4248" y="3433"/>
                    <a:pt x="4279" y="3426"/>
                    <a:pt x="4309" y="3419"/>
                  </a:cubicBezTo>
                  <a:lnTo>
                    <a:pt x="4490" y="3377"/>
                  </a:lnTo>
                  <a:cubicBezTo>
                    <a:pt x="4586" y="3354"/>
                    <a:pt x="4681" y="3332"/>
                    <a:pt x="4777" y="3310"/>
                  </a:cubicBezTo>
                  <a:lnTo>
                    <a:pt x="4766" y="3282"/>
                  </a:lnTo>
                  <a:lnTo>
                    <a:pt x="4755" y="3258"/>
                  </a:lnTo>
                  <a:lnTo>
                    <a:pt x="4742" y="3236"/>
                  </a:lnTo>
                  <a:cubicBezTo>
                    <a:pt x="4738" y="3230"/>
                    <a:pt x="4734" y="3224"/>
                    <a:pt x="4731" y="3219"/>
                  </a:cubicBezTo>
                  <a:lnTo>
                    <a:pt x="4734" y="3093"/>
                  </a:lnTo>
                  <a:cubicBezTo>
                    <a:pt x="4741" y="2742"/>
                    <a:pt x="4561" y="2467"/>
                    <a:pt x="4332" y="2294"/>
                  </a:cubicBezTo>
                  <a:lnTo>
                    <a:pt x="4322" y="2191"/>
                  </a:lnTo>
                  <a:cubicBezTo>
                    <a:pt x="4321" y="2181"/>
                    <a:pt x="4320" y="2172"/>
                    <a:pt x="4319" y="2162"/>
                  </a:cubicBezTo>
                  <a:cubicBezTo>
                    <a:pt x="4319" y="2157"/>
                    <a:pt x="4318" y="2152"/>
                    <a:pt x="4317" y="2147"/>
                  </a:cubicBezTo>
                  <a:cubicBezTo>
                    <a:pt x="4289" y="1737"/>
                    <a:pt x="4094" y="1430"/>
                    <a:pt x="3749" y="1253"/>
                  </a:cubicBezTo>
                  <a:cubicBezTo>
                    <a:pt x="3705" y="984"/>
                    <a:pt x="3519" y="753"/>
                    <a:pt x="3266" y="658"/>
                  </a:cubicBezTo>
                  <a:cubicBezTo>
                    <a:pt x="3191" y="629"/>
                    <a:pt x="3114" y="611"/>
                    <a:pt x="3038" y="604"/>
                  </a:cubicBezTo>
                  <a:cubicBezTo>
                    <a:pt x="2965" y="469"/>
                    <a:pt x="2875" y="358"/>
                    <a:pt x="2767" y="267"/>
                  </a:cubicBezTo>
                  <a:cubicBezTo>
                    <a:pt x="2543" y="79"/>
                    <a:pt x="2277" y="9"/>
                    <a:pt x="2018" y="69"/>
                  </a:cubicBezTo>
                  <a:cubicBezTo>
                    <a:pt x="1977" y="79"/>
                    <a:pt x="1935" y="92"/>
                    <a:pt x="1895" y="108"/>
                  </a:cubicBezTo>
                  <a:cubicBezTo>
                    <a:pt x="1864" y="121"/>
                    <a:pt x="1833" y="135"/>
                    <a:pt x="1804" y="150"/>
                  </a:cubicBezTo>
                  <a:cubicBezTo>
                    <a:pt x="1605" y="-1"/>
                    <a:pt x="1327" y="-26"/>
                    <a:pt x="1118" y="23"/>
                  </a:cubicBezTo>
                  <a:lnTo>
                    <a:pt x="1100" y="27"/>
                  </a:lnTo>
                  <a:cubicBezTo>
                    <a:pt x="1188" y="103"/>
                    <a:pt x="1269" y="189"/>
                    <a:pt x="1340" y="284"/>
                  </a:cubicBezTo>
                  <a:cubicBezTo>
                    <a:pt x="1423" y="395"/>
                    <a:pt x="1492" y="520"/>
                    <a:pt x="1544" y="654"/>
                  </a:cubicBezTo>
                  <a:cubicBezTo>
                    <a:pt x="1581" y="749"/>
                    <a:pt x="1610" y="849"/>
                    <a:pt x="1628" y="954"/>
                  </a:cubicBezTo>
                  <a:cubicBezTo>
                    <a:pt x="1633" y="983"/>
                    <a:pt x="1638" y="1012"/>
                    <a:pt x="1642" y="1043"/>
                  </a:cubicBezTo>
                  <a:cubicBezTo>
                    <a:pt x="1649" y="1104"/>
                    <a:pt x="1652" y="1164"/>
                    <a:pt x="1652" y="1224"/>
                  </a:cubicBezTo>
                  <a:cubicBezTo>
                    <a:pt x="1652" y="1308"/>
                    <a:pt x="1644" y="1392"/>
                    <a:pt x="1629" y="1474"/>
                  </a:cubicBezTo>
                  <a:cubicBezTo>
                    <a:pt x="1526" y="2064"/>
                    <a:pt x="1074" y="2578"/>
                    <a:pt x="478" y="2722"/>
                  </a:cubicBezTo>
                  <a:cubicBezTo>
                    <a:pt x="346" y="2754"/>
                    <a:pt x="214" y="2778"/>
                    <a:pt x="79" y="2776"/>
                  </a:cubicBezTo>
                  <a:cubicBezTo>
                    <a:pt x="46" y="2775"/>
                    <a:pt x="21" y="2778"/>
                    <a:pt x="9" y="2794"/>
                  </a:cubicBezTo>
                  <a:cubicBezTo>
                    <a:pt x="-1" y="2807"/>
                    <a:pt x="-3" y="2826"/>
                    <a:pt x="5" y="2858"/>
                  </a:cubicBezTo>
                  <a:cubicBezTo>
                    <a:pt x="50" y="3048"/>
                    <a:pt x="94" y="3238"/>
                    <a:pt x="139" y="3428"/>
                  </a:cubicBezTo>
                  <a:cubicBezTo>
                    <a:pt x="203" y="3702"/>
                    <a:pt x="267" y="3976"/>
                    <a:pt x="329" y="42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6836400" y="359280"/>
              <a:ext cx="110880" cy="133200"/>
            </a:xfrm>
            <a:custGeom>
              <a:avLst/>
              <a:gdLst/>
              <a:ahLst/>
              <a:cxnLst/>
              <a:rect l="l" t="t" r="r" b="b"/>
              <a:pathLst>
                <a:path w="308" h="370" extrusionOk="0">
                  <a:moveTo>
                    <a:pt x="0" y="0"/>
                  </a:moveTo>
                  <a:cubicBezTo>
                    <a:pt x="83" y="111"/>
                    <a:pt x="152" y="235"/>
                    <a:pt x="205" y="370"/>
                  </a:cubicBezTo>
                  <a:cubicBezTo>
                    <a:pt x="216" y="286"/>
                    <a:pt x="249" y="203"/>
                    <a:pt x="303" y="122"/>
                  </a:cubicBezTo>
                  <a:cubicBezTo>
                    <a:pt x="306" y="118"/>
                    <a:pt x="307" y="115"/>
                    <a:pt x="308" y="113"/>
                  </a:cubicBezTo>
                  <a:cubicBezTo>
                    <a:pt x="306" y="111"/>
                    <a:pt x="304" y="108"/>
                    <a:pt x="299" y="102"/>
                  </a:cubicBezTo>
                  <a:cubicBezTo>
                    <a:pt x="231" y="29"/>
                    <a:pt x="111" y="-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6357240" y="376920"/>
              <a:ext cx="1691640" cy="1800720"/>
            </a:xfrm>
            <a:custGeom>
              <a:avLst/>
              <a:gdLst/>
              <a:ahLst/>
              <a:cxnLst/>
              <a:rect l="l" t="t" r="r" b="b"/>
              <a:pathLst>
                <a:path w="4699" h="5002" extrusionOk="0">
                  <a:moveTo>
                    <a:pt x="320" y="3917"/>
                  </a:moveTo>
                  <a:cubicBezTo>
                    <a:pt x="343" y="4019"/>
                    <a:pt x="406" y="3995"/>
                    <a:pt x="471" y="3980"/>
                  </a:cubicBezTo>
                  <a:lnTo>
                    <a:pt x="1035" y="3848"/>
                  </a:lnTo>
                  <a:cubicBezTo>
                    <a:pt x="1025" y="3801"/>
                    <a:pt x="1018" y="3758"/>
                    <a:pt x="1014" y="3716"/>
                  </a:cubicBezTo>
                  <a:cubicBezTo>
                    <a:pt x="997" y="3541"/>
                    <a:pt x="994" y="3315"/>
                    <a:pt x="1132" y="3113"/>
                  </a:cubicBezTo>
                  <a:cubicBezTo>
                    <a:pt x="1133" y="3110"/>
                    <a:pt x="1135" y="3108"/>
                    <a:pt x="1136" y="3106"/>
                  </a:cubicBezTo>
                  <a:cubicBezTo>
                    <a:pt x="1146" y="3089"/>
                    <a:pt x="1166" y="3057"/>
                    <a:pt x="1210" y="3044"/>
                  </a:cubicBezTo>
                  <a:lnTo>
                    <a:pt x="1213" y="3043"/>
                  </a:lnTo>
                  <a:cubicBezTo>
                    <a:pt x="1235" y="3038"/>
                    <a:pt x="1257" y="3045"/>
                    <a:pt x="1272" y="3062"/>
                  </a:cubicBezTo>
                  <a:cubicBezTo>
                    <a:pt x="1287" y="3079"/>
                    <a:pt x="1291" y="3104"/>
                    <a:pt x="1282" y="3126"/>
                  </a:cubicBezTo>
                  <a:cubicBezTo>
                    <a:pt x="1203" y="3302"/>
                    <a:pt x="1196" y="3540"/>
                    <a:pt x="1260" y="3795"/>
                  </a:cubicBezTo>
                  <a:cubicBezTo>
                    <a:pt x="1653" y="3704"/>
                    <a:pt x="2044" y="3612"/>
                    <a:pt x="2438" y="3521"/>
                  </a:cubicBezTo>
                  <a:cubicBezTo>
                    <a:pt x="2489" y="3510"/>
                    <a:pt x="2553" y="3467"/>
                    <a:pt x="2593" y="3515"/>
                  </a:cubicBezTo>
                  <a:cubicBezTo>
                    <a:pt x="2627" y="3555"/>
                    <a:pt x="2581" y="3613"/>
                    <a:pt x="2566" y="3661"/>
                  </a:cubicBezTo>
                  <a:cubicBezTo>
                    <a:pt x="2499" y="3876"/>
                    <a:pt x="2445" y="4090"/>
                    <a:pt x="2471" y="4321"/>
                  </a:cubicBezTo>
                  <a:cubicBezTo>
                    <a:pt x="2478" y="4385"/>
                    <a:pt x="2491" y="4447"/>
                    <a:pt x="2510" y="4508"/>
                  </a:cubicBezTo>
                  <a:cubicBezTo>
                    <a:pt x="2534" y="4443"/>
                    <a:pt x="2544" y="4369"/>
                    <a:pt x="2539" y="4288"/>
                  </a:cubicBezTo>
                  <a:cubicBezTo>
                    <a:pt x="2520" y="4003"/>
                    <a:pt x="2568" y="3795"/>
                    <a:pt x="2694" y="3615"/>
                  </a:cubicBezTo>
                  <a:cubicBezTo>
                    <a:pt x="2749" y="3536"/>
                    <a:pt x="2826" y="3472"/>
                    <a:pt x="2889" y="3451"/>
                  </a:cubicBezTo>
                  <a:cubicBezTo>
                    <a:pt x="2891" y="3450"/>
                    <a:pt x="2893" y="3449"/>
                    <a:pt x="2895" y="3449"/>
                  </a:cubicBezTo>
                  <a:cubicBezTo>
                    <a:pt x="2920" y="3443"/>
                    <a:pt x="2947" y="3454"/>
                    <a:pt x="2960" y="3477"/>
                  </a:cubicBezTo>
                  <a:cubicBezTo>
                    <a:pt x="2974" y="3502"/>
                    <a:pt x="2969" y="3533"/>
                    <a:pt x="2948" y="3552"/>
                  </a:cubicBezTo>
                  <a:cubicBezTo>
                    <a:pt x="2798" y="3685"/>
                    <a:pt x="2724" y="3857"/>
                    <a:pt x="2723" y="4077"/>
                  </a:cubicBezTo>
                  <a:cubicBezTo>
                    <a:pt x="2723" y="4235"/>
                    <a:pt x="2741" y="4362"/>
                    <a:pt x="2780" y="4475"/>
                  </a:cubicBezTo>
                  <a:cubicBezTo>
                    <a:pt x="2882" y="4775"/>
                    <a:pt x="3064" y="4944"/>
                    <a:pt x="3337" y="4994"/>
                  </a:cubicBezTo>
                  <a:cubicBezTo>
                    <a:pt x="3404" y="5007"/>
                    <a:pt x="3482" y="5004"/>
                    <a:pt x="3560" y="4986"/>
                  </a:cubicBezTo>
                  <a:cubicBezTo>
                    <a:pt x="3795" y="4931"/>
                    <a:pt x="4035" y="4738"/>
                    <a:pt x="4004" y="4549"/>
                  </a:cubicBezTo>
                  <a:cubicBezTo>
                    <a:pt x="4003" y="4542"/>
                    <a:pt x="4000" y="4533"/>
                    <a:pt x="3997" y="4523"/>
                  </a:cubicBezTo>
                  <a:cubicBezTo>
                    <a:pt x="3993" y="4513"/>
                    <a:pt x="3989" y="4502"/>
                    <a:pt x="3986" y="4491"/>
                  </a:cubicBezTo>
                  <a:cubicBezTo>
                    <a:pt x="3907" y="4176"/>
                    <a:pt x="3927" y="3904"/>
                    <a:pt x="4049" y="3659"/>
                  </a:cubicBezTo>
                  <a:cubicBezTo>
                    <a:pt x="4068" y="3620"/>
                    <a:pt x="4092" y="3576"/>
                    <a:pt x="4132" y="3540"/>
                  </a:cubicBezTo>
                  <a:cubicBezTo>
                    <a:pt x="4139" y="3534"/>
                    <a:pt x="4148" y="3529"/>
                    <a:pt x="4158" y="3527"/>
                  </a:cubicBezTo>
                  <a:cubicBezTo>
                    <a:pt x="4171" y="3524"/>
                    <a:pt x="4186" y="3525"/>
                    <a:pt x="4199" y="3532"/>
                  </a:cubicBezTo>
                  <a:cubicBezTo>
                    <a:pt x="4220" y="3543"/>
                    <a:pt x="4233" y="3566"/>
                    <a:pt x="4231" y="3590"/>
                  </a:cubicBezTo>
                  <a:cubicBezTo>
                    <a:pt x="4173" y="4248"/>
                    <a:pt x="4267" y="4435"/>
                    <a:pt x="4328" y="4488"/>
                  </a:cubicBezTo>
                  <a:cubicBezTo>
                    <a:pt x="4354" y="4511"/>
                    <a:pt x="4384" y="4518"/>
                    <a:pt x="4422" y="4509"/>
                  </a:cubicBezTo>
                  <a:cubicBezTo>
                    <a:pt x="4493" y="4492"/>
                    <a:pt x="4564" y="4425"/>
                    <a:pt x="4576" y="4407"/>
                  </a:cubicBezTo>
                  <a:cubicBezTo>
                    <a:pt x="4633" y="4309"/>
                    <a:pt x="4673" y="4215"/>
                    <a:pt x="4699" y="4126"/>
                  </a:cubicBezTo>
                  <a:cubicBezTo>
                    <a:pt x="4696" y="4063"/>
                    <a:pt x="4688" y="4000"/>
                    <a:pt x="4675" y="3936"/>
                  </a:cubicBezTo>
                  <a:cubicBezTo>
                    <a:pt x="4629" y="3710"/>
                    <a:pt x="4505" y="3523"/>
                    <a:pt x="4347" y="3358"/>
                  </a:cubicBezTo>
                  <a:cubicBezTo>
                    <a:pt x="4294" y="3304"/>
                    <a:pt x="4242" y="3248"/>
                    <a:pt x="4188" y="3195"/>
                  </a:cubicBezTo>
                  <a:cubicBezTo>
                    <a:pt x="4144" y="3152"/>
                    <a:pt x="4153" y="3124"/>
                    <a:pt x="4210" y="3108"/>
                  </a:cubicBezTo>
                  <a:cubicBezTo>
                    <a:pt x="4239" y="3100"/>
                    <a:pt x="4270" y="3093"/>
                    <a:pt x="4300" y="3086"/>
                  </a:cubicBezTo>
                  <a:lnTo>
                    <a:pt x="4481" y="3044"/>
                  </a:lnTo>
                  <a:cubicBezTo>
                    <a:pt x="4359" y="2896"/>
                    <a:pt x="4192" y="2834"/>
                    <a:pt x="4021" y="2874"/>
                  </a:cubicBezTo>
                  <a:cubicBezTo>
                    <a:pt x="3882" y="2906"/>
                    <a:pt x="3762" y="3005"/>
                    <a:pt x="3699" y="3136"/>
                  </a:cubicBezTo>
                  <a:cubicBezTo>
                    <a:pt x="3613" y="3318"/>
                    <a:pt x="3570" y="3527"/>
                    <a:pt x="3566" y="3794"/>
                  </a:cubicBezTo>
                  <a:cubicBezTo>
                    <a:pt x="3565" y="3876"/>
                    <a:pt x="3567" y="3957"/>
                    <a:pt x="3568" y="4044"/>
                  </a:cubicBezTo>
                  <a:cubicBezTo>
                    <a:pt x="3569" y="4085"/>
                    <a:pt x="3570" y="4128"/>
                    <a:pt x="3571" y="4172"/>
                  </a:cubicBezTo>
                  <a:cubicBezTo>
                    <a:pt x="3571" y="4200"/>
                    <a:pt x="3552" y="4225"/>
                    <a:pt x="3525" y="4231"/>
                  </a:cubicBezTo>
                  <a:cubicBezTo>
                    <a:pt x="3523" y="4231"/>
                    <a:pt x="3521" y="4232"/>
                    <a:pt x="3519" y="4232"/>
                  </a:cubicBezTo>
                  <a:cubicBezTo>
                    <a:pt x="3488" y="4236"/>
                    <a:pt x="3460" y="4216"/>
                    <a:pt x="3453" y="4186"/>
                  </a:cubicBezTo>
                  <a:cubicBezTo>
                    <a:pt x="3403" y="3972"/>
                    <a:pt x="3387" y="3594"/>
                    <a:pt x="3419" y="3378"/>
                  </a:cubicBezTo>
                  <a:cubicBezTo>
                    <a:pt x="3446" y="3194"/>
                    <a:pt x="3509" y="3038"/>
                    <a:pt x="3611" y="2901"/>
                  </a:cubicBezTo>
                  <a:cubicBezTo>
                    <a:pt x="3702" y="2780"/>
                    <a:pt x="3835" y="2693"/>
                    <a:pt x="3986" y="2658"/>
                  </a:cubicBezTo>
                  <a:cubicBezTo>
                    <a:pt x="4085" y="2635"/>
                    <a:pt x="4189" y="2635"/>
                    <a:pt x="4287" y="2659"/>
                  </a:cubicBezTo>
                  <a:cubicBezTo>
                    <a:pt x="4342" y="2673"/>
                    <a:pt x="4392" y="2694"/>
                    <a:pt x="4440" y="2716"/>
                  </a:cubicBezTo>
                  <a:cubicBezTo>
                    <a:pt x="4447" y="2401"/>
                    <a:pt x="4207" y="2183"/>
                    <a:pt x="3977" y="2112"/>
                  </a:cubicBezTo>
                  <a:cubicBezTo>
                    <a:pt x="3938" y="2100"/>
                    <a:pt x="3901" y="2098"/>
                    <a:pt x="3868" y="2105"/>
                  </a:cubicBezTo>
                  <a:cubicBezTo>
                    <a:pt x="3836" y="2113"/>
                    <a:pt x="3805" y="2130"/>
                    <a:pt x="3776" y="2157"/>
                  </a:cubicBezTo>
                  <a:cubicBezTo>
                    <a:pt x="3722" y="2208"/>
                    <a:pt x="3681" y="2258"/>
                    <a:pt x="3653" y="2310"/>
                  </a:cubicBezTo>
                  <a:cubicBezTo>
                    <a:pt x="3608" y="2392"/>
                    <a:pt x="3567" y="2477"/>
                    <a:pt x="3528" y="2557"/>
                  </a:cubicBezTo>
                  <a:cubicBezTo>
                    <a:pt x="3441" y="2735"/>
                    <a:pt x="3339" y="2830"/>
                    <a:pt x="3195" y="2864"/>
                  </a:cubicBezTo>
                  <a:cubicBezTo>
                    <a:pt x="3129" y="2879"/>
                    <a:pt x="3054" y="2882"/>
                    <a:pt x="2963" y="2872"/>
                  </a:cubicBezTo>
                  <a:cubicBezTo>
                    <a:pt x="2908" y="2866"/>
                    <a:pt x="2855" y="2854"/>
                    <a:pt x="2803" y="2841"/>
                  </a:cubicBezTo>
                  <a:cubicBezTo>
                    <a:pt x="2785" y="2837"/>
                    <a:pt x="2768" y="2833"/>
                    <a:pt x="2750" y="2829"/>
                  </a:cubicBezTo>
                  <a:cubicBezTo>
                    <a:pt x="2693" y="2817"/>
                    <a:pt x="2642" y="2816"/>
                    <a:pt x="2593" y="2827"/>
                  </a:cubicBezTo>
                  <a:cubicBezTo>
                    <a:pt x="2540" y="2840"/>
                    <a:pt x="2490" y="2866"/>
                    <a:pt x="2442" y="2909"/>
                  </a:cubicBezTo>
                  <a:cubicBezTo>
                    <a:pt x="2390" y="2956"/>
                    <a:pt x="2344" y="3015"/>
                    <a:pt x="2300" y="3093"/>
                  </a:cubicBezTo>
                  <a:cubicBezTo>
                    <a:pt x="2275" y="3138"/>
                    <a:pt x="2254" y="3184"/>
                    <a:pt x="2233" y="3233"/>
                  </a:cubicBezTo>
                  <a:cubicBezTo>
                    <a:pt x="2219" y="3262"/>
                    <a:pt x="2206" y="3292"/>
                    <a:pt x="2192" y="3320"/>
                  </a:cubicBezTo>
                  <a:cubicBezTo>
                    <a:pt x="2184" y="3337"/>
                    <a:pt x="2169" y="3348"/>
                    <a:pt x="2152" y="3352"/>
                  </a:cubicBezTo>
                  <a:cubicBezTo>
                    <a:pt x="2141" y="3355"/>
                    <a:pt x="2130" y="3355"/>
                    <a:pt x="2120" y="3351"/>
                  </a:cubicBezTo>
                  <a:cubicBezTo>
                    <a:pt x="2092" y="3342"/>
                    <a:pt x="2074" y="3313"/>
                    <a:pt x="2079" y="3284"/>
                  </a:cubicBezTo>
                  <a:cubicBezTo>
                    <a:pt x="2099" y="3171"/>
                    <a:pt x="2141" y="3059"/>
                    <a:pt x="2208" y="2940"/>
                  </a:cubicBezTo>
                  <a:cubicBezTo>
                    <a:pt x="2304" y="2769"/>
                    <a:pt x="2425" y="2668"/>
                    <a:pt x="2579" y="2632"/>
                  </a:cubicBezTo>
                  <a:cubicBezTo>
                    <a:pt x="2608" y="2625"/>
                    <a:pt x="2639" y="2621"/>
                    <a:pt x="2671" y="2619"/>
                  </a:cubicBezTo>
                  <a:cubicBezTo>
                    <a:pt x="2715" y="2431"/>
                    <a:pt x="2750" y="2210"/>
                    <a:pt x="2693" y="1983"/>
                  </a:cubicBezTo>
                  <a:cubicBezTo>
                    <a:pt x="2659" y="1845"/>
                    <a:pt x="2588" y="1758"/>
                    <a:pt x="2475" y="1717"/>
                  </a:cubicBezTo>
                  <a:cubicBezTo>
                    <a:pt x="2416" y="1696"/>
                    <a:pt x="2361" y="1692"/>
                    <a:pt x="2305" y="1705"/>
                  </a:cubicBezTo>
                  <a:cubicBezTo>
                    <a:pt x="2241" y="1720"/>
                    <a:pt x="2177" y="1756"/>
                    <a:pt x="2104" y="1821"/>
                  </a:cubicBezTo>
                  <a:cubicBezTo>
                    <a:pt x="2033" y="1883"/>
                    <a:pt x="1974" y="1960"/>
                    <a:pt x="1924" y="2027"/>
                  </a:cubicBezTo>
                  <a:cubicBezTo>
                    <a:pt x="1916" y="2039"/>
                    <a:pt x="1903" y="2047"/>
                    <a:pt x="1890" y="2050"/>
                  </a:cubicBezTo>
                  <a:cubicBezTo>
                    <a:pt x="1876" y="2053"/>
                    <a:pt x="1861" y="2051"/>
                    <a:pt x="1848" y="2044"/>
                  </a:cubicBezTo>
                  <a:cubicBezTo>
                    <a:pt x="1822" y="2030"/>
                    <a:pt x="1810" y="1998"/>
                    <a:pt x="1820" y="1971"/>
                  </a:cubicBezTo>
                  <a:cubicBezTo>
                    <a:pt x="1867" y="1847"/>
                    <a:pt x="1941" y="1737"/>
                    <a:pt x="2042" y="1646"/>
                  </a:cubicBezTo>
                  <a:cubicBezTo>
                    <a:pt x="2070" y="1620"/>
                    <a:pt x="2173" y="1555"/>
                    <a:pt x="2299" y="1526"/>
                  </a:cubicBezTo>
                  <a:cubicBezTo>
                    <a:pt x="2406" y="1501"/>
                    <a:pt x="2509" y="1506"/>
                    <a:pt x="2603" y="1540"/>
                  </a:cubicBezTo>
                  <a:cubicBezTo>
                    <a:pt x="2779" y="1605"/>
                    <a:pt x="2893" y="1752"/>
                    <a:pt x="2932" y="1962"/>
                  </a:cubicBezTo>
                  <a:cubicBezTo>
                    <a:pt x="2971" y="2168"/>
                    <a:pt x="2965" y="2380"/>
                    <a:pt x="2915" y="2611"/>
                  </a:cubicBezTo>
                  <a:cubicBezTo>
                    <a:pt x="2915" y="2615"/>
                    <a:pt x="2914" y="2618"/>
                    <a:pt x="2913" y="2622"/>
                  </a:cubicBezTo>
                  <a:cubicBezTo>
                    <a:pt x="2915" y="2622"/>
                    <a:pt x="2917" y="2622"/>
                    <a:pt x="2919" y="2623"/>
                  </a:cubicBezTo>
                  <a:cubicBezTo>
                    <a:pt x="2961" y="2630"/>
                    <a:pt x="3004" y="2637"/>
                    <a:pt x="3045" y="2641"/>
                  </a:cubicBezTo>
                  <a:cubicBezTo>
                    <a:pt x="3084" y="2645"/>
                    <a:pt x="3119" y="2643"/>
                    <a:pt x="3151" y="2636"/>
                  </a:cubicBezTo>
                  <a:cubicBezTo>
                    <a:pt x="3225" y="2618"/>
                    <a:pt x="3281" y="2570"/>
                    <a:pt x="3320" y="2488"/>
                  </a:cubicBezTo>
                  <a:cubicBezTo>
                    <a:pt x="3341" y="2446"/>
                    <a:pt x="3360" y="2402"/>
                    <a:pt x="3379" y="2359"/>
                  </a:cubicBezTo>
                  <a:lnTo>
                    <a:pt x="3389" y="2335"/>
                  </a:lnTo>
                  <a:cubicBezTo>
                    <a:pt x="3431" y="2237"/>
                    <a:pt x="3493" y="2111"/>
                    <a:pt x="3592" y="2005"/>
                  </a:cubicBezTo>
                  <a:cubicBezTo>
                    <a:pt x="3673" y="1920"/>
                    <a:pt x="3758" y="1867"/>
                    <a:pt x="3854" y="1845"/>
                  </a:cubicBezTo>
                  <a:cubicBezTo>
                    <a:pt x="3907" y="1832"/>
                    <a:pt x="3963" y="1829"/>
                    <a:pt x="4020" y="1836"/>
                  </a:cubicBezTo>
                  <a:cubicBezTo>
                    <a:pt x="4019" y="1830"/>
                    <a:pt x="4019" y="1823"/>
                    <a:pt x="4018" y="1816"/>
                  </a:cubicBezTo>
                  <a:cubicBezTo>
                    <a:pt x="4017" y="1805"/>
                    <a:pt x="4016" y="1794"/>
                    <a:pt x="4015" y="1783"/>
                  </a:cubicBezTo>
                  <a:cubicBezTo>
                    <a:pt x="3994" y="1477"/>
                    <a:pt x="3852" y="1273"/>
                    <a:pt x="3581" y="1159"/>
                  </a:cubicBezTo>
                  <a:cubicBezTo>
                    <a:pt x="3525" y="1136"/>
                    <a:pt x="3471" y="1130"/>
                    <a:pt x="3416" y="1142"/>
                  </a:cubicBezTo>
                  <a:lnTo>
                    <a:pt x="3402" y="1145"/>
                  </a:lnTo>
                  <a:cubicBezTo>
                    <a:pt x="3329" y="1162"/>
                    <a:pt x="3255" y="1191"/>
                    <a:pt x="3167" y="1236"/>
                  </a:cubicBezTo>
                  <a:cubicBezTo>
                    <a:pt x="3162" y="1238"/>
                    <a:pt x="3157" y="1240"/>
                    <a:pt x="3153" y="1241"/>
                  </a:cubicBezTo>
                  <a:cubicBezTo>
                    <a:pt x="3133" y="1246"/>
                    <a:pt x="3112" y="1240"/>
                    <a:pt x="3097" y="1225"/>
                  </a:cubicBezTo>
                  <a:cubicBezTo>
                    <a:pt x="3079" y="1208"/>
                    <a:pt x="3074" y="1180"/>
                    <a:pt x="3086" y="1156"/>
                  </a:cubicBezTo>
                  <a:cubicBezTo>
                    <a:pt x="3154" y="1021"/>
                    <a:pt x="3260" y="966"/>
                    <a:pt x="3440" y="920"/>
                  </a:cubicBezTo>
                  <a:cubicBezTo>
                    <a:pt x="3423" y="777"/>
                    <a:pt x="3326" y="649"/>
                    <a:pt x="3192" y="598"/>
                  </a:cubicBezTo>
                  <a:cubicBezTo>
                    <a:pt x="3115" y="569"/>
                    <a:pt x="3038" y="559"/>
                    <a:pt x="2964" y="568"/>
                  </a:cubicBezTo>
                  <a:cubicBezTo>
                    <a:pt x="2884" y="578"/>
                    <a:pt x="2834" y="548"/>
                    <a:pt x="2803" y="473"/>
                  </a:cubicBezTo>
                  <a:cubicBezTo>
                    <a:pt x="2742" y="326"/>
                    <a:pt x="2665" y="214"/>
                    <a:pt x="2567" y="132"/>
                  </a:cubicBezTo>
                  <a:cubicBezTo>
                    <a:pt x="2433" y="19"/>
                    <a:pt x="2286" y="-22"/>
                    <a:pt x="2142" y="11"/>
                  </a:cubicBezTo>
                  <a:cubicBezTo>
                    <a:pt x="2119" y="16"/>
                    <a:pt x="2096" y="24"/>
                    <a:pt x="2073" y="33"/>
                  </a:cubicBezTo>
                  <a:cubicBezTo>
                    <a:pt x="1965" y="77"/>
                    <a:pt x="1878" y="141"/>
                    <a:pt x="1815" y="225"/>
                  </a:cubicBezTo>
                  <a:cubicBezTo>
                    <a:pt x="1752" y="308"/>
                    <a:pt x="1713" y="411"/>
                    <a:pt x="1699" y="530"/>
                  </a:cubicBezTo>
                  <a:lnTo>
                    <a:pt x="1699" y="530"/>
                  </a:lnTo>
                  <a:cubicBezTo>
                    <a:pt x="1705" y="585"/>
                    <a:pt x="1672" y="608"/>
                    <a:pt x="1653" y="616"/>
                  </a:cubicBezTo>
                  <a:cubicBezTo>
                    <a:pt x="1649" y="618"/>
                    <a:pt x="1645" y="619"/>
                    <a:pt x="1641" y="620"/>
                  </a:cubicBezTo>
                  <a:cubicBezTo>
                    <a:pt x="1634" y="622"/>
                    <a:pt x="1627" y="622"/>
                    <a:pt x="1619" y="621"/>
                  </a:cubicBezTo>
                  <a:cubicBezTo>
                    <a:pt x="1624" y="650"/>
                    <a:pt x="1629" y="679"/>
                    <a:pt x="1633" y="710"/>
                  </a:cubicBezTo>
                  <a:cubicBezTo>
                    <a:pt x="1640" y="771"/>
                    <a:pt x="1643" y="831"/>
                    <a:pt x="1643" y="891"/>
                  </a:cubicBezTo>
                  <a:cubicBezTo>
                    <a:pt x="1683" y="908"/>
                    <a:pt x="1720" y="929"/>
                    <a:pt x="1756" y="955"/>
                  </a:cubicBezTo>
                  <a:cubicBezTo>
                    <a:pt x="1883" y="1043"/>
                    <a:pt x="1948" y="1239"/>
                    <a:pt x="1940" y="1281"/>
                  </a:cubicBezTo>
                  <a:cubicBezTo>
                    <a:pt x="1935" y="1304"/>
                    <a:pt x="1917" y="1323"/>
                    <a:pt x="1895" y="1329"/>
                  </a:cubicBezTo>
                  <a:cubicBezTo>
                    <a:pt x="1873" y="1334"/>
                    <a:pt x="1850" y="1327"/>
                    <a:pt x="1836" y="1310"/>
                  </a:cubicBezTo>
                  <a:cubicBezTo>
                    <a:pt x="1768" y="1234"/>
                    <a:pt x="1697" y="1177"/>
                    <a:pt x="1620" y="1141"/>
                  </a:cubicBezTo>
                  <a:cubicBezTo>
                    <a:pt x="1517" y="1731"/>
                    <a:pt x="1065" y="2245"/>
                    <a:pt x="469" y="2389"/>
                  </a:cubicBezTo>
                  <a:cubicBezTo>
                    <a:pt x="337" y="2421"/>
                    <a:pt x="205" y="2445"/>
                    <a:pt x="70" y="2443"/>
                  </a:cubicBezTo>
                  <a:cubicBezTo>
                    <a:pt x="37" y="2442"/>
                    <a:pt x="12" y="2445"/>
                    <a:pt x="0" y="2461"/>
                  </a:cubicBezTo>
                  <a:cubicBezTo>
                    <a:pt x="12" y="2492"/>
                    <a:pt x="24" y="2524"/>
                    <a:pt x="38" y="2556"/>
                  </a:cubicBezTo>
                  <a:cubicBezTo>
                    <a:pt x="44" y="2569"/>
                    <a:pt x="49" y="2581"/>
                    <a:pt x="54" y="2594"/>
                  </a:cubicBezTo>
                  <a:cubicBezTo>
                    <a:pt x="68" y="2627"/>
                    <a:pt x="81" y="2659"/>
                    <a:pt x="96" y="2691"/>
                  </a:cubicBezTo>
                  <a:cubicBezTo>
                    <a:pt x="172" y="2626"/>
                    <a:pt x="245" y="2586"/>
                    <a:pt x="312" y="2570"/>
                  </a:cubicBezTo>
                  <a:cubicBezTo>
                    <a:pt x="379" y="2554"/>
                    <a:pt x="440" y="2564"/>
                    <a:pt x="490" y="2597"/>
                  </a:cubicBezTo>
                  <a:cubicBezTo>
                    <a:pt x="509" y="2610"/>
                    <a:pt x="519" y="2633"/>
                    <a:pt x="516" y="2656"/>
                  </a:cubicBezTo>
                  <a:cubicBezTo>
                    <a:pt x="512" y="2678"/>
                    <a:pt x="496" y="2697"/>
                    <a:pt x="474" y="2704"/>
                  </a:cubicBezTo>
                  <a:cubicBezTo>
                    <a:pt x="280" y="2763"/>
                    <a:pt x="164" y="2895"/>
                    <a:pt x="130" y="3095"/>
                  </a:cubicBezTo>
                  <a:cubicBezTo>
                    <a:pt x="194" y="3369"/>
                    <a:pt x="258" y="3643"/>
                    <a:pt x="320" y="39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9" name="Google Shape;359;p26"/>
          <p:cNvSpPr/>
          <p:nvPr/>
        </p:nvSpPr>
        <p:spPr>
          <a:xfrm rot="5400000">
            <a:off x="5731903" y="5080566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6"/>
          <p:cNvSpPr/>
          <p:nvPr/>
        </p:nvSpPr>
        <p:spPr>
          <a:xfrm rot="3599360">
            <a:off x="-801157" y="951602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6"/>
          <p:cNvSpPr txBox="1">
            <a:spLocks noGrp="1"/>
          </p:cNvSpPr>
          <p:nvPr>
            <p:ph type="subTitle" idx="1"/>
          </p:nvPr>
        </p:nvSpPr>
        <p:spPr>
          <a:xfrm>
            <a:off x="3413951" y="2816357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26"/>
          <p:cNvSpPr txBox="1">
            <a:spLocks noGrp="1"/>
          </p:cNvSpPr>
          <p:nvPr>
            <p:ph type="subTitle" idx="2"/>
          </p:nvPr>
        </p:nvSpPr>
        <p:spPr>
          <a:xfrm>
            <a:off x="7663388" y="2816357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3" name="Google Shape;363;p26"/>
          <p:cNvSpPr txBox="1">
            <a:spLocks noGrp="1"/>
          </p:cNvSpPr>
          <p:nvPr>
            <p:ph type="subTitle" idx="3"/>
          </p:nvPr>
        </p:nvSpPr>
        <p:spPr>
          <a:xfrm>
            <a:off x="3413951" y="4633716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26"/>
          <p:cNvSpPr txBox="1">
            <a:spLocks noGrp="1"/>
          </p:cNvSpPr>
          <p:nvPr>
            <p:ph type="subTitle" idx="4"/>
          </p:nvPr>
        </p:nvSpPr>
        <p:spPr>
          <a:xfrm>
            <a:off x="7663388" y="4633716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5" name="Google Shape;365;p26"/>
          <p:cNvSpPr txBox="1">
            <a:spLocks noGrp="1"/>
          </p:cNvSpPr>
          <p:nvPr>
            <p:ph type="subTitle" idx="5"/>
          </p:nvPr>
        </p:nvSpPr>
        <p:spPr>
          <a:xfrm>
            <a:off x="3413967" y="2352487"/>
            <a:ext cx="2637600" cy="65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26"/>
          <p:cNvSpPr txBox="1">
            <a:spLocks noGrp="1"/>
          </p:cNvSpPr>
          <p:nvPr>
            <p:ph type="subTitle" idx="6"/>
          </p:nvPr>
        </p:nvSpPr>
        <p:spPr>
          <a:xfrm>
            <a:off x="3413967" y="4169844"/>
            <a:ext cx="2637600" cy="65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7" name="Google Shape;367;p26"/>
          <p:cNvSpPr txBox="1">
            <a:spLocks noGrp="1"/>
          </p:cNvSpPr>
          <p:nvPr>
            <p:ph type="subTitle" idx="7"/>
          </p:nvPr>
        </p:nvSpPr>
        <p:spPr>
          <a:xfrm>
            <a:off x="7663400" y="2352487"/>
            <a:ext cx="2637600" cy="65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26"/>
          <p:cNvSpPr txBox="1">
            <a:spLocks noGrp="1"/>
          </p:cNvSpPr>
          <p:nvPr>
            <p:ph type="subTitle" idx="8"/>
          </p:nvPr>
        </p:nvSpPr>
        <p:spPr>
          <a:xfrm>
            <a:off x="7663400" y="4169844"/>
            <a:ext cx="2637600" cy="65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9" name="Google Shape;369;p26"/>
          <p:cNvSpPr txBox="1">
            <a:spLocks noGrp="1"/>
          </p:cNvSpPr>
          <p:nvPr>
            <p:ph type="title"/>
          </p:nvPr>
        </p:nvSpPr>
        <p:spPr>
          <a:xfrm>
            <a:off x="2021433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96857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/>
          <p:nvPr/>
        </p:nvSpPr>
        <p:spPr>
          <a:xfrm rot="3599360">
            <a:off x="81526" y="6298267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7"/>
          <p:cNvSpPr/>
          <p:nvPr/>
        </p:nvSpPr>
        <p:spPr>
          <a:xfrm rot="5399969" flipH="1">
            <a:off x="5736301" y="-1361340"/>
            <a:ext cx="728204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3" name="Google Shape;373;p27"/>
          <p:cNvGrpSpPr/>
          <p:nvPr/>
        </p:nvGrpSpPr>
        <p:grpSpPr>
          <a:xfrm rot="-3600539">
            <a:off x="10178212" y="6005647"/>
            <a:ext cx="1904873" cy="1157744"/>
            <a:chOff x="2544840" y="154440"/>
            <a:chExt cx="3692520" cy="2244240"/>
          </a:xfrm>
        </p:grpSpPr>
        <p:sp>
          <p:nvSpPr>
            <p:cNvPr id="374" name="Google Shape;374;p27"/>
            <p:cNvSpPr/>
            <p:nvPr/>
          </p:nvSpPr>
          <p:spPr>
            <a:xfrm>
              <a:off x="2544840" y="154440"/>
              <a:ext cx="3692520" cy="2244240"/>
            </a:xfrm>
            <a:custGeom>
              <a:avLst/>
              <a:gdLst/>
              <a:ahLst/>
              <a:cxnLst/>
              <a:rect l="l" t="t" r="r" b="b"/>
              <a:pathLst>
                <a:path w="10257" h="6234" extrusionOk="0">
                  <a:moveTo>
                    <a:pt x="309" y="3816"/>
                  </a:moveTo>
                  <a:cubicBezTo>
                    <a:pt x="685" y="4204"/>
                    <a:pt x="1175" y="4286"/>
                    <a:pt x="1651" y="4038"/>
                  </a:cubicBezTo>
                  <a:cubicBezTo>
                    <a:pt x="1739" y="3992"/>
                    <a:pt x="1824" y="3938"/>
                    <a:pt x="1911" y="3888"/>
                  </a:cubicBezTo>
                  <a:cubicBezTo>
                    <a:pt x="1995" y="3841"/>
                    <a:pt x="2012" y="3850"/>
                    <a:pt x="2013" y="3946"/>
                  </a:cubicBezTo>
                  <a:cubicBezTo>
                    <a:pt x="2015" y="4129"/>
                    <a:pt x="2013" y="4312"/>
                    <a:pt x="2013" y="4495"/>
                  </a:cubicBezTo>
                  <a:cubicBezTo>
                    <a:pt x="2013" y="4678"/>
                    <a:pt x="2013" y="4861"/>
                    <a:pt x="2013" y="5045"/>
                  </a:cubicBezTo>
                  <a:lnTo>
                    <a:pt x="2014" y="5045"/>
                  </a:lnTo>
                  <a:cubicBezTo>
                    <a:pt x="2014" y="5393"/>
                    <a:pt x="2013" y="5742"/>
                    <a:pt x="2014" y="6091"/>
                  </a:cubicBezTo>
                  <a:cubicBezTo>
                    <a:pt x="2014" y="6230"/>
                    <a:pt x="2016" y="6233"/>
                    <a:pt x="2150" y="6233"/>
                  </a:cubicBezTo>
                  <a:cubicBezTo>
                    <a:pt x="2595" y="6233"/>
                    <a:pt x="3041" y="6233"/>
                    <a:pt x="3486" y="6233"/>
                  </a:cubicBezTo>
                  <a:cubicBezTo>
                    <a:pt x="3623" y="6232"/>
                    <a:pt x="3625" y="6231"/>
                    <a:pt x="3597" y="6100"/>
                  </a:cubicBezTo>
                  <a:cubicBezTo>
                    <a:pt x="3507" y="5672"/>
                    <a:pt x="3588" y="5270"/>
                    <a:pt x="3831" y="4914"/>
                  </a:cubicBezTo>
                  <a:cubicBezTo>
                    <a:pt x="3837" y="4904"/>
                    <a:pt x="3843" y="4895"/>
                    <a:pt x="3850" y="4886"/>
                  </a:cubicBezTo>
                  <a:cubicBezTo>
                    <a:pt x="3937" y="4763"/>
                    <a:pt x="4040" y="4655"/>
                    <a:pt x="4153" y="4564"/>
                  </a:cubicBezTo>
                  <a:cubicBezTo>
                    <a:pt x="4528" y="4264"/>
                    <a:pt x="5026" y="4146"/>
                    <a:pt x="5511" y="4273"/>
                  </a:cubicBezTo>
                  <a:cubicBezTo>
                    <a:pt x="5531" y="4278"/>
                    <a:pt x="5551" y="4284"/>
                    <a:pt x="5570" y="4290"/>
                  </a:cubicBezTo>
                  <a:cubicBezTo>
                    <a:pt x="5742" y="4341"/>
                    <a:pt x="5899" y="4418"/>
                    <a:pt x="6037" y="4516"/>
                  </a:cubicBezTo>
                  <a:cubicBezTo>
                    <a:pt x="6426" y="4791"/>
                    <a:pt x="6671" y="5230"/>
                    <a:pt x="6695" y="5735"/>
                  </a:cubicBezTo>
                  <a:cubicBezTo>
                    <a:pt x="6701" y="5870"/>
                    <a:pt x="6681" y="6004"/>
                    <a:pt x="6651" y="6135"/>
                  </a:cubicBezTo>
                  <a:cubicBezTo>
                    <a:pt x="6633" y="6213"/>
                    <a:pt x="6661" y="6234"/>
                    <a:pt x="6733" y="6234"/>
                  </a:cubicBezTo>
                  <a:cubicBezTo>
                    <a:pt x="6917" y="6233"/>
                    <a:pt x="7100" y="6233"/>
                    <a:pt x="7284" y="6232"/>
                  </a:cubicBezTo>
                  <a:cubicBezTo>
                    <a:pt x="7361" y="6232"/>
                    <a:pt x="7438" y="6232"/>
                    <a:pt x="7515" y="6232"/>
                  </a:cubicBezTo>
                  <a:cubicBezTo>
                    <a:pt x="7724" y="6232"/>
                    <a:pt x="7933" y="6232"/>
                    <a:pt x="8142" y="6234"/>
                  </a:cubicBezTo>
                  <a:cubicBezTo>
                    <a:pt x="8237" y="6234"/>
                    <a:pt x="8246" y="6185"/>
                    <a:pt x="8246" y="6109"/>
                  </a:cubicBezTo>
                  <a:cubicBezTo>
                    <a:pt x="8246" y="5855"/>
                    <a:pt x="8245" y="5601"/>
                    <a:pt x="8245" y="5347"/>
                  </a:cubicBezTo>
                  <a:cubicBezTo>
                    <a:pt x="8245" y="4920"/>
                    <a:pt x="8245" y="4495"/>
                    <a:pt x="8246" y="4068"/>
                  </a:cubicBezTo>
                  <a:cubicBezTo>
                    <a:pt x="8246" y="4022"/>
                    <a:pt x="8223" y="3959"/>
                    <a:pt x="8268" y="3933"/>
                  </a:cubicBezTo>
                  <a:cubicBezTo>
                    <a:pt x="8320" y="3901"/>
                    <a:pt x="8361" y="3960"/>
                    <a:pt x="8402" y="3986"/>
                  </a:cubicBezTo>
                  <a:cubicBezTo>
                    <a:pt x="8493" y="4044"/>
                    <a:pt x="8585" y="4096"/>
                    <a:pt x="8681" y="4137"/>
                  </a:cubicBezTo>
                  <a:cubicBezTo>
                    <a:pt x="8841" y="4206"/>
                    <a:pt x="9010" y="4247"/>
                    <a:pt x="9197" y="4241"/>
                  </a:cubicBezTo>
                  <a:cubicBezTo>
                    <a:pt x="9220" y="4241"/>
                    <a:pt x="9244" y="4240"/>
                    <a:pt x="9266" y="4237"/>
                  </a:cubicBezTo>
                  <a:lnTo>
                    <a:pt x="9267" y="4237"/>
                  </a:lnTo>
                  <a:cubicBezTo>
                    <a:pt x="9392" y="4225"/>
                    <a:pt x="9510" y="4191"/>
                    <a:pt x="9618" y="4139"/>
                  </a:cubicBezTo>
                  <a:cubicBezTo>
                    <a:pt x="9846" y="4030"/>
                    <a:pt x="10028" y="3841"/>
                    <a:pt x="10138" y="3617"/>
                  </a:cubicBezTo>
                  <a:cubicBezTo>
                    <a:pt x="10179" y="3535"/>
                    <a:pt x="10210" y="3448"/>
                    <a:pt x="10230" y="3359"/>
                  </a:cubicBezTo>
                  <a:cubicBezTo>
                    <a:pt x="10283" y="3123"/>
                    <a:pt x="10260" y="2869"/>
                    <a:pt x="10140" y="2637"/>
                  </a:cubicBezTo>
                  <a:cubicBezTo>
                    <a:pt x="9888" y="2153"/>
                    <a:pt x="9349" y="1893"/>
                    <a:pt x="8821" y="2050"/>
                  </a:cubicBezTo>
                  <a:cubicBezTo>
                    <a:pt x="8800" y="2056"/>
                    <a:pt x="8778" y="2063"/>
                    <a:pt x="8757" y="2071"/>
                  </a:cubicBezTo>
                  <a:cubicBezTo>
                    <a:pt x="8623" y="2120"/>
                    <a:pt x="8507" y="2202"/>
                    <a:pt x="8382" y="2268"/>
                  </a:cubicBezTo>
                  <a:cubicBezTo>
                    <a:pt x="8345" y="2288"/>
                    <a:pt x="8309" y="2340"/>
                    <a:pt x="8264" y="2313"/>
                  </a:cubicBezTo>
                  <a:cubicBezTo>
                    <a:pt x="8226" y="2290"/>
                    <a:pt x="8246" y="2236"/>
                    <a:pt x="8246" y="2197"/>
                  </a:cubicBezTo>
                  <a:cubicBezTo>
                    <a:pt x="8246" y="2058"/>
                    <a:pt x="8246" y="1919"/>
                    <a:pt x="8246" y="1780"/>
                  </a:cubicBezTo>
                  <a:cubicBezTo>
                    <a:pt x="8245" y="1239"/>
                    <a:pt x="8245" y="697"/>
                    <a:pt x="8245" y="155"/>
                  </a:cubicBezTo>
                  <a:cubicBezTo>
                    <a:pt x="8245" y="1"/>
                    <a:pt x="8244" y="1"/>
                    <a:pt x="8090" y="1"/>
                  </a:cubicBezTo>
                  <a:cubicBezTo>
                    <a:pt x="7624" y="1"/>
                    <a:pt x="7158" y="5"/>
                    <a:pt x="6692" y="2"/>
                  </a:cubicBezTo>
                  <a:cubicBezTo>
                    <a:pt x="6598" y="1"/>
                    <a:pt x="6573" y="25"/>
                    <a:pt x="6591" y="122"/>
                  </a:cubicBezTo>
                  <a:cubicBezTo>
                    <a:pt x="6715" y="792"/>
                    <a:pt x="6498" y="1336"/>
                    <a:pt x="5951" y="1737"/>
                  </a:cubicBezTo>
                  <a:cubicBezTo>
                    <a:pt x="5027" y="2415"/>
                    <a:pt x="3663" y="1819"/>
                    <a:pt x="3516" y="681"/>
                  </a:cubicBezTo>
                  <a:cubicBezTo>
                    <a:pt x="3492" y="493"/>
                    <a:pt x="3499" y="310"/>
                    <a:pt x="3535" y="126"/>
                  </a:cubicBezTo>
                  <a:cubicBezTo>
                    <a:pt x="3558" y="9"/>
                    <a:pt x="3552" y="1"/>
                    <a:pt x="3431" y="1"/>
                  </a:cubicBezTo>
                  <a:cubicBezTo>
                    <a:pt x="3103" y="1"/>
                    <a:pt x="2775" y="-1"/>
                    <a:pt x="2447" y="1"/>
                  </a:cubicBezTo>
                  <a:cubicBezTo>
                    <a:pt x="2162" y="4"/>
                    <a:pt x="2014" y="155"/>
                    <a:pt x="2013" y="439"/>
                  </a:cubicBezTo>
                  <a:cubicBezTo>
                    <a:pt x="2013" y="1009"/>
                    <a:pt x="2014" y="1579"/>
                    <a:pt x="2014" y="2149"/>
                  </a:cubicBezTo>
                  <a:cubicBezTo>
                    <a:pt x="2014" y="2277"/>
                    <a:pt x="2009" y="2280"/>
                    <a:pt x="1898" y="2219"/>
                  </a:cubicBezTo>
                  <a:cubicBezTo>
                    <a:pt x="1714" y="2118"/>
                    <a:pt x="1541" y="1998"/>
                    <a:pt x="1328" y="1958"/>
                  </a:cubicBezTo>
                  <a:cubicBezTo>
                    <a:pt x="865" y="1871"/>
                    <a:pt x="369" y="2096"/>
                    <a:pt x="147" y="2504"/>
                  </a:cubicBezTo>
                  <a:cubicBezTo>
                    <a:pt x="-96" y="2952"/>
                    <a:pt x="-33" y="3462"/>
                    <a:pt x="309" y="3816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3929400" y="741960"/>
              <a:ext cx="2307960" cy="1656720"/>
            </a:xfrm>
            <a:custGeom>
              <a:avLst/>
              <a:gdLst/>
              <a:ahLst/>
              <a:cxnLst/>
              <a:rect l="l" t="t" r="r" b="b"/>
              <a:pathLst>
                <a:path w="6411" h="4602" extrusionOk="0">
                  <a:moveTo>
                    <a:pt x="4" y="3254"/>
                  </a:moveTo>
                  <a:cubicBezTo>
                    <a:pt x="91" y="3131"/>
                    <a:pt x="194" y="3023"/>
                    <a:pt x="307" y="2932"/>
                  </a:cubicBezTo>
                  <a:cubicBezTo>
                    <a:pt x="682" y="2632"/>
                    <a:pt x="1180" y="2514"/>
                    <a:pt x="1665" y="2641"/>
                  </a:cubicBezTo>
                  <a:cubicBezTo>
                    <a:pt x="1685" y="2646"/>
                    <a:pt x="1705" y="2652"/>
                    <a:pt x="1724" y="2658"/>
                  </a:cubicBezTo>
                  <a:cubicBezTo>
                    <a:pt x="1896" y="2709"/>
                    <a:pt x="2053" y="2786"/>
                    <a:pt x="2191" y="2884"/>
                  </a:cubicBezTo>
                  <a:cubicBezTo>
                    <a:pt x="2580" y="3159"/>
                    <a:pt x="2825" y="3598"/>
                    <a:pt x="2849" y="4103"/>
                  </a:cubicBezTo>
                  <a:cubicBezTo>
                    <a:pt x="2855" y="4238"/>
                    <a:pt x="2835" y="4372"/>
                    <a:pt x="2805" y="4503"/>
                  </a:cubicBezTo>
                  <a:cubicBezTo>
                    <a:pt x="2787" y="4581"/>
                    <a:pt x="2815" y="4602"/>
                    <a:pt x="2887" y="4602"/>
                  </a:cubicBezTo>
                  <a:cubicBezTo>
                    <a:pt x="3071" y="4601"/>
                    <a:pt x="3254" y="4601"/>
                    <a:pt x="3438" y="4600"/>
                  </a:cubicBezTo>
                  <a:cubicBezTo>
                    <a:pt x="3515" y="4600"/>
                    <a:pt x="3592" y="4600"/>
                    <a:pt x="3669" y="4600"/>
                  </a:cubicBezTo>
                  <a:cubicBezTo>
                    <a:pt x="3878" y="4600"/>
                    <a:pt x="4087" y="4600"/>
                    <a:pt x="4296" y="4602"/>
                  </a:cubicBezTo>
                  <a:cubicBezTo>
                    <a:pt x="4391" y="4602"/>
                    <a:pt x="4400" y="4553"/>
                    <a:pt x="4400" y="4477"/>
                  </a:cubicBezTo>
                  <a:cubicBezTo>
                    <a:pt x="4400" y="4223"/>
                    <a:pt x="4399" y="3969"/>
                    <a:pt x="4399" y="3715"/>
                  </a:cubicBezTo>
                  <a:cubicBezTo>
                    <a:pt x="4399" y="3288"/>
                    <a:pt x="4399" y="2863"/>
                    <a:pt x="4400" y="2436"/>
                  </a:cubicBezTo>
                  <a:cubicBezTo>
                    <a:pt x="4400" y="2390"/>
                    <a:pt x="4377" y="2327"/>
                    <a:pt x="4422" y="2301"/>
                  </a:cubicBezTo>
                  <a:cubicBezTo>
                    <a:pt x="4474" y="2269"/>
                    <a:pt x="4515" y="2328"/>
                    <a:pt x="4556" y="2354"/>
                  </a:cubicBezTo>
                  <a:cubicBezTo>
                    <a:pt x="4647" y="2412"/>
                    <a:pt x="4739" y="2464"/>
                    <a:pt x="4835" y="2505"/>
                  </a:cubicBezTo>
                  <a:cubicBezTo>
                    <a:pt x="4995" y="2574"/>
                    <a:pt x="5164" y="2615"/>
                    <a:pt x="5351" y="2609"/>
                  </a:cubicBezTo>
                  <a:cubicBezTo>
                    <a:pt x="5374" y="2609"/>
                    <a:pt x="5398" y="2608"/>
                    <a:pt x="5420" y="2605"/>
                  </a:cubicBezTo>
                  <a:lnTo>
                    <a:pt x="5421" y="2605"/>
                  </a:lnTo>
                  <a:cubicBezTo>
                    <a:pt x="5546" y="2593"/>
                    <a:pt x="5664" y="2559"/>
                    <a:pt x="5772" y="2507"/>
                  </a:cubicBezTo>
                  <a:cubicBezTo>
                    <a:pt x="6000" y="2398"/>
                    <a:pt x="6182" y="2209"/>
                    <a:pt x="6292" y="1985"/>
                  </a:cubicBezTo>
                  <a:cubicBezTo>
                    <a:pt x="6333" y="1903"/>
                    <a:pt x="6364" y="1816"/>
                    <a:pt x="6384" y="1727"/>
                  </a:cubicBezTo>
                  <a:cubicBezTo>
                    <a:pt x="6437" y="1491"/>
                    <a:pt x="6414" y="1237"/>
                    <a:pt x="6294" y="1005"/>
                  </a:cubicBezTo>
                  <a:cubicBezTo>
                    <a:pt x="6042" y="521"/>
                    <a:pt x="5503" y="261"/>
                    <a:pt x="4975" y="418"/>
                  </a:cubicBezTo>
                  <a:cubicBezTo>
                    <a:pt x="4954" y="424"/>
                    <a:pt x="4932" y="431"/>
                    <a:pt x="4911" y="439"/>
                  </a:cubicBezTo>
                  <a:cubicBezTo>
                    <a:pt x="4777" y="488"/>
                    <a:pt x="4661" y="570"/>
                    <a:pt x="4536" y="636"/>
                  </a:cubicBezTo>
                  <a:cubicBezTo>
                    <a:pt x="4499" y="656"/>
                    <a:pt x="4463" y="708"/>
                    <a:pt x="4419" y="681"/>
                  </a:cubicBezTo>
                  <a:cubicBezTo>
                    <a:pt x="4380" y="658"/>
                    <a:pt x="4400" y="604"/>
                    <a:pt x="4400" y="565"/>
                  </a:cubicBezTo>
                  <a:cubicBezTo>
                    <a:pt x="4400" y="426"/>
                    <a:pt x="4400" y="287"/>
                    <a:pt x="4400" y="148"/>
                  </a:cubicBezTo>
                  <a:cubicBezTo>
                    <a:pt x="4244" y="50"/>
                    <a:pt x="4082" y="26"/>
                    <a:pt x="4008" y="15"/>
                  </a:cubicBezTo>
                  <a:cubicBezTo>
                    <a:pt x="3943" y="5"/>
                    <a:pt x="3878" y="0"/>
                    <a:pt x="3815" y="0"/>
                  </a:cubicBezTo>
                  <a:lnTo>
                    <a:pt x="3814" y="0"/>
                  </a:lnTo>
                  <a:cubicBezTo>
                    <a:pt x="3496" y="0"/>
                    <a:pt x="3191" y="123"/>
                    <a:pt x="2906" y="364"/>
                  </a:cubicBezTo>
                  <a:cubicBezTo>
                    <a:pt x="2835" y="424"/>
                    <a:pt x="2769" y="492"/>
                    <a:pt x="2704" y="569"/>
                  </a:cubicBezTo>
                  <a:lnTo>
                    <a:pt x="2650" y="569"/>
                  </a:lnTo>
                  <a:cubicBezTo>
                    <a:pt x="2436" y="569"/>
                    <a:pt x="2172" y="656"/>
                    <a:pt x="2011" y="848"/>
                  </a:cubicBezTo>
                  <a:cubicBezTo>
                    <a:pt x="1979" y="840"/>
                    <a:pt x="1947" y="834"/>
                    <a:pt x="1913" y="829"/>
                  </a:cubicBezTo>
                  <a:cubicBezTo>
                    <a:pt x="1870" y="822"/>
                    <a:pt x="1827" y="819"/>
                    <a:pt x="1784" y="819"/>
                  </a:cubicBezTo>
                  <a:cubicBezTo>
                    <a:pt x="1518" y="819"/>
                    <a:pt x="1275" y="947"/>
                    <a:pt x="1100" y="1181"/>
                  </a:cubicBezTo>
                  <a:cubicBezTo>
                    <a:pt x="1015" y="1294"/>
                    <a:pt x="953" y="1423"/>
                    <a:pt x="913" y="1571"/>
                  </a:cubicBezTo>
                  <a:cubicBezTo>
                    <a:pt x="840" y="1595"/>
                    <a:pt x="770" y="1630"/>
                    <a:pt x="702" y="1675"/>
                  </a:cubicBezTo>
                  <a:cubicBezTo>
                    <a:pt x="478" y="1825"/>
                    <a:pt x="349" y="2093"/>
                    <a:pt x="367" y="2364"/>
                  </a:cubicBezTo>
                  <a:cubicBezTo>
                    <a:pt x="100" y="2592"/>
                    <a:pt x="-25" y="2896"/>
                    <a:pt x="4" y="3254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5656320" y="875880"/>
              <a:ext cx="581040" cy="805680"/>
            </a:xfrm>
            <a:custGeom>
              <a:avLst/>
              <a:gdLst/>
              <a:ahLst/>
              <a:cxnLst/>
              <a:rect l="l" t="t" r="r" b="b"/>
              <a:pathLst>
                <a:path w="1614" h="2238" extrusionOk="0">
                  <a:moveTo>
                    <a:pt x="58" y="1951"/>
                  </a:moveTo>
                  <a:cubicBezTo>
                    <a:pt x="48" y="2011"/>
                    <a:pt x="42" y="2071"/>
                    <a:pt x="38" y="2133"/>
                  </a:cubicBezTo>
                  <a:cubicBezTo>
                    <a:pt x="198" y="2202"/>
                    <a:pt x="367" y="2243"/>
                    <a:pt x="554" y="2238"/>
                  </a:cubicBezTo>
                  <a:cubicBezTo>
                    <a:pt x="577" y="2237"/>
                    <a:pt x="601" y="2235"/>
                    <a:pt x="623" y="2233"/>
                  </a:cubicBezTo>
                  <a:lnTo>
                    <a:pt x="624" y="2233"/>
                  </a:lnTo>
                  <a:cubicBezTo>
                    <a:pt x="727" y="2174"/>
                    <a:pt x="781" y="2068"/>
                    <a:pt x="842" y="1949"/>
                  </a:cubicBezTo>
                  <a:cubicBezTo>
                    <a:pt x="850" y="1934"/>
                    <a:pt x="857" y="1919"/>
                    <a:pt x="865" y="1903"/>
                  </a:cubicBezTo>
                  <a:cubicBezTo>
                    <a:pt x="876" y="1883"/>
                    <a:pt x="886" y="1862"/>
                    <a:pt x="896" y="1841"/>
                  </a:cubicBezTo>
                  <a:cubicBezTo>
                    <a:pt x="910" y="1811"/>
                    <a:pt x="925" y="1780"/>
                    <a:pt x="942" y="1750"/>
                  </a:cubicBezTo>
                  <a:cubicBezTo>
                    <a:pt x="1007" y="1635"/>
                    <a:pt x="1087" y="1545"/>
                    <a:pt x="1180" y="1483"/>
                  </a:cubicBezTo>
                  <a:cubicBezTo>
                    <a:pt x="1298" y="1403"/>
                    <a:pt x="1442" y="1358"/>
                    <a:pt x="1587" y="1355"/>
                  </a:cubicBezTo>
                  <a:cubicBezTo>
                    <a:pt x="1640" y="1119"/>
                    <a:pt x="1617" y="865"/>
                    <a:pt x="1497" y="633"/>
                  </a:cubicBezTo>
                  <a:cubicBezTo>
                    <a:pt x="1245" y="149"/>
                    <a:pt x="706" y="-111"/>
                    <a:pt x="178" y="46"/>
                  </a:cubicBezTo>
                  <a:cubicBezTo>
                    <a:pt x="141" y="82"/>
                    <a:pt x="113" y="125"/>
                    <a:pt x="91" y="178"/>
                  </a:cubicBezTo>
                  <a:cubicBezTo>
                    <a:pt x="63" y="247"/>
                    <a:pt x="34" y="323"/>
                    <a:pt x="21" y="401"/>
                  </a:cubicBezTo>
                  <a:cubicBezTo>
                    <a:pt x="-29" y="689"/>
                    <a:pt x="10" y="982"/>
                    <a:pt x="139" y="1294"/>
                  </a:cubicBezTo>
                  <a:cubicBezTo>
                    <a:pt x="276" y="1167"/>
                    <a:pt x="446" y="1078"/>
                    <a:pt x="653" y="1024"/>
                  </a:cubicBezTo>
                  <a:cubicBezTo>
                    <a:pt x="551" y="769"/>
                    <a:pt x="522" y="598"/>
                    <a:pt x="648" y="491"/>
                  </a:cubicBezTo>
                  <a:cubicBezTo>
                    <a:pt x="659" y="482"/>
                    <a:pt x="673" y="477"/>
                    <a:pt x="687" y="477"/>
                  </a:cubicBezTo>
                  <a:cubicBezTo>
                    <a:pt x="696" y="477"/>
                    <a:pt x="706" y="479"/>
                    <a:pt x="715" y="484"/>
                  </a:cubicBezTo>
                  <a:cubicBezTo>
                    <a:pt x="737" y="496"/>
                    <a:pt x="749" y="521"/>
                    <a:pt x="746" y="545"/>
                  </a:cubicBezTo>
                  <a:cubicBezTo>
                    <a:pt x="727" y="673"/>
                    <a:pt x="761" y="793"/>
                    <a:pt x="861" y="948"/>
                  </a:cubicBezTo>
                  <a:cubicBezTo>
                    <a:pt x="890" y="992"/>
                    <a:pt x="908" y="1000"/>
                    <a:pt x="929" y="1000"/>
                  </a:cubicBezTo>
                  <a:cubicBezTo>
                    <a:pt x="935" y="1000"/>
                    <a:pt x="941" y="1000"/>
                    <a:pt x="947" y="999"/>
                  </a:cubicBezTo>
                  <a:cubicBezTo>
                    <a:pt x="961" y="996"/>
                    <a:pt x="975" y="995"/>
                    <a:pt x="992" y="995"/>
                  </a:cubicBezTo>
                  <a:cubicBezTo>
                    <a:pt x="1014" y="995"/>
                    <a:pt x="1035" y="997"/>
                    <a:pt x="1056" y="999"/>
                  </a:cubicBezTo>
                  <a:lnTo>
                    <a:pt x="1060" y="1000"/>
                  </a:lnTo>
                  <a:lnTo>
                    <a:pt x="1084" y="1002"/>
                  </a:lnTo>
                  <a:cubicBezTo>
                    <a:pt x="1175" y="1012"/>
                    <a:pt x="1269" y="1021"/>
                    <a:pt x="1360" y="1058"/>
                  </a:cubicBezTo>
                  <a:cubicBezTo>
                    <a:pt x="1385" y="1068"/>
                    <a:pt x="1400" y="1093"/>
                    <a:pt x="1397" y="1119"/>
                  </a:cubicBezTo>
                  <a:cubicBezTo>
                    <a:pt x="1394" y="1146"/>
                    <a:pt x="1374" y="1167"/>
                    <a:pt x="1348" y="1172"/>
                  </a:cubicBezTo>
                  <a:cubicBezTo>
                    <a:pt x="1320" y="1177"/>
                    <a:pt x="1294" y="1177"/>
                    <a:pt x="1274" y="1177"/>
                  </a:cubicBezTo>
                  <a:lnTo>
                    <a:pt x="1258" y="1177"/>
                  </a:lnTo>
                  <a:lnTo>
                    <a:pt x="1223" y="1177"/>
                  </a:lnTo>
                  <a:cubicBezTo>
                    <a:pt x="1006" y="1177"/>
                    <a:pt x="818" y="1207"/>
                    <a:pt x="649" y="1269"/>
                  </a:cubicBezTo>
                  <a:cubicBezTo>
                    <a:pt x="304" y="1395"/>
                    <a:pt x="110" y="1619"/>
                    <a:pt x="58" y="195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4039920" y="842040"/>
              <a:ext cx="1482480" cy="1556640"/>
            </a:xfrm>
            <a:custGeom>
              <a:avLst/>
              <a:gdLst/>
              <a:ahLst/>
              <a:cxnLst/>
              <a:rect l="l" t="t" r="r" b="b"/>
              <a:pathLst>
                <a:path w="4118" h="4324" extrusionOk="0">
                  <a:moveTo>
                    <a:pt x="2001" y="1670"/>
                  </a:moveTo>
                  <a:cubicBezTo>
                    <a:pt x="2129" y="1527"/>
                    <a:pt x="2310" y="1448"/>
                    <a:pt x="2510" y="1448"/>
                  </a:cubicBezTo>
                  <a:cubicBezTo>
                    <a:pt x="2663" y="1448"/>
                    <a:pt x="2815" y="1494"/>
                    <a:pt x="2938" y="1577"/>
                  </a:cubicBezTo>
                  <a:cubicBezTo>
                    <a:pt x="3031" y="1639"/>
                    <a:pt x="3111" y="1729"/>
                    <a:pt x="3176" y="1844"/>
                  </a:cubicBezTo>
                  <a:cubicBezTo>
                    <a:pt x="3193" y="1874"/>
                    <a:pt x="3208" y="1905"/>
                    <a:pt x="3222" y="1935"/>
                  </a:cubicBezTo>
                  <a:cubicBezTo>
                    <a:pt x="3232" y="1956"/>
                    <a:pt x="3242" y="1977"/>
                    <a:pt x="3252" y="1998"/>
                  </a:cubicBezTo>
                  <a:cubicBezTo>
                    <a:pt x="3260" y="2013"/>
                    <a:pt x="3268" y="2028"/>
                    <a:pt x="3276" y="2043"/>
                  </a:cubicBezTo>
                  <a:cubicBezTo>
                    <a:pt x="3351" y="2190"/>
                    <a:pt x="3415" y="2316"/>
                    <a:pt x="3575" y="2360"/>
                  </a:cubicBezTo>
                  <a:cubicBezTo>
                    <a:pt x="3602" y="2367"/>
                    <a:pt x="3620" y="2392"/>
                    <a:pt x="3619" y="2420"/>
                  </a:cubicBezTo>
                  <a:cubicBezTo>
                    <a:pt x="3618" y="2448"/>
                    <a:pt x="3598" y="2471"/>
                    <a:pt x="3571" y="2476"/>
                  </a:cubicBezTo>
                  <a:cubicBezTo>
                    <a:pt x="3553" y="2480"/>
                    <a:pt x="3534" y="2482"/>
                    <a:pt x="3516" y="2482"/>
                  </a:cubicBezTo>
                  <a:cubicBezTo>
                    <a:pt x="3465" y="2482"/>
                    <a:pt x="3415" y="2468"/>
                    <a:pt x="3358" y="2440"/>
                  </a:cubicBezTo>
                  <a:cubicBezTo>
                    <a:pt x="3270" y="2395"/>
                    <a:pt x="3198" y="2323"/>
                    <a:pt x="3133" y="2213"/>
                  </a:cubicBezTo>
                  <a:lnTo>
                    <a:pt x="3111" y="2177"/>
                  </a:lnTo>
                  <a:cubicBezTo>
                    <a:pt x="3065" y="2100"/>
                    <a:pt x="3017" y="2021"/>
                    <a:pt x="2972" y="1942"/>
                  </a:cubicBezTo>
                  <a:cubicBezTo>
                    <a:pt x="2877" y="1779"/>
                    <a:pt x="2743" y="1703"/>
                    <a:pt x="2550" y="1703"/>
                  </a:cubicBezTo>
                  <a:cubicBezTo>
                    <a:pt x="2518" y="1703"/>
                    <a:pt x="2483" y="1706"/>
                    <a:pt x="2447" y="1710"/>
                  </a:cubicBezTo>
                  <a:cubicBezTo>
                    <a:pt x="2254" y="1734"/>
                    <a:pt x="2109" y="1840"/>
                    <a:pt x="2004" y="2034"/>
                  </a:cubicBezTo>
                  <a:cubicBezTo>
                    <a:pt x="1994" y="2053"/>
                    <a:pt x="1973" y="2065"/>
                    <a:pt x="1951" y="2065"/>
                  </a:cubicBezTo>
                  <a:cubicBezTo>
                    <a:pt x="1927" y="2065"/>
                    <a:pt x="1905" y="2051"/>
                    <a:pt x="1896" y="2029"/>
                  </a:cubicBezTo>
                  <a:cubicBezTo>
                    <a:pt x="1878" y="1990"/>
                    <a:pt x="1897" y="1785"/>
                    <a:pt x="2001" y="1670"/>
                  </a:cubicBezTo>
                  <a:moveTo>
                    <a:pt x="0" y="2654"/>
                  </a:moveTo>
                  <a:cubicBezTo>
                    <a:pt x="375" y="2354"/>
                    <a:pt x="873" y="2236"/>
                    <a:pt x="1358" y="2363"/>
                  </a:cubicBezTo>
                  <a:cubicBezTo>
                    <a:pt x="1378" y="2368"/>
                    <a:pt x="1398" y="2374"/>
                    <a:pt x="1417" y="2380"/>
                  </a:cubicBezTo>
                  <a:cubicBezTo>
                    <a:pt x="1474" y="2359"/>
                    <a:pt x="1536" y="2349"/>
                    <a:pt x="1602" y="2349"/>
                  </a:cubicBezTo>
                  <a:cubicBezTo>
                    <a:pt x="1731" y="2349"/>
                    <a:pt x="1846" y="2389"/>
                    <a:pt x="1879" y="2408"/>
                  </a:cubicBezTo>
                  <a:cubicBezTo>
                    <a:pt x="1998" y="2474"/>
                    <a:pt x="2096" y="2563"/>
                    <a:pt x="2169" y="2674"/>
                  </a:cubicBezTo>
                  <a:cubicBezTo>
                    <a:pt x="2186" y="2698"/>
                    <a:pt x="2181" y="2732"/>
                    <a:pt x="2159" y="2751"/>
                  </a:cubicBezTo>
                  <a:cubicBezTo>
                    <a:pt x="2148" y="2761"/>
                    <a:pt x="2134" y="2766"/>
                    <a:pt x="2119" y="2766"/>
                  </a:cubicBezTo>
                  <a:cubicBezTo>
                    <a:pt x="2106" y="2766"/>
                    <a:pt x="2092" y="2762"/>
                    <a:pt x="2081" y="2752"/>
                  </a:cubicBezTo>
                  <a:cubicBezTo>
                    <a:pt x="2024" y="2704"/>
                    <a:pt x="1957" y="2649"/>
                    <a:pt x="1884" y="2606"/>
                  </a:cubicBezTo>
                  <a:cubicBezTo>
                    <a:pt x="2273" y="2881"/>
                    <a:pt x="2518" y="3320"/>
                    <a:pt x="2542" y="3825"/>
                  </a:cubicBezTo>
                  <a:cubicBezTo>
                    <a:pt x="2548" y="3960"/>
                    <a:pt x="2528" y="4094"/>
                    <a:pt x="2498" y="4225"/>
                  </a:cubicBezTo>
                  <a:cubicBezTo>
                    <a:pt x="2480" y="4303"/>
                    <a:pt x="2508" y="4324"/>
                    <a:pt x="2580" y="4324"/>
                  </a:cubicBezTo>
                  <a:cubicBezTo>
                    <a:pt x="2764" y="4323"/>
                    <a:pt x="2947" y="4323"/>
                    <a:pt x="3131" y="4322"/>
                  </a:cubicBezTo>
                  <a:cubicBezTo>
                    <a:pt x="3134" y="4060"/>
                    <a:pt x="3074" y="3830"/>
                    <a:pt x="2957" y="3675"/>
                  </a:cubicBezTo>
                  <a:cubicBezTo>
                    <a:pt x="2943" y="3657"/>
                    <a:pt x="2941" y="3632"/>
                    <a:pt x="2952" y="3611"/>
                  </a:cubicBezTo>
                  <a:cubicBezTo>
                    <a:pt x="2963" y="3592"/>
                    <a:pt x="2983" y="3580"/>
                    <a:pt x="3005" y="3580"/>
                  </a:cubicBezTo>
                  <a:lnTo>
                    <a:pt x="3009" y="3580"/>
                  </a:lnTo>
                  <a:cubicBezTo>
                    <a:pt x="3054" y="3583"/>
                    <a:pt x="3080" y="3609"/>
                    <a:pt x="3094" y="3623"/>
                  </a:cubicBezTo>
                  <a:cubicBezTo>
                    <a:pt x="3096" y="3625"/>
                    <a:pt x="3098" y="3627"/>
                    <a:pt x="3100" y="3628"/>
                  </a:cubicBezTo>
                  <a:cubicBezTo>
                    <a:pt x="3280" y="3795"/>
                    <a:pt x="3329" y="4016"/>
                    <a:pt x="3352" y="4190"/>
                  </a:cubicBezTo>
                  <a:cubicBezTo>
                    <a:pt x="3357" y="4231"/>
                    <a:pt x="3360" y="4274"/>
                    <a:pt x="3362" y="4322"/>
                  </a:cubicBezTo>
                  <a:cubicBezTo>
                    <a:pt x="3571" y="4322"/>
                    <a:pt x="3780" y="4322"/>
                    <a:pt x="3989" y="4324"/>
                  </a:cubicBezTo>
                  <a:cubicBezTo>
                    <a:pt x="4084" y="4324"/>
                    <a:pt x="4093" y="4275"/>
                    <a:pt x="4093" y="4199"/>
                  </a:cubicBezTo>
                  <a:cubicBezTo>
                    <a:pt x="4093" y="3945"/>
                    <a:pt x="4092" y="3691"/>
                    <a:pt x="4092" y="3437"/>
                  </a:cubicBezTo>
                  <a:cubicBezTo>
                    <a:pt x="4089" y="3427"/>
                    <a:pt x="4085" y="3418"/>
                    <a:pt x="4082" y="3409"/>
                  </a:cubicBezTo>
                  <a:cubicBezTo>
                    <a:pt x="4005" y="3206"/>
                    <a:pt x="3859" y="3096"/>
                    <a:pt x="3648" y="3082"/>
                  </a:cubicBezTo>
                  <a:cubicBezTo>
                    <a:pt x="3625" y="3080"/>
                    <a:pt x="3605" y="3065"/>
                    <a:pt x="3596" y="3044"/>
                  </a:cubicBezTo>
                  <a:cubicBezTo>
                    <a:pt x="3588" y="3022"/>
                    <a:pt x="3592" y="2998"/>
                    <a:pt x="3608" y="2981"/>
                  </a:cubicBezTo>
                  <a:cubicBezTo>
                    <a:pt x="3649" y="2937"/>
                    <a:pt x="3707" y="2914"/>
                    <a:pt x="3775" y="2914"/>
                  </a:cubicBezTo>
                  <a:cubicBezTo>
                    <a:pt x="3844" y="2914"/>
                    <a:pt x="3924" y="2937"/>
                    <a:pt x="4013" y="2982"/>
                  </a:cubicBezTo>
                  <a:cubicBezTo>
                    <a:pt x="4020" y="2949"/>
                    <a:pt x="4026" y="2914"/>
                    <a:pt x="4032" y="2879"/>
                  </a:cubicBezTo>
                  <a:cubicBezTo>
                    <a:pt x="4034" y="2865"/>
                    <a:pt x="4036" y="2852"/>
                    <a:pt x="4038" y="2839"/>
                  </a:cubicBezTo>
                  <a:cubicBezTo>
                    <a:pt x="4091" y="2535"/>
                    <a:pt x="4098" y="2282"/>
                    <a:pt x="4060" y="2045"/>
                  </a:cubicBezTo>
                  <a:cubicBezTo>
                    <a:pt x="4008" y="1713"/>
                    <a:pt x="3814" y="1489"/>
                    <a:pt x="3469" y="1363"/>
                  </a:cubicBezTo>
                  <a:cubicBezTo>
                    <a:pt x="3300" y="1301"/>
                    <a:pt x="3112" y="1271"/>
                    <a:pt x="2895" y="1271"/>
                  </a:cubicBezTo>
                  <a:lnTo>
                    <a:pt x="2860" y="1271"/>
                  </a:lnTo>
                  <a:lnTo>
                    <a:pt x="2844" y="1271"/>
                  </a:lnTo>
                  <a:cubicBezTo>
                    <a:pt x="2825" y="1271"/>
                    <a:pt x="2799" y="1271"/>
                    <a:pt x="2771" y="1266"/>
                  </a:cubicBezTo>
                  <a:cubicBezTo>
                    <a:pt x="2744" y="1261"/>
                    <a:pt x="2724" y="1240"/>
                    <a:pt x="2721" y="1213"/>
                  </a:cubicBezTo>
                  <a:cubicBezTo>
                    <a:pt x="2718" y="1187"/>
                    <a:pt x="2734" y="1162"/>
                    <a:pt x="2758" y="1152"/>
                  </a:cubicBezTo>
                  <a:cubicBezTo>
                    <a:pt x="2849" y="1115"/>
                    <a:pt x="2943" y="1106"/>
                    <a:pt x="3034" y="1096"/>
                  </a:cubicBezTo>
                  <a:lnTo>
                    <a:pt x="3058" y="1094"/>
                  </a:lnTo>
                  <a:lnTo>
                    <a:pt x="3063" y="1093"/>
                  </a:lnTo>
                  <a:cubicBezTo>
                    <a:pt x="3083" y="1091"/>
                    <a:pt x="3104" y="1089"/>
                    <a:pt x="3126" y="1089"/>
                  </a:cubicBezTo>
                  <a:cubicBezTo>
                    <a:pt x="3142" y="1089"/>
                    <a:pt x="3157" y="1090"/>
                    <a:pt x="3171" y="1093"/>
                  </a:cubicBezTo>
                  <a:cubicBezTo>
                    <a:pt x="3177" y="1094"/>
                    <a:pt x="3183" y="1094"/>
                    <a:pt x="3188" y="1094"/>
                  </a:cubicBezTo>
                  <a:cubicBezTo>
                    <a:pt x="3210" y="1094"/>
                    <a:pt x="3228" y="1086"/>
                    <a:pt x="3257" y="1042"/>
                  </a:cubicBezTo>
                  <a:cubicBezTo>
                    <a:pt x="3356" y="887"/>
                    <a:pt x="3391" y="767"/>
                    <a:pt x="3372" y="639"/>
                  </a:cubicBezTo>
                  <a:cubicBezTo>
                    <a:pt x="3369" y="615"/>
                    <a:pt x="3381" y="590"/>
                    <a:pt x="3403" y="578"/>
                  </a:cubicBezTo>
                  <a:cubicBezTo>
                    <a:pt x="3412" y="573"/>
                    <a:pt x="3421" y="571"/>
                    <a:pt x="3432" y="571"/>
                  </a:cubicBezTo>
                  <a:cubicBezTo>
                    <a:pt x="3446" y="571"/>
                    <a:pt x="3459" y="576"/>
                    <a:pt x="3470" y="585"/>
                  </a:cubicBezTo>
                  <a:cubicBezTo>
                    <a:pt x="3596" y="692"/>
                    <a:pt x="3567" y="863"/>
                    <a:pt x="3465" y="1118"/>
                  </a:cubicBezTo>
                  <a:cubicBezTo>
                    <a:pt x="3673" y="1172"/>
                    <a:pt x="3842" y="1261"/>
                    <a:pt x="3979" y="1388"/>
                  </a:cubicBezTo>
                  <a:cubicBezTo>
                    <a:pt x="4108" y="1076"/>
                    <a:pt x="4147" y="783"/>
                    <a:pt x="4097" y="495"/>
                  </a:cubicBezTo>
                  <a:cubicBezTo>
                    <a:pt x="4084" y="417"/>
                    <a:pt x="4055" y="341"/>
                    <a:pt x="4026" y="271"/>
                  </a:cubicBezTo>
                  <a:cubicBezTo>
                    <a:pt x="3965" y="121"/>
                    <a:pt x="3846" y="44"/>
                    <a:pt x="3628" y="11"/>
                  </a:cubicBezTo>
                  <a:cubicBezTo>
                    <a:pt x="3581" y="4"/>
                    <a:pt x="3534" y="0"/>
                    <a:pt x="3489" y="0"/>
                  </a:cubicBezTo>
                  <a:cubicBezTo>
                    <a:pt x="3255" y="0"/>
                    <a:pt x="3034" y="92"/>
                    <a:pt x="2813" y="280"/>
                  </a:cubicBezTo>
                  <a:cubicBezTo>
                    <a:pt x="2718" y="361"/>
                    <a:pt x="2631" y="459"/>
                    <a:pt x="2540" y="591"/>
                  </a:cubicBezTo>
                  <a:cubicBezTo>
                    <a:pt x="2516" y="626"/>
                    <a:pt x="2501" y="669"/>
                    <a:pt x="2485" y="714"/>
                  </a:cubicBezTo>
                  <a:cubicBezTo>
                    <a:pt x="2474" y="746"/>
                    <a:pt x="2463" y="778"/>
                    <a:pt x="2448" y="809"/>
                  </a:cubicBezTo>
                  <a:lnTo>
                    <a:pt x="2447" y="813"/>
                  </a:lnTo>
                  <a:cubicBezTo>
                    <a:pt x="2442" y="829"/>
                    <a:pt x="2430" y="865"/>
                    <a:pt x="2385" y="881"/>
                  </a:cubicBezTo>
                  <a:cubicBezTo>
                    <a:pt x="2378" y="883"/>
                    <a:pt x="2372" y="884"/>
                    <a:pt x="2365" y="884"/>
                  </a:cubicBezTo>
                  <a:cubicBezTo>
                    <a:pt x="2356" y="884"/>
                    <a:pt x="2346" y="882"/>
                    <a:pt x="2338" y="878"/>
                  </a:cubicBezTo>
                  <a:cubicBezTo>
                    <a:pt x="2323" y="870"/>
                    <a:pt x="2313" y="857"/>
                    <a:pt x="2308" y="842"/>
                  </a:cubicBezTo>
                  <a:cubicBezTo>
                    <a:pt x="2283" y="759"/>
                    <a:pt x="2280" y="672"/>
                    <a:pt x="2298" y="583"/>
                  </a:cubicBezTo>
                  <a:lnTo>
                    <a:pt x="2296" y="583"/>
                  </a:lnTo>
                  <a:cubicBezTo>
                    <a:pt x="2163" y="583"/>
                    <a:pt x="1986" y="646"/>
                    <a:pt x="1919" y="763"/>
                  </a:cubicBezTo>
                  <a:cubicBezTo>
                    <a:pt x="1916" y="769"/>
                    <a:pt x="1914" y="773"/>
                    <a:pt x="1913" y="775"/>
                  </a:cubicBezTo>
                  <a:cubicBezTo>
                    <a:pt x="1914" y="777"/>
                    <a:pt x="1917" y="779"/>
                    <a:pt x="1920" y="782"/>
                  </a:cubicBezTo>
                  <a:cubicBezTo>
                    <a:pt x="2055" y="910"/>
                    <a:pt x="2117" y="1060"/>
                    <a:pt x="2106" y="1229"/>
                  </a:cubicBezTo>
                  <a:cubicBezTo>
                    <a:pt x="2105" y="1237"/>
                    <a:pt x="2105" y="1249"/>
                    <a:pt x="2102" y="1260"/>
                  </a:cubicBezTo>
                  <a:cubicBezTo>
                    <a:pt x="2098" y="1281"/>
                    <a:pt x="2086" y="1293"/>
                    <a:pt x="2082" y="1296"/>
                  </a:cubicBezTo>
                  <a:cubicBezTo>
                    <a:pt x="2071" y="1310"/>
                    <a:pt x="2054" y="1317"/>
                    <a:pt x="2037" y="1317"/>
                  </a:cubicBezTo>
                  <a:cubicBezTo>
                    <a:pt x="2033" y="1317"/>
                    <a:pt x="2030" y="1317"/>
                    <a:pt x="2026" y="1316"/>
                  </a:cubicBezTo>
                  <a:cubicBezTo>
                    <a:pt x="2005" y="1313"/>
                    <a:pt x="1968" y="1298"/>
                    <a:pt x="1960" y="1242"/>
                  </a:cubicBezTo>
                  <a:cubicBezTo>
                    <a:pt x="1878" y="1017"/>
                    <a:pt x="1713" y="879"/>
                    <a:pt x="1483" y="844"/>
                  </a:cubicBezTo>
                  <a:cubicBezTo>
                    <a:pt x="1458" y="840"/>
                    <a:pt x="1434" y="838"/>
                    <a:pt x="1411" y="838"/>
                  </a:cubicBezTo>
                  <a:cubicBezTo>
                    <a:pt x="1263" y="838"/>
                    <a:pt x="1129" y="912"/>
                    <a:pt x="1024" y="1053"/>
                  </a:cubicBezTo>
                  <a:cubicBezTo>
                    <a:pt x="947" y="1155"/>
                    <a:pt x="897" y="1281"/>
                    <a:pt x="872" y="1439"/>
                  </a:cubicBezTo>
                  <a:cubicBezTo>
                    <a:pt x="859" y="1519"/>
                    <a:pt x="817" y="1559"/>
                    <a:pt x="736" y="1568"/>
                  </a:cubicBezTo>
                  <a:cubicBezTo>
                    <a:pt x="662" y="1576"/>
                    <a:pt x="590" y="1603"/>
                    <a:pt x="521" y="1649"/>
                  </a:cubicBezTo>
                  <a:cubicBezTo>
                    <a:pt x="403" y="1729"/>
                    <a:pt x="337" y="1876"/>
                    <a:pt x="353" y="2018"/>
                  </a:cubicBezTo>
                  <a:cubicBezTo>
                    <a:pt x="539" y="2023"/>
                    <a:pt x="655" y="2052"/>
                    <a:pt x="752" y="2168"/>
                  </a:cubicBezTo>
                  <a:cubicBezTo>
                    <a:pt x="768" y="2188"/>
                    <a:pt x="770" y="2216"/>
                    <a:pt x="756" y="2238"/>
                  </a:cubicBezTo>
                  <a:cubicBezTo>
                    <a:pt x="745" y="2256"/>
                    <a:pt x="726" y="2266"/>
                    <a:pt x="706" y="2266"/>
                  </a:cubicBezTo>
                  <a:cubicBezTo>
                    <a:pt x="701" y="2266"/>
                    <a:pt x="696" y="2265"/>
                    <a:pt x="691" y="2264"/>
                  </a:cubicBezTo>
                  <a:cubicBezTo>
                    <a:pt x="595" y="2240"/>
                    <a:pt x="515" y="2229"/>
                    <a:pt x="441" y="2229"/>
                  </a:cubicBezTo>
                  <a:lnTo>
                    <a:pt x="427" y="2229"/>
                  </a:lnTo>
                  <a:cubicBezTo>
                    <a:pt x="370" y="2230"/>
                    <a:pt x="319" y="2248"/>
                    <a:pt x="270" y="2283"/>
                  </a:cubicBezTo>
                  <a:cubicBezTo>
                    <a:pt x="129" y="2386"/>
                    <a:pt x="39" y="2508"/>
                    <a:pt x="0" y="2654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8" name="Google Shape;378;p27"/>
          <p:cNvSpPr txBox="1">
            <a:spLocks noGrp="1"/>
          </p:cNvSpPr>
          <p:nvPr>
            <p:ph type="subTitle" idx="1"/>
          </p:nvPr>
        </p:nvSpPr>
        <p:spPr>
          <a:xfrm>
            <a:off x="1073023" y="2813427"/>
            <a:ext cx="26636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9" name="Google Shape;379;p27"/>
          <p:cNvSpPr txBox="1">
            <a:spLocks noGrp="1"/>
          </p:cNvSpPr>
          <p:nvPr>
            <p:ph type="subTitle" idx="2"/>
          </p:nvPr>
        </p:nvSpPr>
        <p:spPr>
          <a:xfrm>
            <a:off x="4366156" y="2813427"/>
            <a:ext cx="26632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27"/>
          <p:cNvSpPr txBox="1">
            <a:spLocks noGrp="1"/>
          </p:cNvSpPr>
          <p:nvPr>
            <p:ph type="subTitle" idx="3"/>
          </p:nvPr>
        </p:nvSpPr>
        <p:spPr>
          <a:xfrm>
            <a:off x="1073023" y="4629296"/>
            <a:ext cx="26636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1" name="Google Shape;381;p27"/>
          <p:cNvSpPr txBox="1">
            <a:spLocks noGrp="1"/>
          </p:cNvSpPr>
          <p:nvPr>
            <p:ph type="subTitle" idx="4"/>
          </p:nvPr>
        </p:nvSpPr>
        <p:spPr>
          <a:xfrm>
            <a:off x="4366156" y="4629296"/>
            <a:ext cx="26632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27"/>
          <p:cNvSpPr txBox="1">
            <a:spLocks noGrp="1"/>
          </p:cNvSpPr>
          <p:nvPr>
            <p:ph type="subTitle" idx="5"/>
          </p:nvPr>
        </p:nvSpPr>
        <p:spPr>
          <a:xfrm>
            <a:off x="7659289" y="2813427"/>
            <a:ext cx="26636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3" name="Google Shape;383;p27"/>
          <p:cNvSpPr txBox="1">
            <a:spLocks noGrp="1"/>
          </p:cNvSpPr>
          <p:nvPr>
            <p:ph type="subTitle" idx="6"/>
          </p:nvPr>
        </p:nvSpPr>
        <p:spPr>
          <a:xfrm>
            <a:off x="7659289" y="4629296"/>
            <a:ext cx="26636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4" name="Google Shape;384;p27"/>
          <p:cNvSpPr txBox="1">
            <a:spLocks noGrp="1"/>
          </p:cNvSpPr>
          <p:nvPr>
            <p:ph type="subTitle" idx="7"/>
          </p:nvPr>
        </p:nvSpPr>
        <p:spPr>
          <a:xfrm>
            <a:off x="1071000" y="2411533"/>
            <a:ext cx="2667600" cy="5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5" name="Google Shape;385;p27"/>
          <p:cNvSpPr txBox="1">
            <a:spLocks noGrp="1"/>
          </p:cNvSpPr>
          <p:nvPr>
            <p:ph type="subTitle" idx="8"/>
          </p:nvPr>
        </p:nvSpPr>
        <p:spPr>
          <a:xfrm>
            <a:off x="4364133" y="2411533"/>
            <a:ext cx="2667600" cy="5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6" name="Google Shape;386;p27"/>
          <p:cNvSpPr txBox="1">
            <a:spLocks noGrp="1"/>
          </p:cNvSpPr>
          <p:nvPr>
            <p:ph type="subTitle" idx="9"/>
          </p:nvPr>
        </p:nvSpPr>
        <p:spPr>
          <a:xfrm>
            <a:off x="7657267" y="2411533"/>
            <a:ext cx="2667600" cy="5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27"/>
          <p:cNvSpPr txBox="1">
            <a:spLocks noGrp="1"/>
          </p:cNvSpPr>
          <p:nvPr>
            <p:ph type="subTitle" idx="13"/>
          </p:nvPr>
        </p:nvSpPr>
        <p:spPr>
          <a:xfrm>
            <a:off x="1071000" y="4225765"/>
            <a:ext cx="2667600" cy="5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8" name="Google Shape;388;p27"/>
          <p:cNvSpPr txBox="1">
            <a:spLocks noGrp="1"/>
          </p:cNvSpPr>
          <p:nvPr>
            <p:ph type="subTitle" idx="14"/>
          </p:nvPr>
        </p:nvSpPr>
        <p:spPr>
          <a:xfrm>
            <a:off x="4364133" y="4225765"/>
            <a:ext cx="2667600" cy="5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9" name="Google Shape;389;p27"/>
          <p:cNvSpPr txBox="1">
            <a:spLocks noGrp="1"/>
          </p:cNvSpPr>
          <p:nvPr>
            <p:ph type="subTitle" idx="15"/>
          </p:nvPr>
        </p:nvSpPr>
        <p:spPr>
          <a:xfrm>
            <a:off x="7657267" y="4225765"/>
            <a:ext cx="2667600" cy="5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0" name="Google Shape;390;p27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96242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"/>
          <p:cNvSpPr/>
          <p:nvPr/>
        </p:nvSpPr>
        <p:spPr>
          <a:xfrm rot="-3600628">
            <a:off x="10452817" y="140187"/>
            <a:ext cx="1904721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8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14912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9"/>
          <p:cNvSpPr/>
          <p:nvPr/>
        </p:nvSpPr>
        <p:spPr>
          <a:xfrm rot="-10799969">
            <a:off x="-203201" y="719330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9"/>
          <p:cNvSpPr/>
          <p:nvPr/>
        </p:nvSpPr>
        <p:spPr>
          <a:xfrm rot="-7200640">
            <a:off x="4725411" y="6230211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7" name="Google Shape;397;p29"/>
          <p:cNvGrpSpPr/>
          <p:nvPr/>
        </p:nvGrpSpPr>
        <p:grpSpPr>
          <a:xfrm rot="2700627" flipH="1">
            <a:off x="9977362" y="-105710"/>
            <a:ext cx="1904031" cy="1157859"/>
            <a:chOff x="4949280" y="2561760"/>
            <a:chExt cx="3684600" cy="2240640"/>
          </a:xfrm>
        </p:grpSpPr>
        <p:sp>
          <p:nvSpPr>
            <p:cNvPr id="398" name="Google Shape;398;p29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6" name="Google Shape;406;p29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45200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rot="-3600628">
            <a:off x="-109653" y="5804720"/>
            <a:ext cx="1904721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9" name="Google Shape;409;p30"/>
          <p:cNvGrpSpPr/>
          <p:nvPr/>
        </p:nvGrpSpPr>
        <p:grpSpPr>
          <a:xfrm rot="8100627">
            <a:off x="9917595" y="5660981"/>
            <a:ext cx="1904725" cy="1158281"/>
            <a:chOff x="4949280" y="2561760"/>
            <a:chExt cx="3684600" cy="2240640"/>
          </a:xfrm>
        </p:grpSpPr>
        <p:sp>
          <p:nvSpPr>
            <p:cNvPr id="410" name="Google Shape;410;p30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8" name="Google Shape;418;p30"/>
          <p:cNvSpPr/>
          <p:nvPr/>
        </p:nvSpPr>
        <p:spPr>
          <a:xfrm rot="5399969" flipH="1">
            <a:off x="5731901" y="-1361340"/>
            <a:ext cx="728204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0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71276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" name="Google Shape;421;p31"/>
          <p:cNvGrpSpPr/>
          <p:nvPr/>
        </p:nvGrpSpPr>
        <p:grpSpPr>
          <a:xfrm rot="2701227">
            <a:off x="10561260" y="-42597"/>
            <a:ext cx="1186125" cy="1950944"/>
            <a:chOff x="3268800" y="1836360"/>
            <a:chExt cx="2244960" cy="3692520"/>
          </a:xfrm>
        </p:grpSpPr>
        <p:sp>
          <p:nvSpPr>
            <p:cNvPr id="422" name="Google Shape;422;p31"/>
            <p:cNvSpPr/>
            <p:nvPr/>
          </p:nvSpPr>
          <p:spPr>
            <a:xfrm>
              <a:off x="3268800" y="1836360"/>
              <a:ext cx="2244960" cy="3692520"/>
            </a:xfrm>
            <a:custGeom>
              <a:avLst/>
              <a:gdLst/>
              <a:ahLst/>
              <a:cxnLst/>
              <a:rect l="l" t="t" r="r" b="b"/>
              <a:pathLst>
                <a:path w="6236" h="10257" extrusionOk="0">
                  <a:moveTo>
                    <a:pt x="1769" y="4357"/>
                  </a:moveTo>
                  <a:cubicBezTo>
                    <a:pt x="2125" y="4913"/>
                    <a:pt x="2094" y="5603"/>
                    <a:pt x="1691" y="6143"/>
                  </a:cubicBezTo>
                  <a:cubicBezTo>
                    <a:pt x="1334" y="6622"/>
                    <a:pt x="717" y="6846"/>
                    <a:pt x="138" y="6706"/>
                  </a:cubicBezTo>
                  <a:cubicBezTo>
                    <a:pt x="7" y="6674"/>
                    <a:pt x="3" y="6677"/>
                    <a:pt x="3" y="6811"/>
                  </a:cubicBezTo>
                  <a:cubicBezTo>
                    <a:pt x="2" y="7146"/>
                    <a:pt x="2" y="7481"/>
                    <a:pt x="3" y="7816"/>
                  </a:cubicBezTo>
                  <a:cubicBezTo>
                    <a:pt x="3" y="8094"/>
                    <a:pt x="151" y="8246"/>
                    <a:pt x="432" y="8247"/>
                  </a:cubicBezTo>
                  <a:cubicBezTo>
                    <a:pt x="902" y="8250"/>
                    <a:pt x="1372" y="8249"/>
                    <a:pt x="1841" y="8248"/>
                  </a:cubicBezTo>
                  <a:cubicBezTo>
                    <a:pt x="1962" y="8248"/>
                    <a:pt x="2083" y="8250"/>
                    <a:pt x="2204" y="8246"/>
                  </a:cubicBezTo>
                  <a:cubicBezTo>
                    <a:pt x="2271" y="8243"/>
                    <a:pt x="2276" y="8270"/>
                    <a:pt x="2248" y="8319"/>
                  </a:cubicBezTo>
                  <a:cubicBezTo>
                    <a:pt x="2198" y="8406"/>
                    <a:pt x="2146" y="8492"/>
                    <a:pt x="2095" y="8578"/>
                  </a:cubicBezTo>
                  <a:cubicBezTo>
                    <a:pt x="1700" y="9244"/>
                    <a:pt x="2120" y="10129"/>
                    <a:pt x="2885" y="10242"/>
                  </a:cubicBezTo>
                  <a:cubicBezTo>
                    <a:pt x="3357" y="10312"/>
                    <a:pt x="3730" y="10133"/>
                    <a:pt x="3991" y="9748"/>
                  </a:cubicBezTo>
                  <a:cubicBezTo>
                    <a:pt x="4247" y="9372"/>
                    <a:pt x="4252" y="8972"/>
                    <a:pt x="4026" y="8574"/>
                  </a:cubicBezTo>
                  <a:cubicBezTo>
                    <a:pt x="3980" y="8493"/>
                    <a:pt x="3937" y="8410"/>
                    <a:pt x="3884" y="8333"/>
                  </a:cubicBezTo>
                  <a:cubicBezTo>
                    <a:pt x="3838" y="8265"/>
                    <a:pt x="3849" y="8245"/>
                    <a:pt x="3930" y="8246"/>
                  </a:cubicBezTo>
                  <a:cubicBezTo>
                    <a:pt x="4265" y="8248"/>
                    <a:pt x="4600" y="8248"/>
                    <a:pt x="4935" y="8248"/>
                  </a:cubicBezTo>
                  <a:lnTo>
                    <a:pt x="5039" y="8248"/>
                  </a:lnTo>
                  <a:cubicBezTo>
                    <a:pt x="5398" y="8248"/>
                    <a:pt x="5757" y="8246"/>
                    <a:pt x="6116" y="8250"/>
                  </a:cubicBezTo>
                  <a:cubicBezTo>
                    <a:pt x="6205" y="8251"/>
                    <a:pt x="6237" y="8224"/>
                    <a:pt x="6236" y="8132"/>
                  </a:cubicBezTo>
                  <a:cubicBezTo>
                    <a:pt x="6232" y="7665"/>
                    <a:pt x="6232" y="7199"/>
                    <a:pt x="6236" y="6733"/>
                  </a:cubicBezTo>
                  <a:cubicBezTo>
                    <a:pt x="6236" y="6645"/>
                    <a:pt x="6212" y="6632"/>
                    <a:pt x="6128" y="6649"/>
                  </a:cubicBezTo>
                  <a:cubicBezTo>
                    <a:pt x="5613" y="6748"/>
                    <a:pt x="5161" y="6653"/>
                    <a:pt x="4799" y="6345"/>
                  </a:cubicBezTo>
                  <a:cubicBezTo>
                    <a:pt x="4705" y="6266"/>
                    <a:pt x="4617" y="6172"/>
                    <a:pt x="4536" y="6063"/>
                  </a:cubicBezTo>
                  <a:cubicBezTo>
                    <a:pt x="4533" y="6059"/>
                    <a:pt x="4530" y="6055"/>
                    <a:pt x="4527" y="6051"/>
                  </a:cubicBezTo>
                  <a:cubicBezTo>
                    <a:pt x="4411" y="5892"/>
                    <a:pt x="4326" y="5729"/>
                    <a:pt x="4273" y="5561"/>
                  </a:cubicBezTo>
                  <a:cubicBezTo>
                    <a:pt x="4254" y="5501"/>
                    <a:pt x="4239" y="5440"/>
                    <a:pt x="4229" y="5379"/>
                  </a:cubicBezTo>
                  <a:cubicBezTo>
                    <a:pt x="4172" y="5056"/>
                    <a:pt x="4231" y="4723"/>
                    <a:pt x="4407" y="4390"/>
                  </a:cubicBezTo>
                  <a:cubicBezTo>
                    <a:pt x="4473" y="4267"/>
                    <a:pt x="4550" y="4157"/>
                    <a:pt x="4637" y="4060"/>
                  </a:cubicBezTo>
                  <a:cubicBezTo>
                    <a:pt x="4709" y="3980"/>
                    <a:pt x="4788" y="3910"/>
                    <a:pt x="4872" y="3850"/>
                  </a:cubicBezTo>
                  <a:cubicBezTo>
                    <a:pt x="5220" y="3598"/>
                    <a:pt x="5662" y="3508"/>
                    <a:pt x="6116" y="3599"/>
                  </a:cubicBezTo>
                  <a:cubicBezTo>
                    <a:pt x="6135" y="3602"/>
                    <a:pt x="6151" y="3605"/>
                    <a:pt x="6165" y="3606"/>
                  </a:cubicBezTo>
                  <a:cubicBezTo>
                    <a:pt x="6218" y="3609"/>
                    <a:pt x="6237" y="3588"/>
                    <a:pt x="6236" y="3507"/>
                  </a:cubicBezTo>
                  <a:cubicBezTo>
                    <a:pt x="6235" y="3348"/>
                    <a:pt x="6234" y="3189"/>
                    <a:pt x="6233" y="3030"/>
                  </a:cubicBezTo>
                  <a:cubicBezTo>
                    <a:pt x="6232" y="2832"/>
                    <a:pt x="6233" y="2635"/>
                    <a:pt x="6234" y="2437"/>
                  </a:cubicBezTo>
                  <a:cubicBezTo>
                    <a:pt x="6234" y="2338"/>
                    <a:pt x="6235" y="2239"/>
                    <a:pt x="6236" y="2140"/>
                  </a:cubicBezTo>
                  <a:cubicBezTo>
                    <a:pt x="6237" y="2044"/>
                    <a:pt x="6205" y="2014"/>
                    <a:pt x="6111" y="2015"/>
                  </a:cubicBezTo>
                  <a:cubicBezTo>
                    <a:pt x="6021" y="2015"/>
                    <a:pt x="5932" y="2016"/>
                    <a:pt x="5842" y="2016"/>
                  </a:cubicBezTo>
                  <a:cubicBezTo>
                    <a:pt x="5533" y="2017"/>
                    <a:pt x="5225" y="2017"/>
                    <a:pt x="4917" y="2017"/>
                  </a:cubicBezTo>
                  <a:cubicBezTo>
                    <a:pt x="4828" y="2017"/>
                    <a:pt x="4740" y="2017"/>
                    <a:pt x="4652" y="2017"/>
                  </a:cubicBezTo>
                  <a:cubicBezTo>
                    <a:pt x="4468" y="2017"/>
                    <a:pt x="4285" y="2016"/>
                    <a:pt x="4101" y="2016"/>
                  </a:cubicBezTo>
                  <a:cubicBezTo>
                    <a:pt x="4082" y="2016"/>
                    <a:pt x="4066" y="2016"/>
                    <a:pt x="4051" y="2016"/>
                  </a:cubicBezTo>
                  <a:cubicBezTo>
                    <a:pt x="3904" y="2015"/>
                    <a:pt x="3897" y="2001"/>
                    <a:pt x="3973" y="1872"/>
                  </a:cubicBezTo>
                  <a:cubicBezTo>
                    <a:pt x="3980" y="1859"/>
                    <a:pt x="3988" y="1845"/>
                    <a:pt x="3997" y="1830"/>
                  </a:cubicBezTo>
                  <a:cubicBezTo>
                    <a:pt x="4102" y="1654"/>
                    <a:pt x="4194" y="1476"/>
                    <a:pt x="4225" y="1270"/>
                  </a:cubicBezTo>
                  <a:cubicBezTo>
                    <a:pt x="4227" y="1253"/>
                    <a:pt x="4230" y="1235"/>
                    <a:pt x="4231" y="1217"/>
                  </a:cubicBezTo>
                  <a:cubicBezTo>
                    <a:pt x="4237" y="1157"/>
                    <a:pt x="4238" y="1098"/>
                    <a:pt x="4233" y="1038"/>
                  </a:cubicBezTo>
                  <a:cubicBezTo>
                    <a:pt x="4206" y="668"/>
                    <a:pt x="3989" y="313"/>
                    <a:pt x="3658" y="137"/>
                  </a:cubicBezTo>
                  <a:cubicBezTo>
                    <a:pt x="3596" y="104"/>
                    <a:pt x="3532" y="77"/>
                    <a:pt x="3468" y="56"/>
                  </a:cubicBezTo>
                  <a:cubicBezTo>
                    <a:pt x="3391" y="31"/>
                    <a:pt x="3313" y="14"/>
                    <a:pt x="3235" y="6"/>
                  </a:cubicBezTo>
                  <a:cubicBezTo>
                    <a:pt x="2927" y="-27"/>
                    <a:pt x="2626" y="70"/>
                    <a:pt x="2398" y="261"/>
                  </a:cubicBezTo>
                  <a:cubicBezTo>
                    <a:pt x="2274" y="365"/>
                    <a:pt x="2172" y="497"/>
                    <a:pt x="2102" y="650"/>
                  </a:cubicBezTo>
                  <a:cubicBezTo>
                    <a:pt x="2101" y="650"/>
                    <a:pt x="2101" y="650"/>
                    <a:pt x="2101" y="650"/>
                  </a:cubicBezTo>
                  <a:cubicBezTo>
                    <a:pt x="2040" y="783"/>
                    <a:pt x="2003" y="932"/>
                    <a:pt x="1997" y="1094"/>
                  </a:cubicBezTo>
                  <a:cubicBezTo>
                    <a:pt x="1996" y="1124"/>
                    <a:pt x="1996" y="1154"/>
                    <a:pt x="1998" y="1183"/>
                  </a:cubicBezTo>
                  <a:cubicBezTo>
                    <a:pt x="2002" y="1272"/>
                    <a:pt x="2020" y="1357"/>
                    <a:pt x="2046" y="1439"/>
                  </a:cubicBezTo>
                  <a:cubicBezTo>
                    <a:pt x="2092" y="1583"/>
                    <a:pt x="2165" y="1718"/>
                    <a:pt x="2247" y="1850"/>
                  </a:cubicBezTo>
                  <a:cubicBezTo>
                    <a:pt x="2276" y="1897"/>
                    <a:pt x="2344" y="1946"/>
                    <a:pt x="2314" y="2000"/>
                  </a:cubicBezTo>
                  <a:cubicBezTo>
                    <a:pt x="2287" y="2048"/>
                    <a:pt x="2212" y="2015"/>
                    <a:pt x="2159" y="2015"/>
                  </a:cubicBezTo>
                  <a:cubicBezTo>
                    <a:pt x="2067" y="2016"/>
                    <a:pt x="1974" y="2016"/>
                    <a:pt x="1882" y="2016"/>
                  </a:cubicBezTo>
                  <a:cubicBezTo>
                    <a:pt x="1788" y="2016"/>
                    <a:pt x="1695" y="2016"/>
                    <a:pt x="1602" y="2017"/>
                  </a:cubicBezTo>
                  <a:cubicBezTo>
                    <a:pt x="1114" y="2017"/>
                    <a:pt x="626" y="2017"/>
                    <a:pt x="138" y="2015"/>
                  </a:cubicBezTo>
                  <a:cubicBezTo>
                    <a:pt x="37" y="2014"/>
                    <a:pt x="-1" y="2041"/>
                    <a:pt x="0" y="2148"/>
                  </a:cubicBezTo>
                  <a:cubicBezTo>
                    <a:pt x="5" y="2622"/>
                    <a:pt x="5" y="3095"/>
                    <a:pt x="1" y="3568"/>
                  </a:cubicBezTo>
                  <a:cubicBezTo>
                    <a:pt x="0" y="3667"/>
                    <a:pt x="29" y="3683"/>
                    <a:pt x="120" y="3664"/>
                  </a:cubicBezTo>
                  <a:cubicBezTo>
                    <a:pt x="771" y="3525"/>
                    <a:pt x="1411" y="3796"/>
                    <a:pt x="1769" y="43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3843720" y="1836360"/>
              <a:ext cx="1670040" cy="2286720"/>
            </a:xfrm>
            <a:custGeom>
              <a:avLst/>
              <a:gdLst/>
              <a:ahLst/>
              <a:cxnLst/>
              <a:rect l="l" t="t" r="r" b="b"/>
              <a:pathLst>
                <a:path w="4639" h="6352" extrusionOk="0">
                  <a:moveTo>
                    <a:pt x="403" y="3148"/>
                  </a:moveTo>
                  <a:lnTo>
                    <a:pt x="410" y="3154"/>
                  </a:lnTo>
                  <a:lnTo>
                    <a:pt x="417" y="3161"/>
                  </a:lnTo>
                  <a:cubicBezTo>
                    <a:pt x="432" y="3176"/>
                    <a:pt x="454" y="3193"/>
                    <a:pt x="479" y="3210"/>
                  </a:cubicBezTo>
                  <a:cubicBezTo>
                    <a:pt x="438" y="3308"/>
                    <a:pt x="417" y="3413"/>
                    <a:pt x="420" y="3520"/>
                  </a:cubicBezTo>
                  <a:cubicBezTo>
                    <a:pt x="431" y="3889"/>
                    <a:pt x="521" y="4207"/>
                    <a:pt x="701" y="4523"/>
                  </a:cubicBezTo>
                  <a:cubicBezTo>
                    <a:pt x="782" y="4664"/>
                    <a:pt x="884" y="4787"/>
                    <a:pt x="1005" y="4887"/>
                  </a:cubicBezTo>
                  <a:lnTo>
                    <a:pt x="1125" y="4987"/>
                  </a:lnTo>
                  <a:cubicBezTo>
                    <a:pt x="1133" y="5017"/>
                    <a:pt x="1145" y="5046"/>
                    <a:pt x="1159" y="5073"/>
                  </a:cubicBezTo>
                  <a:cubicBezTo>
                    <a:pt x="1245" y="5239"/>
                    <a:pt x="1355" y="5433"/>
                    <a:pt x="1514" y="5606"/>
                  </a:cubicBezTo>
                  <a:cubicBezTo>
                    <a:pt x="1607" y="5706"/>
                    <a:pt x="1702" y="5780"/>
                    <a:pt x="1804" y="5832"/>
                  </a:cubicBezTo>
                  <a:cubicBezTo>
                    <a:pt x="1882" y="5871"/>
                    <a:pt x="1964" y="5893"/>
                    <a:pt x="2049" y="5899"/>
                  </a:cubicBezTo>
                  <a:cubicBezTo>
                    <a:pt x="2071" y="5901"/>
                    <a:pt x="2088" y="5901"/>
                    <a:pt x="2105" y="5901"/>
                  </a:cubicBezTo>
                  <a:cubicBezTo>
                    <a:pt x="2120" y="5901"/>
                    <a:pt x="2133" y="5901"/>
                    <a:pt x="2145" y="5900"/>
                  </a:cubicBezTo>
                  <a:lnTo>
                    <a:pt x="2154" y="5899"/>
                  </a:lnTo>
                  <a:cubicBezTo>
                    <a:pt x="2452" y="6269"/>
                    <a:pt x="2807" y="6352"/>
                    <a:pt x="3067" y="6352"/>
                  </a:cubicBezTo>
                  <a:cubicBezTo>
                    <a:pt x="3076" y="6352"/>
                    <a:pt x="3086" y="6352"/>
                    <a:pt x="3095" y="6352"/>
                  </a:cubicBezTo>
                  <a:cubicBezTo>
                    <a:pt x="3131" y="6351"/>
                    <a:pt x="3167" y="6349"/>
                    <a:pt x="3202" y="6345"/>
                  </a:cubicBezTo>
                  <a:cubicBezTo>
                    <a:pt x="3108" y="6266"/>
                    <a:pt x="3020" y="6172"/>
                    <a:pt x="2939" y="6063"/>
                  </a:cubicBezTo>
                  <a:cubicBezTo>
                    <a:pt x="2936" y="6059"/>
                    <a:pt x="2933" y="6055"/>
                    <a:pt x="2930" y="6051"/>
                  </a:cubicBezTo>
                  <a:cubicBezTo>
                    <a:pt x="2814" y="5892"/>
                    <a:pt x="2729" y="5729"/>
                    <a:pt x="2676" y="5561"/>
                  </a:cubicBezTo>
                  <a:cubicBezTo>
                    <a:pt x="2657" y="5501"/>
                    <a:pt x="2642" y="5440"/>
                    <a:pt x="2632" y="5379"/>
                  </a:cubicBezTo>
                  <a:cubicBezTo>
                    <a:pt x="2575" y="5056"/>
                    <a:pt x="2634" y="4723"/>
                    <a:pt x="2810" y="4390"/>
                  </a:cubicBezTo>
                  <a:cubicBezTo>
                    <a:pt x="2876" y="4267"/>
                    <a:pt x="2953" y="4157"/>
                    <a:pt x="3040" y="4060"/>
                  </a:cubicBezTo>
                  <a:cubicBezTo>
                    <a:pt x="3112" y="3980"/>
                    <a:pt x="3191" y="3910"/>
                    <a:pt x="3275" y="3850"/>
                  </a:cubicBezTo>
                  <a:cubicBezTo>
                    <a:pt x="3623" y="3598"/>
                    <a:pt x="4065" y="3508"/>
                    <a:pt x="4519" y="3599"/>
                  </a:cubicBezTo>
                  <a:cubicBezTo>
                    <a:pt x="4538" y="3602"/>
                    <a:pt x="4554" y="3605"/>
                    <a:pt x="4568" y="3606"/>
                  </a:cubicBezTo>
                  <a:cubicBezTo>
                    <a:pt x="4621" y="3609"/>
                    <a:pt x="4640" y="3588"/>
                    <a:pt x="4639" y="3507"/>
                  </a:cubicBezTo>
                  <a:cubicBezTo>
                    <a:pt x="4638" y="3348"/>
                    <a:pt x="4637" y="3189"/>
                    <a:pt x="4636" y="3030"/>
                  </a:cubicBezTo>
                  <a:cubicBezTo>
                    <a:pt x="4635" y="2832"/>
                    <a:pt x="4636" y="2635"/>
                    <a:pt x="4637" y="2437"/>
                  </a:cubicBezTo>
                  <a:cubicBezTo>
                    <a:pt x="4637" y="2338"/>
                    <a:pt x="4638" y="2239"/>
                    <a:pt x="4639" y="2140"/>
                  </a:cubicBezTo>
                  <a:cubicBezTo>
                    <a:pt x="4640" y="2044"/>
                    <a:pt x="4608" y="2014"/>
                    <a:pt x="4514" y="2015"/>
                  </a:cubicBezTo>
                  <a:cubicBezTo>
                    <a:pt x="4424" y="2015"/>
                    <a:pt x="4335" y="2016"/>
                    <a:pt x="4245" y="2016"/>
                  </a:cubicBezTo>
                  <a:cubicBezTo>
                    <a:pt x="3936" y="2017"/>
                    <a:pt x="3628" y="2017"/>
                    <a:pt x="3320" y="2017"/>
                  </a:cubicBezTo>
                  <a:cubicBezTo>
                    <a:pt x="3232" y="2017"/>
                    <a:pt x="3143" y="2017"/>
                    <a:pt x="3055" y="2017"/>
                  </a:cubicBezTo>
                  <a:cubicBezTo>
                    <a:pt x="2871" y="2017"/>
                    <a:pt x="2688" y="2016"/>
                    <a:pt x="2504" y="2016"/>
                  </a:cubicBezTo>
                  <a:cubicBezTo>
                    <a:pt x="2485" y="2016"/>
                    <a:pt x="2469" y="2016"/>
                    <a:pt x="2454" y="2016"/>
                  </a:cubicBezTo>
                  <a:cubicBezTo>
                    <a:pt x="2307" y="2015"/>
                    <a:pt x="2300" y="2001"/>
                    <a:pt x="2376" y="1872"/>
                  </a:cubicBezTo>
                  <a:cubicBezTo>
                    <a:pt x="2383" y="1859"/>
                    <a:pt x="2391" y="1845"/>
                    <a:pt x="2400" y="1830"/>
                  </a:cubicBezTo>
                  <a:cubicBezTo>
                    <a:pt x="2505" y="1654"/>
                    <a:pt x="2597" y="1476"/>
                    <a:pt x="2628" y="1270"/>
                  </a:cubicBezTo>
                  <a:cubicBezTo>
                    <a:pt x="2630" y="1253"/>
                    <a:pt x="2633" y="1235"/>
                    <a:pt x="2634" y="1217"/>
                  </a:cubicBezTo>
                  <a:cubicBezTo>
                    <a:pt x="2640" y="1157"/>
                    <a:pt x="2641" y="1098"/>
                    <a:pt x="2636" y="1038"/>
                  </a:cubicBezTo>
                  <a:cubicBezTo>
                    <a:pt x="2609" y="668"/>
                    <a:pt x="2392" y="313"/>
                    <a:pt x="2061" y="137"/>
                  </a:cubicBezTo>
                  <a:cubicBezTo>
                    <a:pt x="1999" y="104"/>
                    <a:pt x="1935" y="77"/>
                    <a:pt x="1871" y="56"/>
                  </a:cubicBezTo>
                  <a:cubicBezTo>
                    <a:pt x="1794" y="31"/>
                    <a:pt x="1716" y="14"/>
                    <a:pt x="1638" y="6"/>
                  </a:cubicBezTo>
                  <a:cubicBezTo>
                    <a:pt x="1330" y="-27"/>
                    <a:pt x="1029" y="70"/>
                    <a:pt x="801" y="262"/>
                  </a:cubicBezTo>
                  <a:cubicBezTo>
                    <a:pt x="677" y="365"/>
                    <a:pt x="575" y="497"/>
                    <a:pt x="505" y="650"/>
                  </a:cubicBezTo>
                  <a:cubicBezTo>
                    <a:pt x="504" y="650"/>
                    <a:pt x="504" y="650"/>
                    <a:pt x="504" y="650"/>
                  </a:cubicBezTo>
                  <a:cubicBezTo>
                    <a:pt x="443" y="783"/>
                    <a:pt x="406" y="932"/>
                    <a:pt x="400" y="1094"/>
                  </a:cubicBezTo>
                  <a:cubicBezTo>
                    <a:pt x="398" y="1124"/>
                    <a:pt x="399" y="1154"/>
                    <a:pt x="401" y="1183"/>
                  </a:cubicBezTo>
                  <a:cubicBezTo>
                    <a:pt x="406" y="1272"/>
                    <a:pt x="423" y="1357"/>
                    <a:pt x="449" y="1439"/>
                  </a:cubicBezTo>
                  <a:cubicBezTo>
                    <a:pt x="495" y="1583"/>
                    <a:pt x="568" y="1718"/>
                    <a:pt x="650" y="1850"/>
                  </a:cubicBezTo>
                  <a:cubicBezTo>
                    <a:pt x="679" y="1897"/>
                    <a:pt x="747" y="1946"/>
                    <a:pt x="717" y="2000"/>
                  </a:cubicBezTo>
                  <a:cubicBezTo>
                    <a:pt x="690" y="2048"/>
                    <a:pt x="615" y="2015"/>
                    <a:pt x="562" y="2015"/>
                  </a:cubicBezTo>
                  <a:cubicBezTo>
                    <a:pt x="470" y="2016"/>
                    <a:pt x="377" y="2016"/>
                    <a:pt x="285" y="2016"/>
                  </a:cubicBezTo>
                  <a:cubicBezTo>
                    <a:pt x="191" y="2016"/>
                    <a:pt x="98" y="2016"/>
                    <a:pt x="5" y="2017"/>
                  </a:cubicBezTo>
                  <a:cubicBezTo>
                    <a:pt x="-22" y="2375"/>
                    <a:pt x="37" y="2759"/>
                    <a:pt x="403" y="31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1"/>
            <p:cNvSpPr/>
            <p:nvPr/>
          </p:nvSpPr>
          <p:spPr>
            <a:xfrm>
              <a:off x="5018760" y="3092040"/>
              <a:ext cx="469440" cy="130320"/>
            </a:xfrm>
            <a:custGeom>
              <a:avLst/>
              <a:gdLst/>
              <a:ahLst/>
              <a:cxnLst/>
              <a:rect l="l" t="t" r="r" b="b"/>
              <a:pathLst>
                <a:path w="1304" h="362" extrusionOk="0">
                  <a:moveTo>
                    <a:pt x="1255" y="111"/>
                  </a:moveTo>
                  <a:cubicBezTo>
                    <a:pt x="1274" y="114"/>
                    <a:pt x="1290" y="117"/>
                    <a:pt x="1304" y="118"/>
                  </a:cubicBezTo>
                  <a:cubicBezTo>
                    <a:pt x="1268" y="90"/>
                    <a:pt x="1225" y="66"/>
                    <a:pt x="1174" y="48"/>
                  </a:cubicBezTo>
                  <a:cubicBezTo>
                    <a:pt x="1084" y="16"/>
                    <a:pt x="971" y="0"/>
                    <a:pt x="837" y="0"/>
                  </a:cubicBezTo>
                  <a:cubicBezTo>
                    <a:pt x="812" y="0"/>
                    <a:pt x="787" y="1"/>
                    <a:pt x="761" y="2"/>
                  </a:cubicBezTo>
                  <a:cubicBezTo>
                    <a:pt x="732" y="3"/>
                    <a:pt x="704" y="4"/>
                    <a:pt x="675" y="5"/>
                  </a:cubicBezTo>
                  <a:cubicBezTo>
                    <a:pt x="522" y="9"/>
                    <a:pt x="378" y="13"/>
                    <a:pt x="244" y="76"/>
                  </a:cubicBezTo>
                  <a:cubicBezTo>
                    <a:pt x="142" y="123"/>
                    <a:pt x="67" y="182"/>
                    <a:pt x="13" y="256"/>
                  </a:cubicBezTo>
                  <a:cubicBezTo>
                    <a:pt x="-1" y="276"/>
                    <a:pt x="-1" y="284"/>
                    <a:pt x="0" y="292"/>
                  </a:cubicBezTo>
                  <a:cubicBezTo>
                    <a:pt x="4" y="314"/>
                    <a:pt x="8" y="338"/>
                    <a:pt x="11" y="362"/>
                  </a:cubicBezTo>
                  <a:cubicBezTo>
                    <a:pt x="359" y="110"/>
                    <a:pt x="801" y="20"/>
                    <a:pt x="1255" y="1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1"/>
            <p:cNvSpPr/>
            <p:nvPr/>
          </p:nvSpPr>
          <p:spPr>
            <a:xfrm>
              <a:off x="4664880" y="3799440"/>
              <a:ext cx="236880" cy="219600"/>
            </a:xfrm>
            <a:custGeom>
              <a:avLst/>
              <a:gdLst/>
              <a:ahLst/>
              <a:cxnLst/>
              <a:rect l="l" t="t" r="r" b="b"/>
              <a:pathLst>
                <a:path w="658" h="610" extrusionOk="0">
                  <a:moveTo>
                    <a:pt x="20" y="0"/>
                  </a:moveTo>
                  <a:cubicBezTo>
                    <a:pt x="-6" y="54"/>
                    <a:pt x="-7" y="118"/>
                    <a:pt x="22" y="164"/>
                  </a:cubicBezTo>
                  <a:cubicBezTo>
                    <a:pt x="190" y="438"/>
                    <a:pt x="399" y="584"/>
                    <a:pt x="658" y="610"/>
                  </a:cubicBezTo>
                  <a:cubicBezTo>
                    <a:pt x="655" y="606"/>
                    <a:pt x="652" y="602"/>
                    <a:pt x="649" y="598"/>
                  </a:cubicBezTo>
                  <a:cubicBezTo>
                    <a:pt x="533" y="439"/>
                    <a:pt x="448" y="276"/>
                    <a:pt x="395" y="108"/>
                  </a:cubicBezTo>
                  <a:cubicBezTo>
                    <a:pt x="280" y="104"/>
                    <a:pt x="159" y="69"/>
                    <a:pt x="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1"/>
            <p:cNvSpPr/>
            <p:nvPr/>
          </p:nvSpPr>
          <p:spPr>
            <a:xfrm>
              <a:off x="4442760" y="2997360"/>
              <a:ext cx="498240" cy="775440"/>
            </a:xfrm>
            <a:custGeom>
              <a:avLst/>
              <a:gdLst/>
              <a:ahLst/>
              <a:cxnLst/>
              <a:rect l="l" t="t" r="r" b="b"/>
              <a:pathLst>
                <a:path w="1384" h="2154" extrusionOk="0">
                  <a:moveTo>
                    <a:pt x="0" y="298"/>
                  </a:moveTo>
                  <a:cubicBezTo>
                    <a:pt x="9" y="573"/>
                    <a:pt x="89" y="752"/>
                    <a:pt x="261" y="877"/>
                  </a:cubicBezTo>
                  <a:cubicBezTo>
                    <a:pt x="353" y="943"/>
                    <a:pt x="449" y="977"/>
                    <a:pt x="547" y="977"/>
                  </a:cubicBezTo>
                  <a:cubicBezTo>
                    <a:pt x="635" y="977"/>
                    <a:pt x="724" y="950"/>
                    <a:pt x="812" y="895"/>
                  </a:cubicBezTo>
                  <a:cubicBezTo>
                    <a:pt x="841" y="877"/>
                    <a:pt x="870" y="856"/>
                    <a:pt x="901" y="835"/>
                  </a:cubicBezTo>
                  <a:cubicBezTo>
                    <a:pt x="915" y="824"/>
                    <a:pt x="930" y="814"/>
                    <a:pt x="945" y="803"/>
                  </a:cubicBezTo>
                  <a:cubicBezTo>
                    <a:pt x="955" y="796"/>
                    <a:pt x="967" y="792"/>
                    <a:pt x="979" y="792"/>
                  </a:cubicBezTo>
                  <a:cubicBezTo>
                    <a:pt x="993" y="792"/>
                    <a:pt x="1008" y="798"/>
                    <a:pt x="1019" y="807"/>
                  </a:cubicBezTo>
                  <a:cubicBezTo>
                    <a:pt x="1039" y="826"/>
                    <a:pt x="1045" y="856"/>
                    <a:pt x="1032" y="880"/>
                  </a:cubicBezTo>
                  <a:cubicBezTo>
                    <a:pt x="968" y="1000"/>
                    <a:pt x="838" y="1099"/>
                    <a:pt x="686" y="1143"/>
                  </a:cubicBezTo>
                  <a:cubicBezTo>
                    <a:pt x="471" y="1205"/>
                    <a:pt x="337" y="1433"/>
                    <a:pt x="395" y="1641"/>
                  </a:cubicBezTo>
                  <a:cubicBezTo>
                    <a:pt x="400" y="1661"/>
                    <a:pt x="407" y="1682"/>
                    <a:pt x="414" y="1703"/>
                  </a:cubicBezTo>
                  <a:cubicBezTo>
                    <a:pt x="496" y="1947"/>
                    <a:pt x="750" y="2101"/>
                    <a:pt x="968" y="2154"/>
                  </a:cubicBezTo>
                  <a:cubicBezTo>
                    <a:pt x="911" y="1831"/>
                    <a:pt x="970" y="1498"/>
                    <a:pt x="1146" y="1165"/>
                  </a:cubicBezTo>
                  <a:cubicBezTo>
                    <a:pt x="1212" y="1042"/>
                    <a:pt x="1289" y="932"/>
                    <a:pt x="1376" y="835"/>
                  </a:cubicBezTo>
                  <a:cubicBezTo>
                    <a:pt x="1378" y="807"/>
                    <a:pt x="1380" y="782"/>
                    <a:pt x="1381" y="761"/>
                  </a:cubicBezTo>
                  <a:cubicBezTo>
                    <a:pt x="1383" y="728"/>
                    <a:pt x="1385" y="699"/>
                    <a:pt x="1384" y="684"/>
                  </a:cubicBezTo>
                  <a:cubicBezTo>
                    <a:pt x="1375" y="455"/>
                    <a:pt x="1273" y="285"/>
                    <a:pt x="1070" y="162"/>
                  </a:cubicBezTo>
                  <a:cubicBezTo>
                    <a:pt x="945" y="86"/>
                    <a:pt x="802" y="35"/>
                    <a:pt x="620" y="0"/>
                  </a:cubicBezTo>
                  <a:cubicBezTo>
                    <a:pt x="618" y="0"/>
                    <a:pt x="616" y="0"/>
                    <a:pt x="614" y="0"/>
                  </a:cubicBezTo>
                  <a:cubicBezTo>
                    <a:pt x="611" y="0"/>
                    <a:pt x="609" y="0"/>
                    <a:pt x="604" y="5"/>
                  </a:cubicBezTo>
                  <a:cubicBezTo>
                    <a:pt x="457" y="162"/>
                    <a:pt x="265" y="254"/>
                    <a:pt x="18" y="286"/>
                  </a:cubicBezTo>
                  <a:cubicBezTo>
                    <a:pt x="7" y="287"/>
                    <a:pt x="2" y="289"/>
                    <a:pt x="1" y="289"/>
                  </a:cubicBezTo>
                  <a:cubicBezTo>
                    <a:pt x="1" y="289"/>
                    <a:pt x="0" y="292"/>
                    <a:pt x="0" y="2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1"/>
            <p:cNvSpPr/>
            <p:nvPr/>
          </p:nvSpPr>
          <p:spPr>
            <a:xfrm>
              <a:off x="4098600" y="2970000"/>
              <a:ext cx="518760" cy="884520"/>
            </a:xfrm>
            <a:custGeom>
              <a:avLst/>
              <a:gdLst/>
              <a:ahLst/>
              <a:cxnLst/>
              <a:rect l="l" t="t" r="r" b="b"/>
              <a:pathLst>
                <a:path w="1441" h="2457" extrusionOk="0">
                  <a:moveTo>
                    <a:pt x="236" y="1245"/>
                  </a:moveTo>
                  <a:cubicBezTo>
                    <a:pt x="82" y="975"/>
                    <a:pt x="9" y="715"/>
                    <a:pt x="0" y="400"/>
                  </a:cubicBezTo>
                  <a:cubicBezTo>
                    <a:pt x="-4" y="263"/>
                    <a:pt x="78" y="124"/>
                    <a:pt x="208" y="45"/>
                  </a:cubicBezTo>
                  <a:cubicBezTo>
                    <a:pt x="260" y="13"/>
                    <a:pt x="293" y="0"/>
                    <a:pt x="316" y="0"/>
                  </a:cubicBezTo>
                  <a:cubicBezTo>
                    <a:pt x="337" y="0"/>
                    <a:pt x="363" y="13"/>
                    <a:pt x="418" y="80"/>
                  </a:cubicBezTo>
                  <a:cubicBezTo>
                    <a:pt x="455" y="125"/>
                    <a:pt x="490" y="163"/>
                    <a:pt x="525" y="196"/>
                  </a:cubicBezTo>
                  <a:cubicBezTo>
                    <a:pt x="597" y="264"/>
                    <a:pt x="668" y="306"/>
                    <a:pt x="744" y="323"/>
                  </a:cubicBezTo>
                  <a:cubicBezTo>
                    <a:pt x="750" y="324"/>
                    <a:pt x="754" y="325"/>
                    <a:pt x="756" y="326"/>
                  </a:cubicBezTo>
                  <a:cubicBezTo>
                    <a:pt x="757" y="330"/>
                    <a:pt x="757" y="336"/>
                    <a:pt x="757" y="347"/>
                  </a:cubicBezTo>
                  <a:cubicBezTo>
                    <a:pt x="757" y="681"/>
                    <a:pt x="873" y="928"/>
                    <a:pt x="1110" y="1101"/>
                  </a:cubicBezTo>
                  <a:cubicBezTo>
                    <a:pt x="1113" y="1103"/>
                    <a:pt x="1114" y="1104"/>
                    <a:pt x="1114" y="1105"/>
                  </a:cubicBezTo>
                  <a:cubicBezTo>
                    <a:pt x="1114" y="1105"/>
                    <a:pt x="1116" y="1109"/>
                    <a:pt x="1114" y="1125"/>
                  </a:cubicBezTo>
                  <a:cubicBezTo>
                    <a:pt x="1102" y="1228"/>
                    <a:pt x="1098" y="1314"/>
                    <a:pt x="1100" y="1394"/>
                  </a:cubicBezTo>
                  <a:cubicBezTo>
                    <a:pt x="1107" y="1613"/>
                    <a:pt x="1143" y="1893"/>
                    <a:pt x="1367" y="2115"/>
                  </a:cubicBezTo>
                  <a:cubicBezTo>
                    <a:pt x="1391" y="2139"/>
                    <a:pt x="1417" y="2161"/>
                    <a:pt x="1441" y="2181"/>
                  </a:cubicBezTo>
                  <a:cubicBezTo>
                    <a:pt x="1385" y="2246"/>
                    <a:pt x="1354" y="2325"/>
                    <a:pt x="1348" y="2417"/>
                  </a:cubicBezTo>
                  <a:cubicBezTo>
                    <a:pt x="1346" y="2438"/>
                    <a:pt x="1345" y="2450"/>
                    <a:pt x="1343" y="2457"/>
                  </a:cubicBezTo>
                  <a:cubicBezTo>
                    <a:pt x="1341" y="2457"/>
                    <a:pt x="1337" y="2457"/>
                    <a:pt x="1332" y="2457"/>
                  </a:cubicBezTo>
                  <a:cubicBezTo>
                    <a:pt x="1323" y="2457"/>
                    <a:pt x="1313" y="2457"/>
                    <a:pt x="1301" y="2456"/>
                  </a:cubicBezTo>
                  <a:cubicBezTo>
                    <a:pt x="1267" y="2454"/>
                    <a:pt x="1234" y="2445"/>
                    <a:pt x="1202" y="2428"/>
                  </a:cubicBezTo>
                  <a:cubicBezTo>
                    <a:pt x="1138" y="2396"/>
                    <a:pt x="1079" y="2349"/>
                    <a:pt x="1016" y="2281"/>
                  </a:cubicBezTo>
                  <a:cubicBezTo>
                    <a:pt x="884" y="2138"/>
                    <a:pt x="788" y="1968"/>
                    <a:pt x="712" y="1821"/>
                  </a:cubicBezTo>
                  <a:cubicBezTo>
                    <a:pt x="708" y="1814"/>
                    <a:pt x="707" y="1806"/>
                    <a:pt x="706" y="1794"/>
                  </a:cubicBezTo>
                  <a:cubicBezTo>
                    <a:pt x="697" y="1497"/>
                    <a:pt x="637" y="1191"/>
                    <a:pt x="517" y="831"/>
                  </a:cubicBezTo>
                  <a:cubicBezTo>
                    <a:pt x="485" y="734"/>
                    <a:pt x="452" y="640"/>
                    <a:pt x="402" y="553"/>
                  </a:cubicBezTo>
                  <a:cubicBezTo>
                    <a:pt x="391" y="534"/>
                    <a:pt x="371" y="523"/>
                    <a:pt x="350" y="523"/>
                  </a:cubicBezTo>
                  <a:cubicBezTo>
                    <a:pt x="343" y="523"/>
                    <a:pt x="336" y="524"/>
                    <a:pt x="330" y="526"/>
                  </a:cubicBezTo>
                  <a:cubicBezTo>
                    <a:pt x="302" y="536"/>
                    <a:pt x="286" y="564"/>
                    <a:pt x="291" y="593"/>
                  </a:cubicBezTo>
                  <a:cubicBezTo>
                    <a:pt x="311" y="709"/>
                    <a:pt x="335" y="826"/>
                    <a:pt x="358" y="940"/>
                  </a:cubicBezTo>
                  <a:cubicBezTo>
                    <a:pt x="395" y="1126"/>
                    <a:pt x="434" y="1317"/>
                    <a:pt x="457" y="1509"/>
                  </a:cubicBezTo>
                  <a:cubicBezTo>
                    <a:pt x="369" y="1437"/>
                    <a:pt x="295" y="1348"/>
                    <a:pt x="236" y="1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1"/>
            <p:cNvSpPr/>
            <p:nvPr/>
          </p:nvSpPr>
          <p:spPr>
            <a:xfrm>
              <a:off x="4717440" y="2562120"/>
              <a:ext cx="795600" cy="560160"/>
            </a:xfrm>
            <a:custGeom>
              <a:avLst/>
              <a:gdLst/>
              <a:ahLst/>
              <a:cxnLst/>
              <a:rect l="l" t="t" r="r" b="b"/>
              <a:pathLst>
                <a:path w="2210" h="1556" extrusionOk="0">
                  <a:moveTo>
                    <a:pt x="0" y="972"/>
                  </a:moveTo>
                  <a:cubicBezTo>
                    <a:pt x="312" y="1055"/>
                    <a:pt x="629" y="1199"/>
                    <a:pt x="782" y="1556"/>
                  </a:cubicBezTo>
                  <a:cubicBezTo>
                    <a:pt x="919" y="1374"/>
                    <a:pt x="1123" y="1272"/>
                    <a:pt x="1403" y="1246"/>
                  </a:cubicBezTo>
                  <a:cubicBezTo>
                    <a:pt x="1479" y="1239"/>
                    <a:pt x="1557" y="1238"/>
                    <a:pt x="1632" y="1237"/>
                  </a:cubicBezTo>
                  <a:cubicBezTo>
                    <a:pt x="1669" y="1236"/>
                    <a:pt x="1707" y="1235"/>
                    <a:pt x="1745" y="1234"/>
                  </a:cubicBezTo>
                  <a:cubicBezTo>
                    <a:pt x="1884" y="1229"/>
                    <a:pt x="1999" y="1194"/>
                    <a:pt x="2096" y="1127"/>
                  </a:cubicBezTo>
                  <a:cubicBezTo>
                    <a:pt x="2142" y="1095"/>
                    <a:pt x="2180" y="1057"/>
                    <a:pt x="2210" y="1014"/>
                  </a:cubicBezTo>
                  <a:cubicBezTo>
                    <a:pt x="2208" y="816"/>
                    <a:pt x="2209" y="619"/>
                    <a:pt x="2210" y="421"/>
                  </a:cubicBezTo>
                  <a:cubicBezTo>
                    <a:pt x="2164" y="313"/>
                    <a:pt x="2093" y="217"/>
                    <a:pt x="1999" y="131"/>
                  </a:cubicBezTo>
                  <a:cubicBezTo>
                    <a:pt x="1942" y="79"/>
                    <a:pt x="1882" y="35"/>
                    <a:pt x="1818" y="0"/>
                  </a:cubicBezTo>
                  <a:cubicBezTo>
                    <a:pt x="1509" y="1"/>
                    <a:pt x="1201" y="1"/>
                    <a:pt x="893" y="1"/>
                  </a:cubicBezTo>
                  <a:cubicBezTo>
                    <a:pt x="857" y="19"/>
                    <a:pt x="821" y="40"/>
                    <a:pt x="786" y="63"/>
                  </a:cubicBezTo>
                  <a:cubicBezTo>
                    <a:pt x="756" y="83"/>
                    <a:pt x="725" y="105"/>
                    <a:pt x="695" y="127"/>
                  </a:cubicBezTo>
                  <a:cubicBezTo>
                    <a:pt x="680" y="137"/>
                    <a:pt x="664" y="148"/>
                    <a:pt x="649" y="159"/>
                  </a:cubicBezTo>
                  <a:cubicBezTo>
                    <a:pt x="639" y="166"/>
                    <a:pt x="627" y="170"/>
                    <a:pt x="615" y="170"/>
                  </a:cubicBezTo>
                  <a:cubicBezTo>
                    <a:pt x="599" y="170"/>
                    <a:pt x="584" y="164"/>
                    <a:pt x="573" y="152"/>
                  </a:cubicBezTo>
                  <a:cubicBezTo>
                    <a:pt x="552" y="131"/>
                    <a:pt x="549" y="99"/>
                    <a:pt x="566" y="75"/>
                  </a:cubicBezTo>
                  <a:cubicBezTo>
                    <a:pt x="586" y="49"/>
                    <a:pt x="606" y="24"/>
                    <a:pt x="628" y="1"/>
                  </a:cubicBezTo>
                  <a:cubicBezTo>
                    <a:pt x="444" y="1"/>
                    <a:pt x="261" y="0"/>
                    <a:pt x="77" y="0"/>
                  </a:cubicBezTo>
                  <a:cubicBezTo>
                    <a:pt x="58" y="0"/>
                    <a:pt x="42" y="0"/>
                    <a:pt x="27" y="0"/>
                  </a:cubicBezTo>
                  <a:cubicBezTo>
                    <a:pt x="66" y="91"/>
                    <a:pt x="94" y="195"/>
                    <a:pt x="115" y="315"/>
                  </a:cubicBezTo>
                  <a:cubicBezTo>
                    <a:pt x="154" y="553"/>
                    <a:pt x="311" y="701"/>
                    <a:pt x="524" y="701"/>
                  </a:cubicBezTo>
                  <a:cubicBezTo>
                    <a:pt x="551" y="701"/>
                    <a:pt x="578" y="699"/>
                    <a:pt x="606" y="694"/>
                  </a:cubicBezTo>
                  <a:cubicBezTo>
                    <a:pt x="697" y="679"/>
                    <a:pt x="784" y="653"/>
                    <a:pt x="876" y="626"/>
                  </a:cubicBezTo>
                  <a:cubicBezTo>
                    <a:pt x="943" y="606"/>
                    <a:pt x="1012" y="585"/>
                    <a:pt x="1083" y="569"/>
                  </a:cubicBezTo>
                  <a:cubicBezTo>
                    <a:pt x="1098" y="566"/>
                    <a:pt x="1114" y="562"/>
                    <a:pt x="1129" y="558"/>
                  </a:cubicBezTo>
                  <a:cubicBezTo>
                    <a:pt x="1216" y="538"/>
                    <a:pt x="1306" y="518"/>
                    <a:pt x="1399" y="518"/>
                  </a:cubicBezTo>
                  <a:cubicBezTo>
                    <a:pt x="1439" y="518"/>
                    <a:pt x="1477" y="521"/>
                    <a:pt x="1514" y="529"/>
                  </a:cubicBezTo>
                  <a:cubicBezTo>
                    <a:pt x="1573" y="541"/>
                    <a:pt x="1620" y="561"/>
                    <a:pt x="1660" y="590"/>
                  </a:cubicBezTo>
                  <a:cubicBezTo>
                    <a:pt x="1683" y="607"/>
                    <a:pt x="1691" y="638"/>
                    <a:pt x="1679" y="663"/>
                  </a:cubicBezTo>
                  <a:cubicBezTo>
                    <a:pt x="1669" y="685"/>
                    <a:pt x="1648" y="698"/>
                    <a:pt x="1625" y="698"/>
                  </a:cubicBezTo>
                  <a:cubicBezTo>
                    <a:pt x="1620" y="698"/>
                    <a:pt x="1616" y="697"/>
                    <a:pt x="1611" y="696"/>
                  </a:cubicBezTo>
                  <a:cubicBezTo>
                    <a:pt x="1565" y="685"/>
                    <a:pt x="1519" y="680"/>
                    <a:pt x="1470" y="680"/>
                  </a:cubicBezTo>
                  <a:cubicBezTo>
                    <a:pt x="1325" y="680"/>
                    <a:pt x="1189" y="729"/>
                    <a:pt x="1045" y="780"/>
                  </a:cubicBezTo>
                  <a:cubicBezTo>
                    <a:pt x="993" y="799"/>
                    <a:pt x="939" y="818"/>
                    <a:pt x="885" y="835"/>
                  </a:cubicBezTo>
                  <a:cubicBezTo>
                    <a:pt x="868" y="840"/>
                    <a:pt x="851" y="846"/>
                    <a:pt x="834" y="851"/>
                  </a:cubicBezTo>
                  <a:cubicBezTo>
                    <a:pt x="746" y="879"/>
                    <a:pt x="654" y="909"/>
                    <a:pt x="556" y="917"/>
                  </a:cubicBezTo>
                  <a:cubicBezTo>
                    <a:pt x="538" y="918"/>
                    <a:pt x="520" y="919"/>
                    <a:pt x="503" y="919"/>
                  </a:cubicBezTo>
                  <a:cubicBezTo>
                    <a:pt x="346" y="919"/>
                    <a:pt x="207" y="860"/>
                    <a:pt x="86" y="744"/>
                  </a:cubicBezTo>
                  <a:cubicBezTo>
                    <a:pt x="80" y="777"/>
                    <a:pt x="73" y="811"/>
                    <a:pt x="60" y="844"/>
                  </a:cubicBezTo>
                  <a:cubicBezTo>
                    <a:pt x="43" y="888"/>
                    <a:pt x="22" y="930"/>
                    <a:pt x="0" y="9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1"/>
            <p:cNvSpPr/>
            <p:nvPr/>
          </p:nvSpPr>
          <p:spPr>
            <a:xfrm>
              <a:off x="4515840" y="1856520"/>
              <a:ext cx="276840" cy="353520"/>
            </a:xfrm>
            <a:custGeom>
              <a:avLst/>
              <a:gdLst/>
              <a:ahLst/>
              <a:cxnLst/>
              <a:rect l="l" t="t" r="r" b="b"/>
              <a:pathLst>
                <a:path w="769" h="982" extrusionOk="0">
                  <a:moveTo>
                    <a:pt x="0" y="66"/>
                  </a:moveTo>
                  <a:cubicBezTo>
                    <a:pt x="-3" y="300"/>
                    <a:pt x="81" y="507"/>
                    <a:pt x="166" y="680"/>
                  </a:cubicBezTo>
                  <a:cubicBezTo>
                    <a:pt x="197" y="675"/>
                    <a:pt x="229" y="672"/>
                    <a:pt x="259" y="672"/>
                  </a:cubicBezTo>
                  <a:cubicBezTo>
                    <a:pt x="417" y="672"/>
                    <a:pt x="557" y="742"/>
                    <a:pt x="690" y="887"/>
                  </a:cubicBezTo>
                  <a:cubicBezTo>
                    <a:pt x="719" y="919"/>
                    <a:pt x="745" y="951"/>
                    <a:pt x="769" y="982"/>
                  </a:cubicBezTo>
                  <a:cubicBezTo>
                    <a:pt x="742" y="612"/>
                    <a:pt x="525" y="257"/>
                    <a:pt x="194" y="81"/>
                  </a:cubicBezTo>
                  <a:cubicBezTo>
                    <a:pt x="132" y="48"/>
                    <a:pt x="68" y="21"/>
                    <a:pt x="4" y="0"/>
                  </a:cubicBezTo>
                  <a:cubicBezTo>
                    <a:pt x="2" y="21"/>
                    <a:pt x="0" y="43"/>
                    <a:pt x="0" y="6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1"/>
            <p:cNvSpPr/>
            <p:nvPr/>
          </p:nvSpPr>
          <p:spPr>
            <a:xfrm>
              <a:off x="4132080" y="1836360"/>
              <a:ext cx="358920" cy="310320"/>
            </a:xfrm>
            <a:custGeom>
              <a:avLst/>
              <a:gdLst/>
              <a:ahLst/>
              <a:cxnLst/>
              <a:rect l="l" t="t" r="r" b="b"/>
              <a:pathLst>
                <a:path w="997" h="862" extrusionOk="0">
                  <a:moveTo>
                    <a:pt x="0" y="261"/>
                  </a:moveTo>
                  <a:cubicBezTo>
                    <a:pt x="65" y="276"/>
                    <a:pt x="130" y="304"/>
                    <a:pt x="195" y="348"/>
                  </a:cubicBezTo>
                  <a:cubicBezTo>
                    <a:pt x="316" y="429"/>
                    <a:pt x="405" y="538"/>
                    <a:pt x="469" y="623"/>
                  </a:cubicBezTo>
                  <a:lnTo>
                    <a:pt x="484" y="644"/>
                  </a:lnTo>
                  <a:cubicBezTo>
                    <a:pt x="512" y="681"/>
                    <a:pt x="540" y="720"/>
                    <a:pt x="570" y="756"/>
                  </a:cubicBezTo>
                  <a:cubicBezTo>
                    <a:pt x="627" y="827"/>
                    <a:pt x="692" y="862"/>
                    <a:pt x="768" y="862"/>
                  </a:cubicBezTo>
                  <a:cubicBezTo>
                    <a:pt x="801" y="862"/>
                    <a:pt x="836" y="855"/>
                    <a:pt x="872" y="843"/>
                  </a:cubicBezTo>
                  <a:cubicBezTo>
                    <a:pt x="912" y="830"/>
                    <a:pt x="952" y="813"/>
                    <a:pt x="991" y="796"/>
                  </a:cubicBezTo>
                  <a:cubicBezTo>
                    <a:pt x="993" y="795"/>
                    <a:pt x="995" y="795"/>
                    <a:pt x="997" y="794"/>
                  </a:cubicBezTo>
                  <a:cubicBezTo>
                    <a:pt x="995" y="791"/>
                    <a:pt x="994" y="787"/>
                    <a:pt x="992" y="784"/>
                  </a:cubicBezTo>
                  <a:cubicBezTo>
                    <a:pt x="891" y="571"/>
                    <a:pt x="838" y="366"/>
                    <a:pt x="828" y="156"/>
                  </a:cubicBezTo>
                  <a:cubicBezTo>
                    <a:pt x="826" y="103"/>
                    <a:pt x="829" y="53"/>
                    <a:pt x="837" y="6"/>
                  </a:cubicBezTo>
                  <a:cubicBezTo>
                    <a:pt x="529" y="-27"/>
                    <a:pt x="228" y="70"/>
                    <a:pt x="0" y="2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1"/>
            <p:cNvSpPr/>
            <p:nvPr/>
          </p:nvSpPr>
          <p:spPr>
            <a:xfrm>
              <a:off x="3943800" y="2019240"/>
              <a:ext cx="846000" cy="984600"/>
            </a:xfrm>
            <a:custGeom>
              <a:avLst/>
              <a:gdLst/>
              <a:ahLst/>
              <a:cxnLst/>
              <a:rect l="l" t="t" r="r" b="b"/>
              <a:pathLst>
                <a:path w="2350" h="2735" extrusionOk="0">
                  <a:moveTo>
                    <a:pt x="306" y="2402"/>
                  </a:moveTo>
                  <a:cubicBezTo>
                    <a:pt x="322" y="2417"/>
                    <a:pt x="406" y="2466"/>
                    <a:pt x="480" y="2466"/>
                  </a:cubicBezTo>
                  <a:cubicBezTo>
                    <a:pt x="518" y="2466"/>
                    <a:pt x="546" y="2453"/>
                    <a:pt x="566" y="2425"/>
                  </a:cubicBezTo>
                  <a:cubicBezTo>
                    <a:pt x="614" y="2360"/>
                    <a:pt x="663" y="2156"/>
                    <a:pt x="457" y="1529"/>
                  </a:cubicBezTo>
                  <a:cubicBezTo>
                    <a:pt x="449" y="1505"/>
                    <a:pt x="456" y="1480"/>
                    <a:pt x="475" y="1464"/>
                  </a:cubicBezTo>
                  <a:cubicBezTo>
                    <a:pt x="486" y="1455"/>
                    <a:pt x="500" y="1450"/>
                    <a:pt x="513" y="1450"/>
                  </a:cubicBezTo>
                  <a:cubicBezTo>
                    <a:pt x="523" y="1450"/>
                    <a:pt x="533" y="1453"/>
                    <a:pt x="542" y="1457"/>
                  </a:cubicBezTo>
                  <a:cubicBezTo>
                    <a:pt x="589" y="1483"/>
                    <a:pt x="622" y="1520"/>
                    <a:pt x="649" y="1554"/>
                  </a:cubicBezTo>
                  <a:cubicBezTo>
                    <a:pt x="824" y="1765"/>
                    <a:pt x="906" y="2025"/>
                    <a:pt x="900" y="2350"/>
                  </a:cubicBezTo>
                  <a:cubicBezTo>
                    <a:pt x="900" y="2361"/>
                    <a:pt x="898" y="2373"/>
                    <a:pt x="897" y="2384"/>
                  </a:cubicBezTo>
                  <a:cubicBezTo>
                    <a:pt x="896" y="2394"/>
                    <a:pt x="895" y="2404"/>
                    <a:pt x="895" y="2411"/>
                  </a:cubicBezTo>
                  <a:cubicBezTo>
                    <a:pt x="908" y="2602"/>
                    <a:pt x="1186" y="2735"/>
                    <a:pt x="1427" y="2735"/>
                  </a:cubicBezTo>
                  <a:cubicBezTo>
                    <a:pt x="1508" y="2735"/>
                    <a:pt x="1584" y="2720"/>
                    <a:pt x="1647" y="2693"/>
                  </a:cubicBezTo>
                  <a:cubicBezTo>
                    <a:pt x="1900" y="2582"/>
                    <a:pt x="2039" y="2376"/>
                    <a:pt x="2071" y="2061"/>
                  </a:cubicBezTo>
                  <a:cubicBezTo>
                    <a:pt x="2083" y="1942"/>
                    <a:pt x="2072" y="1814"/>
                    <a:pt x="2036" y="1660"/>
                  </a:cubicBezTo>
                  <a:cubicBezTo>
                    <a:pt x="1985" y="1446"/>
                    <a:pt x="1874" y="1296"/>
                    <a:pt x="1697" y="1200"/>
                  </a:cubicBezTo>
                  <a:cubicBezTo>
                    <a:pt x="1672" y="1186"/>
                    <a:pt x="1660" y="1157"/>
                    <a:pt x="1669" y="1130"/>
                  </a:cubicBezTo>
                  <a:cubicBezTo>
                    <a:pt x="1676" y="1104"/>
                    <a:pt x="1700" y="1087"/>
                    <a:pt x="1726" y="1087"/>
                  </a:cubicBezTo>
                  <a:cubicBezTo>
                    <a:pt x="1728" y="1087"/>
                    <a:pt x="1729" y="1087"/>
                    <a:pt x="1731" y="1088"/>
                  </a:cubicBezTo>
                  <a:cubicBezTo>
                    <a:pt x="1798" y="1094"/>
                    <a:pt x="1888" y="1139"/>
                    <a:pt x="1959" y="1203"/>
                  </a:cubicBezTo>
                  <a:cubicBezTo>
                    <a:pt x="2012" y="1252"/>
                    <a:pt x="2059" y="1304"/>
                    <a:pt x="2098" y="1364"/>
                  </a:cubicBezTo>
                  <a:cubicBezTo>
                    <a:pt x="2105" y="1351"/>
                    <a:pt x="2113" y="1337"/>
                    <a:pt x="2122" y="1322"/>
                  </a:cubicBezTo>
                  <a:cubicBezTo>
                    <a:pt x="2227" y="1146"/>
                    <a:pt x="2319" y="968"/>
                    <a:pt x="2350" y="762"/>
                  </a:cubicBezTo>
                  <a:cubicBezTo>
                    <a:pt x="2340" y="751"/>
                    <a:pt x="2331" y="739"/>
                    <a:pt x="2322" y="727"/>
                  </a:cubicBezTo>
                  <a:cubicBezTo>
                    <a:pt x="2289" y="684"/>
                    <a:pt x="2258" y="644"/>
                    <a:pt x="2224" y="606"/>
                  </a:cubicBezTo>
                  <a:cubicBezTo>
                    <a:pt x="2163" y="539"/>
                    <a:pt x="2105" y="493"/>
                    <a:pt x="2043" y="458"/>
                  </a:cubicBezTo>
                  <a:cubicBezTo>
                    <a:pt x="1987" y="428"/>
                    <a:pt x="1933" y="413"/>
                    <a:pt x="1878" y="413"/>
                  </a:cubicBezTo>
                  <a:cubicBezTo>
                    <a:pt x="1828" y="413"/>
                    <a:pt x="1778" y="426"/>
                    <a:pt x="1726" y="451"/>
                  </a:cubicBezTo>
                  <a:cubicBezTo>
                    <a:pt x="1710" y="458"/>
                    <a:pt x="1693" y="467"/>
                    <a:pt x="1677" y="475"/>
                  </a:cubicBezTo>
                  <a:cubicBezTo>
                    <a:pt x="1629" y="498"/>
                    <a:pt x="1580" y="523"/>
                    <a:pt x="1527" y="542"/>
                  </a:cubicBezTo>
                  <a:cubicBezTo>
                    <a:pt x="1442" y="571"/>
                    <a:pt x="1368" y="586"/>
                    <a:pt x="1300" y="586"/>
                  </a:cubicBezTo>
                  <a:cubicBezTo>
                    <a:pt x="1153" y="586"/>
                    <a:pt x="1031" y="517"/>
                    <a:pt x="906" y="362"/>
                  </a:cubicBezTo>
                  <a:cubicBezTo>
                    <a:pt x="851" y="293"/>
                    <a:pt x="791" y="220"/>
                    <a:pt x="729" y="151"/>
                  </a:cubicBezTo>
                  <a:cubicBezTo>
                    <a:pt x="689" y="106"/>
                    <a:pt x="638" y="66"/>
                    <a:pt x="573" y="30"/>
                  </a:cubicBezTo>
                  <a:cubicBezTo>
                    <a:pt x="539" y="10"/>
                    <a:pt x="505" y="0"/>
                    <a:pt x="472" y="0"/>
                  </a:cubicBezTo>
                  <a:cubicBezTo>
                    <a:pt x="438" y="0"/>
                    <a:pt x="403" y="11"/>
                    <a:pt x="368" y="31"/>
                  </a:cubicBezTo>
                  <a:cubicBezTo>
                    <a:pt x="318" y="60"/>
                    <a:pt x="270" y="98"/>
                    <a:pt x="227" y="142"/>
                  </a:cubicBezTo>
                  <a:cubicBezTo>
                    <a:pt x="226" y="142"/>
                    <a:pt x="226" y="142"/>
                    <a:pt x="226" y="142"/>
                  </a:cubicBezTo>
                  <a:cubicBezTo>
                    <a:pt x="165" y="275"/>
                    <a:pt x="128" y="424"/>
                    <a:pt x="122" y="586"/>
                  </a:cubicBezTo>
                  <a:cubicBezTo>
                    <a:pt x="121" y="616"/>
                    <a:pt x="121" y="646"/>
                    <a:pt x="123" y="675"/>
                  </a:cubicBezTo>
                  <a:cubicBezTo>
                    <a:pt x="144" y="660"/>
                    <a:pt x="167" y="647"/>
                    <a:pt x="191" y="635"/>
                  </a:cubicBezTo>
                  <a:cubicBezTo>
                    <a:pt x="280" y="589"/>
                    <a:pt x="382" y="565"/>
                    <a:pt x="484" y="565"/>
                  </a:cubicBezTo>
                  <a:cubicBezTo>
                    <a:pt x="639" y="565"/>
                    <a:pt x="788" y="619"/>
                    <a:pt x="904" y="717"/>
                  </a:cubicBezTo>
                  <a:cubicBezTo>
                    <a:pt x="1034" y="827"/>
                    <a:pt x="1131" y="964"/>
                    <a:pt x="1199" y="1138"/>
                  </a:cubicBezTo>
                  <a:cubicBezTo>
                    <a:pt x="1280" y="1341"/>
                    <a:pt x="1350" y="1712"/>
                    <a:pt x="1349" y="1933"/>
                  </a:cubicBezTo>
                  <a:cubicBezTo>
                    <a:pt x="1349" y="1963"/>
                    <a:pt x="1326" y="1989"/>
                    <a:pt x="1296" y="1992"/>
                  </a:cubicBezTo>
                  <a:cubicBezTo>
                    <a:pt x="1294" y="1992"/>
                    <a:pt x="1292" y="1992"/>
                    <a:pt x="1290" y="1992"/>
                  </a:cubicBezTo>
                  <a:cubicBezTo>
                    <a:pt x="1262" y="1992"/>
                    <a:pt x="1237" y="1973"/>
                    <a:pt x="1231" y="1945"/>
                  </a:cubicBezTo>
                  <a:cubicBezTo>
                    <a:pt x="1222" y="1902"/>
                    <a:pt x="1213" y="1861"/>
                    <a:pt x="1205" y="1820"/>
                  </a:cubicBezTo>
                  <a:cubicBezTo>
                    <a:pt x="1187" y="1735"/>
                    <a:pt x="1170" y="1655"/>
                    <a:pt x="1151" y="1576"/>
                  </a:cubicBezTo>
                  <a:cubicBezTo>
                    <a:pt x="1086" y="1317"/>
                    <a:pt x="997" y="1123"/>
                    <a:pt x="872" y="966"/>
                  </a:cubicBezTo>
                  <a:cubicBezTo>
                    <a:pt x="780" y="852"/>
                    <a:pt x="641" y="783"/>
                    <a:pt x="498" y="783"/>
                  </a:cubicBezTo>
                  <a:cubicBezTo>
                    <a:pt x="370" y="783"/>
                    <a:pt x="256" y="836"/>
                    <a:pt x="171" y="931"/>
                  </a:cubicBezTo>
                  <a:cubicBezTo>
                    <a:pt x="217" y="1075"/>
                    <a:pt x="290" y="1210"/>
                    <a:pt x="372" y="1342"/>
                  </a:cubicBezTo>
                  <a:cubicBezTo>
                    <a:pt x="401" y="1389"/>
                    <a:pt x="469" y="1438"/>
                    <a:pt x="439" y="1492"/>
                  </a:cubicBezTo>
                  <a:cubicBezTo>
                    <a:pt x="412" y="1540"/>
                    <a:pt x="337" y="1507"/>
                    <a:pt x="284" y="1507"/>
                  </a:cubicBezTo>
                  <a:cubicBezTo>
                    <a:pt x="192" y="1508"/>
                    <a:pt x="99" y="1508"/>
                    <a:pt x="7" y="1508"/>
                  </a:cubicBezTo>
                  <a:cubicBezTo>
                    <a:pt x="-22" y="1814"/>
                    <a:pt x="22" y="2101"/>
                    <a:pt x="306" y="24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2" name="Google Shape;432;p31"/>
          <p:cNvSpPr/>
          <p:nvPr/>
        </p:nvSpPr>
        <p:spPr>
          <a:xfrm rot="-3600628">
            <a:off x="-775919" y="2478887"/>
            <a:ext cx="1904721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1"/>
          <p:cNvSpPr/>
          <p:nvPr/>
        </p:nvSpPr>
        <p:spPr>
          <a:xfrm rot="5400000">
            <a:off x="5731903" y="5080566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3070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2"/>
          <p:cNvSpPr/>
          <p:nvPr/>
        </p:nvSpPr>
        <p:spPr>
          <a:xfrm rot="899375">
            <a:off x="10754482" y="521985"/>
            <a:ext cx="1904724" cy="1158281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2"/>
          <p:cNvSpPr/>
          <p:nvPr/>
        </p:nvSpPr>
        <p:spPr>
          <a:xfrm rot="-10799969">
            <a:off x="-203201" y="2006813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2"/>
          <p:cNvSpPr/>
          <p:nvPr/>
        </p:nvSpPr>
        <p:spPr>
          <a:xfrm rot="-4500625">
            <a:off x="6083550" y="6508387"/>
            <a:ext cx="1904724" cy="1158281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2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70655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33"/>
          <p:cNvGrpSpPr/>
          <p:nvPr/>
        </p:nvGrpSpPr>
        <p:grpSpPr>
          <a:xfrm rot="-899822">
            <a:off x="11071833" y="756046"/>
            <a:ext cx="1267568" cy="1716115"/>
            <a:chOff x="5976360" y="-1347840"/>
            <a:chExt cx="2682720" cy="3632040"/>
          </a:xfrm>
        </p:grpSpPr>
        <p:sp>
          <p:nvSpPr>
            <p:cNvPr id="442" name="Google Shape;442;p33"/>
            <p:cNvSpPr/>
            <p:nvPr/>
          </p:nvSpPr>
          <p:spPr>
            <a:xfrm>
              <a:off x="5976360" y="-1347840"/>
              <a:ext cx="2682720" cy="3632040"/>
            </a:xfrm>
            <a:custGeom>
              <a:avLst/>
              <a:gdLst/>
              <a:ahLst/>
              <a:cxnLst/>
              <a:rect l="l" t="t" r="r" b="b"/>
              <a:pathLst>
                <a:path w="7452" h="10089" extrusionOk="0">
                  <a:moveTo>
                    <a:pt x="1188" y="7886"/>
                  </a:moveTo>
                  <a:cubicBezTo>
                    <a:pt x="1252" y="8160"/>
                    <a:pt x="1316" y="8434"/>
                    <a:pt x="1378" y="8708"/>
                  </a:cubicBezTo>
                  <a:cubicBezTo>
                    <a:pt x="1401" y="8810"/>
                    <a:pt x="1464" y="8786"/>
                    <a:pt x="1529" y="8770"/>
                  </a:cubicBezTo>
                  <a:lnTo>
                    <a:pt x="2318" y="8586"/>
                  </a:lnTo>
                  <a:cubicBezTo>
                    <a:pt x="2711" y="8495"/>
                    <a:pt x="3102" y="8403"/>
                    <a:pt x="3496" y="8312"/>
                  </a:cubicBezTo>
                  <a:cubicBezTo>
                    <a:pt x="3547" y="8301"/>
                    <a:pt x="3611" y="8258"/>
                    <a:pt x="3651" y="8306"/>
                  </a:cubicBezTo>
                  <a:cubicBezTo>
                    <a:pt x="3685" y="8346"/>
                    <a:pt x="3639" y="8404"/>
                    <a:pt x="3624" y="8452"/>
                  </a:cubicBezTo>
                  <a:cubicBezTo>
                    <a:pt x="3557" y="8667"/>
                    <a:pt x="3503" y="8881"/>
                    <a:pt x="3529" y="9112"/>
                  </a:cubicBezTo>
                  <a:cubicBezTo>
                    <a:pt x="3536" y="9176"/>
                    <a:pt x="3549" y="9238"/>
                    <a:pt x="3568" y="9299"/>
                  </a:cubicBezTo>
                  <a:cubicBezTo>
                    <a:pt x="3595" y="9386"/>
                    <a:pt x="3633" y="9469"/>
                    <a:pt x="3681" y="9547"/>
                  </a:cubicBezTo>
                  <a:cubicBezTo>
                    <a:pt x="3718" y="9607"/>
                    <a:pt x="3762" y="9665"/>
                    <a:pt x="3811" y="9717"/>
                  </a:cubicBezTo>
                  <a:cubicBezTo>
                    <a:pt x="3874" y="9787"/>
                    <a:pt x="3947" y="9849"/>
                    <a:pt x="4026" y="9902"/>
                  </a:cubicBezTo>
                  <a:cubicBezTo>
                    <a:pt x="4225" y="10035"/>
                    <a:pt x="4466" y="10106"/>
                    <a:pt x="4712" y="10085"/>
                  </a:cubicBezTo>
                  <a:cubicBezTo>
                    <a:pt x="4718" y="10085"/>
                    <a:pt x="4724" y="10084"/>
                    <a:pt x="4730" y="10084"/>
                  </a:cubicBezTo>
                  <a:cubicBezTo>
                    <a:pt x="4797" y="10077"/>
                    <a:pt x="4862" y="10065"/>
                    <a:pt x="4925" y="10048"/>
                  </a:cubicBezTo>
                  <a:cubicBezTo>
                    <a:pt x="5175" y="9980"/>
                    <a:pt x="5385" y="9833"/>
                    <a:pt x="5532" y="9638"/>
                  </a:cubicBezTo>
                  <a:cubicBezTo>
                    <a:pt x="5684" y="9437"/>
                    <a:pt x="5767" y="9185"/>
                    <a:pt x="5757" y="8917"/>
                  </a:cubicBezTo>
                  <a:cubicBezTo>
                    <a:pt x="5754" y="8854"/>
                    <a:pt x="5746" y="8791"/>
                    <a:pt x="5733" y="8727"/>
                  </a:cubicBezTo>
                  <a:cubicBezTo>
                    <a:pt x="5687" y="8501"/>
                    <a:pt x="5563" y="8314"/>
                    <a:pt x="5405" y="8149"/>
                  </a:cubicBezTo>
                  <a:cubicBezTo>
                    <a:pt x="5352" y="8095"/>
                    <a:pt x="5300" y="8039"/>
                    <a:pt x="5246" y="7986"/>
                  </a:cubicBezTo>
                  <a:cubicBezTo>
                    <a:pt x="5202" y="7943"/>
                    <a:pt x="5211" y="7915"/>
                    <a:pt x="5268" y="7899"/>
                  </a:cubicBezTo>
                  <a:cubicBezTo>
                    <a:pt x="5297" y="7891"/>
                    <a:pt x="5328" y="7884"/>
                    <a:pt x="5359" y="7877"/>
                  </a:cubicBezTo>
                  <a:lnTo>
                    <a:pt x="5539" y="7835"/>
                  </a:lnTo>
                  <a:cubicBezTo>
                    <a:pt x="5635" y="7812"/>
                    <a:pt x="5730" y="7790"/>
                    <a:pt x="5826" y="7768"/>
                  </a:cubicBezTo>
                  <a:cubicBezTo>
                    <a:pt x="6326" y="7651"/>
                    <a:pt x="6826" y="7534"/>
                    <a:pt x="7326" y="7417"/>
                  </a:cubicBezTo>
                  <a:cubicBezTo>
                    <a:pt x="7466" y="7384"/>
                    <a:pt x="7467" y="7384"/>
                    <a:pt x="7435" y="7244"/>
                  </a:cubicBezTo>
                  <a:cubicBezTo>
                    <a:pt x="7328" y="6787"/>
                    <a:pt x="7219" y="6330"/>
                    <a:pt x="7116" y="5872"/>
                  </a:cubicBezTo>
                  <a:cubicBezTo>
                    <a:pt x="7095" y="5776"/>
                    <a:pt x="7063" y="5766"/>
                    <a:pt x="6976" y="5806"/>
                  </a:cubicBezTo>
                  <a:cubicBezTo>
                    <a:pt x="6136" y="6200"/>
                    <a:pt x="5136" y="5787"/>
                    <a:pt x="4832" y="4909"/>
                  </a:cubicBezTo>
                  <a:cubicBezTo>
                    <a:pt x="4536" y="4053"/>
                    <a:pt x="5007" y="3167"/>
                    <a:pt x="5830" y="2907"/>
                  </a:cubicBezTo>
                  <a:cubicBezTo>
                    <a:pt x="5987" y="2857"/>
                    <a:pt x="6146" y="2835"/>
                    <a:pt x="6308" y="2830"/>
                  </a:cubicBezTo>
                  <a:cubicBezTo>
                    <a:pt x="6382" y="2828"/>
                    <a:pt x="6398" y="2798"/>
                    <a:pt x="6382" y="2732"/>
                  </a:cubicBezTo>
                  <a:cubicBezTo>
                    <a:pt x="6298" y="2380"/>
                    <a:pt x="6221" y="2025"/>
                    <a:pt x="6132" y="1674"/>
                  </a:cubicBezTo>
                  <a:cubicBezTo>
                    <a:pt x="6078" y="1460"/>
                    <a:pt x="5880" y="1361"/>
                    <a:pt x="5630" y="1415"/>
                  </a:cubicBezTo>
                  <a:cubicBezTo>
                    <a:pt x="5373" y="1470"/>
                    <a:pt x="5118" y="1532"/>
                    <a:pt x="4863" y="1593"/>
                  </a:cubicBezTo>
                  <a:cubicBezTo>
                    <a:pt x="4600" y="1655"/>
                    <a:pt x="4339" y="1719"/>
                    <a:pt x="4077" y="1783"/>
                  </a:cubicBezTo>
                  <a:cubicBezTo>
                    <a:pt x="3989" y="1805"/>
                    <a:pt x="3971" y="1789"/>
                    <a:pt x="3987" y="1698"/>
                  </a:cubicBezTo>
                  <a:cubicBezTo>
                    <a:pt x="4018" y="1525"/>
                    <a:pt x="4049" y="1351"/>
                    <a:pt x="4063" y="1176"/>
                  </a:cubicBezTo>
                  <a:cubicBezTo>
                    <a:pt x="4101" y="691"/>
                    <a:pt x="3880" y="353"/>
                    <a:pt x="3468" y="127"/>
                  </a:cubicBezTo>
                  <a:cubicBezTo>
                    <a:pt x="3094" y="-79"/>
                    <a:pt x="2600" y="-34"/>
                    <a:pt x="2266" y="255"/>
                  </a:cubicBezTo>
                  <a:cubicBezTo>
                    <a:pt x="1919" y="556"/>
                    <a:pt x="1768" y="940"/>
                    <a:pt x="1886" y="1398"/>
                  </a:cubicBezTo>
                  <a:cubicBezTo>
                    <a:pt x="1943" y="1618"/>
                    <a:pt x="2089" y="1796"/>
                    <a:pt x="2218" y="1979"/>
                  </a:cubicBezTo>
                  <a:cubicBezTo>
                    <a:pt x="2248" y="2022"/>
                    <a:pt x="2279" y="2064"/>
                    <a:pt x="2310" y="2105"/>
                  </a:cubicBezTo>
                  <a:cubicBezTo>
                    <a:pt x="2352" y="2159"/>
                    <a:pt x="2342" y="2186"/>
                    <a:pt x="2272" y="2202"/>
                  </a:cubicBezTo>
                  <a:cubicBezTo>
                    <a:pt x="1905" y="2285"/>
                    <a:pt x="1538" y="2372"/>
                    <a:pt x="1171" y="2457"/>
                  </a:cubicBezTo>
                  <a:cubicBezTo>
                    <a:pt x="809" y="2542"/>
                    <a:pt x="446" y="2629"/>
                    <a:pt x="82" y="2710"/>
                  </a:cubicBezTo>
                  <a:cubicBezTo>
                    <a:pt x="5" y="2728"/>
                    <a:pt x="-11" y="2760"/>
                    <a:pt x="7" y="2832"/>
                  </a:cubicBezTo>
                  <a:cubicBezTo>
                    <a:pt x="116" y="3293"/>
                    <a:pt x="224" y="3754"/>
                    <a:pt x="329" y="4215"/>
                  </a:cubicBezTo>
                  <a:cubicBezTo>
                    <a:pt x="345" y="4286"/>
                    <a:pt x="365" y="4305"/>
                    <a:pt x="439" y="4269"/>
                  </a:cubicBezTo>
                  <a:cubicBezTo>
                    <a:pt x="1037" y="3979"/>
                    <a:pt x="1697" y="4101"/>
                    <a:pt x="2149" y="4486"/>
                  </a:cubicBezTo>
                  <a:cubicBezTo>
                    <a:pt x="2237" y="4561"/>
                    <a:pt x="2318" y="4647"/>
                    <a:pt x="2389" y="4742"/>
                  </a:cubicBezTo>
                  <a:cubicBezTo>
                    <a:pt x="2472" y="4853"/>
                    <a:pt x="2541" y="4978"/>
                    <a:pt x="2593" y="5112"/>
                  </a:cubicBezTo>
                  <a:cubicBezTo>
                    <a:pt x="2630" y="5207"/>
                    <a:pt x="2659" y="5307"/>
                    <a:pt x="2677" y="5412"/>
                  </a:cubicBezTo>
                  <a:cubicBezTo>
                    <a:pt x="2682" y="5441"/>
                    <a:pt x="2687" y="5470"/>
                    <a:pt x="2691" y="5501"/>
                  </a:cubicBezTo>
                  <a:cubicBezTo>
                    <a:pt x="2698" y="5562"/>
                    <a:pt x="2701" y="5622"/>
                    <a:pt x="2701" y="5682"/>
                  </a:cubicBezTo>
                  <a:cubicBezTo>
                    <a:pt x="2701" y="5766"/>
                    <a:pt x="2693" y="5850"/>
                    <a:pt x="2678" y="5932"/>
                  </a:cubicBezTo>
                  <a:cubicBezTo>
                    <a:pt x="2575" y="6522"/>
                    <a:pt x="2123" y="7036"/>
                    <a:pt x="1527" y="7180"/>
                  </a:cubicBezTo>
                  <a:cubicBezTo>
                    <a:pt x="1395" y="7212"/>
                    <a:pt x="1263" y="7236"/>
                    <a:pt x="1128" y="7234"/>
                  </a:cubicBezTo>
                  <a:cubicBezTo>
                    <a:pt x="1095" y="7233"/>
                    <a:pt x="1070" y="7236"/>
                    <a:pt x="1058" y="7252"/>
                  </a:cubicBezTo>
                  <a:cubicBezTo>
                    <a:pt x="1048" y="7265"/>
                    <a:pt x="1046" y="7284"/>
                    <a:pt x="1054" y="7316"/>
                  </a:cubicBezTo>
                  <a:cubicBezTo>
                    <a:pt x="1099" y="7506"/>
                    <a:pt x="1143" y="7696"/>
                    <a:pt x="1188" y="7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3"/>
            <p:cNvSpPr/>
            <p:nvPr/>
          </p:nvSpPr>
          <p:spPr>
            <a:xfrm>
              <a:off x="6354000" y="257040"/>
              <a:ext cx="1719720" cy="2027160"/>
            </a:xfrm>
            <a:custGeom>
              <a:avLst/>
              <a:gdLst/>
              <a:ahLst/>
              <a:cxnLst/>
              <a:rect l="l" t="t" r="r" b="b"/>
              <a:pathLst>
                <a:path w="4777" h="5631" extrusionOk="0">
                  <a:moveTo>
                    <a:pt x="329" y="4250"/>
                  </a:moveTo>
                  <a:cubicBezTo>
                    <a:pt x="352" y="4352"/>
                    <a:pt x="415" y="4328"/>
                    <a:pt x="480" y="4313"/>
                  </a:cubicBezTo>
                  <a:lnTo>
                    <a:pt x="1269" y="4128"/>
                  </a:lnTo>
                  <a:cubicBezTo>
                    <a:pt x="1662" y="4037"/>
                    <a:pt x="2053" y="3945"/>
                    <a:pt x="2447" y="3854"/>
                  </a:cubicBezTo>
                  <a:cubicBezTo>
                    <a:pt x="2498" y="3843"/>
                    <a:pt x="2562" y="3800"/>
                    <a:pt x="2602" y="3848"/>
                  </a:cubicBezTo>
                  <a:cubicBezTo>
                    <a:pt x="2636" y="3888"/>
                    <a:pt x="2590" y="3946"/>
                    <a:pt x="2575" y="3994"/>
                  </a:cubicBezTo>
                  <a:cubicBezTo>
                    <a:pt x="2508" y="4209"/>
                    <a:pt x="2454" y="4423"/>
                    <a:pt x="2480" y="4654"/>
                  </a:cubicBezTo>
                  <a:cubicBezTo>
                    <a:pt x="2487" y="4718"/>
                    <a:pt x="2500" y="4780"/>
                    <a:pt x="2519" y="4841"/>
                  </a:cubicBezTo>
                  <a:cubicBezTo>
                    <a:pt x="2546" y="4928"/>
                    <a:pt x="2584" y="5011"/>
                    <a:pt x="2632" y="5089"/>
                  </a:cubicBezTo>
                  <a:cubicBezTo>
                    <a:pt x="2669" y="5149"/>
                    <a:pt x="2713" y="5207"/>
                    <a:pt x="2762" y="5259"/>
                  </a:cubicBezTo>
                  <a:cubicBezTo>
                    <a:pt x="2825" y="5329"/>
                    <a:pt x="2898" y="5391"/>
                    <a:pt x="2977" y="5444"/>
                  </a:cubicBezTo>
                  <a:cubicBezTo>
                    <a:pt x="3176" y="5577"/>
                    <a:pt x="3417" y="5648"/>
                    <a:pt x="3663" y="5627"/>
                  </a:cubicBezTo>
                  <a:cubicBezTo>
                    <a:pt x="3669" y="5627"/>
                    <a:pt x="3675" y="5626"/>
                    <a:pt x="3681" y="5626"/>
                  </a:cubicBezTo>
                  <a:cubicBezTo>
                    <a:pt x="3748" y="5619"/>
                    <a:pt x="3813" y="5607"/>
                    <a:pt x="3876" y="5590"/>
                  </a:cubicBezTo>
                  <a:cubicBezTo>
                    <a:pt x="4126" y="5522"/>
                    <a:pt x="4336" y="5375"/>
                    <a:pt x="4483" y="5180"/>
                  </a:cubicBezTo>
                  <a:cubicBezTo>
                    <a:pt x="4635" y="4979"/>
                    <a:pt x="4718" y="4727"/>
                    <a:pt x="4708" y="4459"/>
                  </a:cubicBezTo>
                  <a:cubicBezTo>
                    <a:pt x="4705" y="4396"/>
                    <a:pt x="4697" y="4333"/>
                    <a:pt x="4684" y="4269"/>
                  </a:cubicBezTo>
                  <a:cubicBezTo>
                    <a:pt x="4638" y="4043"/>
                    <a:pt x="4514" y="3856"/>
                    <a:pt x="4356" y="3691"/>
                  </a:cubicBezTo>
                  <a:cubicBezTo>
                    <a:pt x="4303" y="3637"/>
                    <a:pt x="4251" y="3581"/>
                    <a:pt x="4197" y="3528"/>
                  </a:cubicBezTo>
                  <a:cubicBezTo>
                    <a:pt x="4153" y="3485"/>
                    <a:pt x="4162" y="3457"/>
                    <a:pt x="4219" y="3441"/>
                  </a:cubicBezTo>
                  <a:cubicBezTo>
                    <a:pt x="4248" y="3433"/>
                    <a:pt x="4279" y="3426"/>
                    <a:pt x="4309" y="3419"/>
                  </a:cubicBezTo>
                  <a:lnTo>
                    <a:pt x="4490" y="3377"/>
                  </a:lnTo>
                  <a:cubicBezTo>
                    <a:pt x="4586" y="3354"/>
                    <a:pt x="4681" y="3332"/>
                    <a:pt x="4777" y="3310"/>
                  </a:cubicBezTo>
                  <a:lnTo>
                    <a:pt x="4766" y="3282"/>
                  </a:lnTo>
                  <a:lnTo>
                    <a:pt x="4755" y="3258"/>
                  </a:lnTo>
                  <a:lnTo>
                    <a:pt x="4742" y="3236"/>
                  </a:lnTo>
                  <a:cubicBezTo>
                    <a:pt x="4738" y="3230"/>
                    <a:pt x="4734" y="3224"/>
                    <a:pt x="4731" y="3219"/>
                  </a:cubicBezTo>
                  <a:lnTo>
                    <a:pt x="4734" y="3093"/>
                  </a:lnTo>
                  <a:cubicBezTo>
                    <a:pt x="4741" y="2742"/>
                    <a:pt x="4561" y="2467"/>
                    <a:pt x="4332" y="2294"/>
                  </a:cubicBezTo>
                  <a:lnTo>
                    <a:pt x="4322" y="2191"/>
                  </a:lnTo>
                  <a:cubicBezTo>
                    <a:pt x="4321" y="2181"/>
                    <a:pt x="4320" y="2172"/>
                    <a:pt x="4319" y="2162"/>
                  </a:cubicBezTo>
                  <a:cubicBezTo>
                    <a:pt x="4319" y="2157"/>
                    <a:pt x="4318" y="2152"/>
                    <a:pt x="4317" y="2147"/>
                  </a:cubicBezTo>
                  <a:cubicBezTo>
                    <a:pt x="4289" y="1737"/>
                    <a:pt x="4094" y="1430"/>
                    <a:pt x="3749" y="1253"/>
                  </a:cubicBezTo>
                  <a:cubicBezTo>
                    <a:pt x="3705" y="984"/>
                    <a:pt x="3519" y="753"/>
                    <a:pt x="3266" y="658"/>
                  </a:cubicBezTo>
                  <a:cubicBezTo>
                    <a:pt x="3191" y="629"/>
                    <a:pt x="3114" y="611"/>
                    <a:pt x="3038" y="604"/>
                  </a:cubicBezTo>
                  <a:cubicBezTo>
                    <a:pt x="2965" y="469"/>
                    <a:pt x="2875" y="358"/>
                    <a:pt x="2767" y="267"/>
                  </a:cubicBezTo>
                  <a:cubicBezTo>
                    <a:pt x="2543" y="79"/>
                    <a:pt x="2277" y="9"/>
                    <a:pt x="2018" y="69"/>
                  </a:cubicBezTo>
                  <a:cubicBezTo>
                    <a:pt x="1977" y="79"/>
                    <a:pt x="1935" y="92"/>
                    <a:pt x="1895" y="108"/>
                  </a:cubicBezTo>
                  <a:cubicBezTo>
                    <a:pt x="1864" y="121"/>
                    <a:pt x="1833" y="135"/>
                    <a:pt x="1804" y="150"/>
                  </a:cubicBezTo>
                  <a:cubicBezTo>
                    <a:pt x="1605" y="-1"/>
                    <a:pt x="1327" y="-26"/>
                    <a:pt x="1118" y="23"/>
                  </a:cubicBezTo>
                  <a:lnTo>
                    <a:pt x="1100" y="27"/>
                  </a:lnTo>
                  <a:cubicBezTo>
                    <a:pt x="1188" y="103"/>
                    <a:pt x="1269" y="189"/>
                    <a:pt x="1340" y="284"/>
                  </a:cubicBezTo>
                  <a:cubicBezTo>
                    <a:pt x="1423" y="395"/>
                    <a:pt x="1492" y="520"/>
                    <a:pt x="1544" y="654"/>
                  </a:cubicBezTo>
                  <a:cubicBezTo>
                    <a:pt x="1581" y="749"/>
                    <a:pt x="1610" y="849"/>
                    <a:pt x="1628" y="954"/>
                  </a:cubicBezTo>
                  <a:cubicBezTo>
                    <a:pt x="1633" y="983"/>
                    <a:pt x="1638" y="1012"/>
                    <a:pt x="1642" y="1043"/>
                  </a:cubicBezTo>
                  <a:cubicBezTo>
                    <a:pt x="1649" y="1104"/>
                    <a:pt x="1652" y="1164"/>
                    <a:pt x="1652" y="1224"/>
                  </a:cubicBezTo>
                  <a:cubicBezTo>
                    <a:pt x="1652" y="1308"/>
                    <a:pt x="1644" y="1392"/>
                    <a:pt x="1629" y="1474"/>
                  </a:cubicBezTo>
                  <a:cubicBezTo>
                    <a:pt x="1526" y="2064"/>
                    <a:pt x="1074" y="2578"/>
                    <a:pt x="478" y="2722"/>
                  </a:cubicBezTo>
                  <a:cubicBezTo>
                    <a:pt x="346" y="2754"/>
                    <a:pt x="214" y="2778"/>
                    <a:pt x="79" y="2776"/>
                  </a:cubicBezTo>
                  <a:cubicBezTo>
                    <a:pt x="46" y="2775"/>
                    <a:pt x="21" y="2778"/>
                    <a:pt x="9" y="2794"/>
                  </a:cubicBezTo>
                  <a:cubicBezTo>
                    <a:pt x="-1" y="2807"/>
                    <a:pt x="-3" y="2826"/>
                    <a:pt x="5" y="2858"/>
                  </a:cubicBezTo>
                  <a:cubicBezTo>
                    <a:pt x="50" y="3048"/>
                    <a:pt x="94" y="3238"/>
                    <a:pt x="139" y="3428"/>
                  </a:cubicBezTo>
                  <a:cubicBezTo>
                    <a:pt x="203" y="3702"/>
                    <a:pt x="267" y="3976"/>
                    <a:pt x="329" y="42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3"/>
            <p:cNvSpPr/>
            <p:nvPr/>
          </p:nvSpPr>
          <p:spPr>
            <a:xfrm>
              <a:off x="6836400" y="359280"/>
              <a:ext cx="110880" cy="133200"/>
            </a:xfrm>
            <a:custGeom>
              <a:avLst/>
              <a:gdLst/>
              <a:ahLst/>
              <a:cxnLst/>
              <a:rect l="l" t="t" r="r" b="b"/>
              <a:pathLst>
                <a:path w="308" h="370" extrusionOk="0">
                  <a:moveTo>
                    <a:pt x="0" y="0"/>
                  </a:moveTo>
                  <a:cubicBezTo>
                    <a:pt x="83" y="111"/>
                    <a:pt x="152" y="235"/>
                    <a:pt x="205" y="370"/>
                  </a:cubicBezTo>
                  <a:cubicBezTo>
                    <a:pt x="216" y="286"/>
                    <a:pt x="249" y="203"/>
                    <a:pt x="303" y="122"/>
                  </a:cubicBezTo>
                  <a:cubicBezTo>
                    <a:pt x="306" y="118"/>
                    <a:pt x="307" y="115"/>
                    <a:pt x="308" y="113"/>
                  </a:cubicBezTo>
                  <a:cubicBezTo>
                    <a:pt x="306" y="111"/>
                    <a:pt x="304" y="108"/>
                    <a:pt x="299" y="102"/>
                  </a:cubicBezTo>
                  <a:cubicBezTo>
                    <a:pt x="231" y="29"/>
                    <a:pt x="111" y="-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3"/>
            <p:cNvSpPr/>
            <p:nvPr/>
          </p:nvSpPr>
          <p:spPr>
            <a:xfrm>
              <a:off x="6357240" y="376920"/>
              <a:ext cx="1691640" cy="1800720"/>
            </a:xfrm>
            <a:custGeom>
              <a:avLst/>
              <a:gdLst/>
              <a:ahLst/>
              <a:cxnLst/>
              <a:rect l="l" t="t" r="r" b="b"/>
              <a:pathLst>
                <a:path w="4699" h="5002" extrusionOk="0">
                  <a:moveTo>
                    <a:pt x="320" y="3917"/>
                  </a:moveTo>
                  <a:cubicBezTo>
                    <a:pt x="343" y="4019"/>
                    <a:pt x="406" y="3995"/>
                    <a:pt x="471" y="3980"/>
                  </a:cubicBezTo>
                  <a:lnTo>
                    <a:pt x="1035" y="3848"/>
                  </a:lnTo>
                  <a:cubicBezTo>
                    <a:pt x="1025" y="3801"/>
                    <a:pt x="1018" y="3758"/>
                    <a:pt x="1014" y="3716"/>
                  </a:cubicBezTo>
                  <a:cubicBezTo>
                    <a:pt x="997" y="3541"/>
                    <a:pt x="994" y="3315"/>
                    <a:pt x="1132" y="3113"/>
                  </a:cubicBezTo>
                  <a:cubicBezTo>
                    <a:pt x="1133" y="3110"/>
                    <a:pt x="1135" y="3108"/>
                    <a:pt x="1136" y="3106"/>
                  </a:cubicBezTo>
                  <a:cubicBezTo>
                    <a:pt x="1146" y="3089"/>
                    <a:pt x="1166" y="3057"/>
                    <a:pt x="1210" y="3044"/>
                  </a:cubicBezTo>
                  <a:lnTo>
                    <a:pt x="1213" y="3043"/>
                  </a:lnTo>
                  <a:cubicBezTo>
                    <a:pt x="1235" y="3038"/>
                    <a:pt x="1257" y="3045"/>
                    <a:pt x="1272" y="3062"/>
                  </a:cubicBezTo>
                  <a:cubicBezTo>
                    <a:pt x="1287" y="3079"/>
                    <a:pt x="1291" y="3104"/>
                    <a:pt x="1282" y="3126"/>
                  </a:cubicBezTo>
                  <a:cubicBezTo>
                    <a:pt x="1203" y="3302"/>
                    <a:pt x="1196" y="3540"/>
                    <a:pt x="1260" y="3795"/>
                  </a:cubicBezTo>
                  <a:cubicBezTo>
                    <a:pt x="1653" y="3704"/>
                    <a:pt x="2044" y="3612"/>
                    <a:pt x="2438" y="3521"/>
                  </a:cubicBezTo>
                  <a:cubicBezTo>
                    <a:pt x="2489" y="3510"/>
                    <a:pt x="2553" y="3467"/>
                    <a:pt x="2593" y="3515"/>
                  </a:cubicBezTo>
                  <a:cubicBezTo>
                    <a:pt x="2627" y="3555"/>
                    <a:pt x="2581" y="3613"/>
                    <a:pt x="2566" y="3661"/>
                  </a:cubicBezTo>
                  <a:cubicBezTo>
                    <a:pt x="2499" y="3876"/>
                    <a:pt x="2445" y="4090"/>
                    <a:pt x="2471" y="4321"/>
                  </a:cubicBezTo>
                  <a:cubicBezTo>
                    <a:pt x="2478" y="4385"/>
                    <a:pt x="2491" y="4447"/>
                    <a:pt x="2510" y="4508"/>
                  </a:cubicBezTo>
                  <a:cubicBezTo>
                    <a:pt x="2534" y="4443"/>
                    <a:pt x="2544" y="4369"/>
                    <a:pt x="2539" y="4288"/>
                  </a:cubicBezTo>
                  <a:cubicBezTo>
                    <a:pt x="2520" y="4003"/>
                    <a:pt x="2568" y="3795"/>
                    <a:pt x="2694" y="3615"/>
                  </a:cubicBezTo>
                  <a:cubicBezTo>
                    <a:pt x="2749" y="3536"/>
                    <a:pt x="2826" y="3472"/>
                    <a:pt x="2889" y="3451"/>
                  </a:cubicBezTo>
                  <a:cubicBezTo>
                    <a:pt x="2891" y="3450"/>
                    <a:pt x="2893" y="3449"/>
                    <a:pt x="2895" y="3449"/>
                  </a:cubicBezTo>
                  <a:cubicBezTo>
                    <a:pt x="2920" y="3443"/>
                    <a:pt x="2947" y="3454"/>
                    <a:pt x="2960" y="3477"/>
                  </a:cubicBezTo>
                  <a:cubicBezTo>
                    <a:pt x="2974" y="3502"/>
                    <a:pt x="2969" y="3533"/>
                    <a:pt x="2948" y="3552"/>
                  </a:cubicBezTo>
                  <a:cubicBezTo>
                    <a:pt x="2798" y="3685"/>
                    <a:pt x="2724" y="3857"/>
                    <a:pt x="2723" y="4077"/>
                  </a:cubicBezTo>
                  <a:cubicBezTo>
                    <a:pt x="2723" y="4235"/>
                    <a:pt x="2741" y="4362"/>
                    <a:pt x="2780" y="4475"/>
                  </a:cubicBezTo>
                  <a:cubicBezTo>
                    <a:pt x="2882" y="4775"/>
                    <a:pt x="3064" y="4944"/>
                    <a:pt x="3337" y="4994"/>
                  </a:cubicBezTo>
                  <a:cubicBezTo>
                    <a:pt x="3404" y="5007"/>
                    <a:pt x="3482" y="5004"/>
                    <a:pt x="3560" y="4986"/>
                  </a:cubicBezTo>
                  <a:cubicBezTo>
                    <a:pt x="3795" y="4931"/>
                    <a:pt x="4035" y="4738"/>
                    <a:pt x="4004" y="4549"/>
                  </a:cubicBezTo>
                  <a:cubicBezTo>
                    <a:pt x="4003" y="4542"/>
                    <a:pt x="4000" y="4533"/>
                    <a:pt x="3997" y="4523"/>
                  </a:cubicBezTo>
                  <a:cubicBezTo>
                    <a:pt x="3993" y="4513"/>
                    <a:pt x="3989" y="4502"/>
                    <a:pt x="3986" y="4491"/>
                  </a:cubicBezTo>
                  <a:cubicBezTo>
                    <a:pt x="3907" y="4176"/>
                    <a:pt x="3927" y="3904"/>
                    <a:pt x="4049" y="3659"/>
                  </a:cubicBezTo>
                  <a:cubicBezTo>
                    <a:pt x="4068" y="3620"/>
                    <a:pt x="4092" y="3576"/>
                    <a:pt x="4132" y="3540"/>
                  </a:cubicBezTo>
                  <a:cubicBezTo>
                    <a:pt x="4139" y="3534"/>
                    <a:pt x="4148" y="3529"/>
                    <a:pt x="4158" y="3527"/>
                  </a:cubicBezTo>
                  <a:cubicBezTo>
                    <a:pt x="4171" y="3524"/>
                    <a:pt x="4186" y="3525"/>
                    <a:pt x="4199" y="3532"/>
                  </a:cubicBezTo>
                  <a:cubicBezTo>
                    <a:pt x="4220" y="3543"/>
                    <a:pt x="4233" y="3566"/>
                    <a:pt x="4231" y="3590"/>
                  </a:cubicBezTo>
                  <a:cubicBezTo>
                    <a:pt x="4173" y="4248"/>
                    <a:pt x="4267" y="4435"/>
                    <a:pt x="4328" y="4488"/>
                  </a:cubicBezTo>
                  <a:cubicBezTo>
                    <a:pt x="4354" y="4511"/>
                    <a:pt x="4384" y="4518"/>
                    <a:pt x="4422" y="4509"/>
                  </a:cubicBezTo>
                  <a:cubicBezTo>
                    <a:pt x="4493" y="4492"/>
                    <a:pt x="4564" y="4425"/>
                    <a:pt x="4576" y="4407"/>
                  </a:cubicBezTo>
                  <a:cubicBezTo>
                    <a:pt x="4633" y="4309"/>
                    <a:pt x="4673" y="4215"/>
                    <a:pt x="4699" y="4126"/>
                  </a:cubicBezTo>
                  <a:cubicBezTo>
                    <a:pt x="4696" y="4063"/>
                    <a:pt x="4688" y="4000"/>
                    <a:pt x="4675" y="3936"/>
                  </a:cubicBezTo>
                  <a:cubicBezTo>
                    <a:pt x="4629" y="3710"/>
                    <a:pt x="4505" y="3523"/>
                    <a:pt x="4347" y="3358"/>
                  </a:cubicBezTo>
                  <a:cubicBezTo>
                    <a:pt x="4294" y="3304"/>
                    <a:pt x="4242" y="3248"/>
                    <a:pt x="4188" y="3195"/>
                  </a:cubicBezTo>
                  <a:cubicBezTo>
                    <a:pt x="4144" y="3152"/>
                    <a:pt x="4153" y="3124"/>
                    <a:pt x="4210" y="3108"/>
                  </a:cubicBezTo>
                  <a:cubicBezTo>
                    <a:pt x="4239" y="3100"/>
                    <a:pt x="4270" y="3093"/>
                    <a:pt x="4300" y="3086"/>
                  </a:cubicBezTo>
                  <a:lnTo>
                    <a:pt x="4481" y="3044"/>
                  </a:lnTo>
                  <a:cubicBezTo>
                    <a:pt x="4359" y="2896"/>
                    <a:pt x="4192" y="2834"/>
                    <a:pt x="4021" y="2874"/>
                  </a:cubicBezTo>
                  <a:cubicBezTo>
                    <a:pt x="3882" y="2906"/>
                    <a:pt x="3762" y="3005"/>
                    <a:pt x="3699" y="3136"/>
                  </a:cubicBezTo>
                  <a:cubicBezTo>
                    <a:pt x="3613" y="3318"/>
                    <a:pt x="3570" y="3527"/>
                    <a:pt x="3566" y="3794"/>
                  </a:cubicBezTo>
                  <a:cubicBezTo>
                    <a:pt x="3565" y="3876"/>
                    <a:pt x="3567" y="3957"/>
                    <a:pt x="3568" y="4044"/>
                  </a:cubicBezTo>
                  <a:cubicBezTo>
                    <a:pt x="3569" y="4085"/>
                    <a:pt x="3570" y="4128"/>
                    <a:pt x="3571" y="4172"/>
                  </a:cubicBezTo>
                  <a:cubicBezTo>
                    <a:pt x="3571" y="4200"/>
                    <a:pt x="3552" y="4225"/>
                    <a:pt x="3525" y="4231"/>
                  </a:cubicBezTo>
                  <a:cubicBezTo>
                    <a:pt x="3523" y="4231"/>
                    <a:pt x="3521" y="4232"/>
                    <a:pt x="3519" y="4232"/>
                  </a:cubicBezTo>
                  <a:cubicBezTo>
                    <a:pt x="3488" y="4236"/>
                    <a:pt x="3460" y="4216"/>
                    <a:pt x="3453" y="4186"/>
                  </a:cubicBezTo>
                  <a:cubicBezTo>
                    <a:pt x="3403" y="3972"/>
                    <a:pt x="3387" y="3594"/>
                    <a:pt x="3419" y="3378"/>
                  </a:cubicBezTo>
                  <a:cubicBezTo>
                    <a:pt x="3446" y="3194"/>
                    <a:pt x="3509" y="3038"/>
                    <a:pt x="3611" y="2901"/>
                  </a:cubicBezTo>
                  <a:cubicBezTo>
                    <a:pt x="3702" y="2780"/>
                    <a:pt x="3835" y="2693"/>
                    <a:pt x="3986" y="2658"/>
                  </a:cubicBezTo>
                  <a:cubicBezTo>
                    <a:pt x="4085" y="2635"/>
                    <a:pt x="4189" y="2635"/>
                    <a:pt x="4287" y="2659"/>
                  </a:cubicBezTo>
                  <a:cubicBezTo>
                    <a:pt x="4342" y="2673"/>
                    <a:pt x="4392" y="2694"/>
                    <a:pt x="4440" y="2716"/>
                  </a:cubicBezTo>
                  <a:cubicBezTo>
                    <a:pt x="4447" y="2401"/>
                    <a:pt x="4207" y="2183"/>
                    <a:pt x="3977" y="2112"/>
                  </a:cubicBezTo>
                  <a:cubicBezTo>
                    <a:pt x="3938" y="2100"/>
                    <a:pt x="3901" y="2098"/>
                    <a:pt x="3868" y="2105"/>
                  </a:cubicBezTo>
                  <a:cubicBezTo>
                    <a:pt x="3836" y="2113"/>
                    <a:pt x="3805" y="2130"/>
                    <a:pt x="3776" y="2157"/>
                  </a:cubicBezTo>
                  <a:cubicBezTo>
                    <a:pt x="3722" y="2208"/>
                    <a:pt x="3681" y="2258"/>
                    <a:pt x="3653" y="2310"/>
                  </a:cubicBezTo>
                  <a:cubicBezTo>
                    <a:pt x="3608" y="2392"/>
                    <a:pt x="3567" y="2477"/>
                    <a:pt x="3528" y="2557"/>
                  </a:cubicBezTo>
                  <a:cubicBezTo>
                    <a:pt x="3441" y="2735"/>
                    <a:pt x="3339" y="2830"/>
                    <a:pt x="3195" y="2864"/>
                  </a:cubicBezTo>
                  <a:cubicBezTo>
                    <a:pt x="3129" y="2879"/>
                    <a:pt x="3054" y="2882"/>
                    <a:pt x="2963" y="2872"/>
                  </a:cubicBezTo>
                  <a:cubicBezTo>
                    <a:pt x="2908" y="2866"/>
                    <a:pt x="2855" y="2854"/>
                    <a:pt x="2803" y="2841"/>
                  </a:cubicBezTo>
                  <a:cubicBezTo>
                    <a:pt x="2785" y="2837"/>
                    <a:pt x="2768" y="2833"/>
                    <a:pt x="2750" y="2829"/>
                  </a:cubicBezTo>
                  <a:cubicBezTo>
                    <a:pt x="2693" y="2817"/>
                    <a:pt x="2642" y="2816"/>
                    <a:pt x="2593" y="2827"/>
                  </a:cubicBezTo>
                  <a:cubicBezTo>
                    <a:pt x="2540" y="2840"/>
                    <a:pt x="2490" y="2866"/>
                    <a:pt x="2442" y="2909"/>
                  </a:cubicBezTo>
                  <a:cubicBezTo>
                    <a:pt x="2390" y="2956"/>
                    <a:pt x="2344" y="3015"/>
                    <a:pt x="2300" y="3093"/>
                  </a:cubicBezTo>
                  <a:cubicBezTo>
                    <a:pt x="2275" y="3138"/>
                    <a:pt x="2254" y="3184"/>
                    <a:pt x="2233" y="3233"/>
                  </a:cubicBezTo>
                  <a:cubicBezTo>
                    <a:pt x="2219" y="3262"/>
                    <a:pt x="2206" y="3292"/>
                    <a:pt x="2192" y="3320"/>
                  </a:cubicBezTo>
                  <a:cubicBezTo>
                    <a:pt x="2184" y="3337"/>
                    <a:pt x="2169" y="3348"/>
                    <a:pt x="2152" y="3352"/>
                  </a:cubicBezTo>
                  <a:cubicBezTo>
                    <a:pt x="2141" y="3355"/>
                    <a:pt x="2130" y="3355"/>
                    <a:pt x="2120" y="3351"/>
                  </a:cubicBezTo>
                  <a:cubicBezTo>
                    <a:pt x="2092" y="3342"/>
                    <a:pt x="2074" y="3313"/>
                    <a:pt x="2079" y="3284"/>
                  </a:cubicBezTo>
                  <a:cubicBezTo>
                    <a:pt x="2099" y="3171"/>
                    <a:pt x="2141" y="3059"/>
                    <a:pt x="2208" y="2940"/>
                  </a:cubicBezTo>
                  <a:cubicBezTo>
                    <a:pt x="2304" y="2769"/>
                    <a:pt x="2425" y="2668"/>
                    <a:pt x="2579" y="2632"/>
                  </a:cubicBezTo>
                  <a:cubicBezTo>
                    <a:pt x="2608" y="2625"/>
                    <a:pt x="2639" y="2621"/>
                    <a:pt x="2671" y="2619"/>
                  </a:cubicBezTo>
                  <a:cubicBezTo>
                    <a:pt x="2715" y="2431"/>
                    <a:pt x="2750" y="2210"/>
                    <a:pt x="2693" y="1983"/>
                  </a:cubicBezTo>
                  <a:cubicBezTo>
                    <a:pt x="2659" y="1845"/>
                    <a:pt x="2588" y="1758"/>
                    <a:pt x="2475" y="1717"/>
                  </a:cubicBezTo>
                  <a:cubicBezTo>
                    <a:pt x="2416" y="1696"/>
                    <a:pt x="2361" y="1692"/>
                    <a:pt x="2305" y="1705"/>
                  </a:cubicBezTo>
                  <a:cubicBezTo>
                    <a:pt x="2241" y="1720"/>
                    <a:pt x="2177" y="1756"/>
                    <a:pt x="2104" y="1821"/>
                  </a:cubicBezTo>
                  <a:cubicBezTo>
                    <a:pt x="2033" y="1883"/>
                    <a:pt x="1974" y="1960"/>
                    <a:pt x="1924" y="2027"/>
                  </a:cubicBezTo>
                  <a:cubicBezTo>
                    <a:pt x="1916" y="2039"/>
                    <a:pt x="1903" y="2047"/>
                    <a:pt x="1890" y="2050"/>
                  </a:cubicBezTo>
                  <a:cubicBezTo>
                    <a:pt x="1876" y="2053"/>
                    <a:pt x="1861" y="2051"/>
                    <a:pt x="1848" y="2044"/>
                  </a:cubicBezTo>
                  <a:cubicBezTo>
                    <a:pt x="1822" y="2030"/>
                    <a:pt x="1810" y="1998"/>
                    <a:pt x="1820" y="1971"/>
                  </a:cubicBezTo>
                  <a:cubicBezTo>
                    <a:pt x="1867" y="1847"/>
                    <a:pt x="1941" y="1737"/>
                    <a:pt x="2042" y="1646"/>
                  </a:cubicBezTo>
                  <a:cubicBezTo>
                    <a:pt x="2070" y="1620"/>
                    <a:pt x="2173" y="1555"/>
                    <a:pt x="2299" y="1526"/>
                  </a:cubicBezTo>
                  <a:cubicBezTo>
                    <a:pt x="2406" y="1501"/>
                    <a:pt x="2509" y="1506"/>
                    <a:pt x="2603" y="1540"/>
                  </a:cubicBezTo>
                  <a:cubicBezTo>
                    <a:pt x="2779" y="1605"/>
                    <a:pt x="2893" y="1752"/>
                    <a:pt x="2932" y="1962"/>
                  </a:cubicBezTo>
                  <a:cubicBezTo>
                    <a:pt x="2971" y="2168"/>
                    <a:pt x="2965" y="2380"/>
                    <a:pt x="2915" y="2611"/>
                  </a:cubicBezTo>
                  <a:cubicBezTo>
                    <a:pt x="2915" y="2615"/>
                    <a:pt x="2914" y="2618"/>
                    <a:pt x="2913" y="2622"/>
                  </a:cubicBezTo>
                  <a:cubicBezTo>
                    <a:pt x="2915" y="2622"/>
                    <a:pt x="2917" y="2622"/>
                    <a:pt x="2919" y="2623"/>
                  </a:cubicBezTo>
                  <a:cubicBezTo>
                    <a:pt x="2961" y="2630"/>
                    <a:pt x="3004" y="2637"/>
                    <a:pt x="3045" y="2641"/>
                  </a:cubicBezTo>
                  <a:cubicBezTo>
                    <a:pt x="3084" y="2645"/>
                    <a:pt x="3119" y="2643"/>
                    <a:pt x="3151" y="2636"/>
                  </a:cubicBezTo>
                  <a:cubicBezTo>
                    <a:pt x="3225" y="2618"/>
                    <a:pt x="3281" y="2570"/>
                    <a:pt x="3320" y="2488"/>
                  </a:cubicBezTo>
                  <a:cubicBezTo>
                    <a:pt x="3341" y="2446"/>
                    <a:pt x="3360" y="2402"/>
                    <a:pt x="3379" y="2359"/>
                  </a:cubicBezTo>
                  <a:lnTo>
                    <a:pt x="3389" y="2335"/>
                  </a:lnTo>
                  <a:cubicBezTo>
                    <a:pt x="3431" y="2237"/>
                    <a:pt x="3493" y="2111"/>
                    <a:pt x="3592" y="2005"/>
                  </a:cubicBezTo>
                  <a:cubicBezTo>
                    <a:pt x="3673" y="1920"/>
                    <a:pt x="3758" y="1867"/>
                    <a:pt x="3854" y="1845"/>
                  </a:cubicBezTo>
                  <a:cubicBezTo>
                    <a:pt x="3907" y="1832"/>
                    <a:pt x="3963" y="1829"/>
                    <a:pt x="4020" y="1836"/>
                  </a:cubicBezTo>
                  <a:cubicBezTo>
                    <a:pt x="4019" y="1830"/>
                    <a:pt x="4019" y="1823"/>
                    <a:pt x="4018" y="1816"/>
                  </a:cubicBezTo>
                  <a:cubicBezTo>
                    <a:pt x="4017" y="1805"/>
                    <a:pt x="4016" y="1794"/>
                    <a:pt x="4015" y="1783"/>
                  </a:cubicBezTo>
                  <a:cubicBezTo>
                    <a:pt x="3994" y="1477"/>
                    <a:pt x="3852" y="1273"/>
                    <a:pt x="3581" y="1159"/>
                  </a:cubicBezTo>
                  <a:cubicBezTo>
                    <a:pt x="3525" y="1136"/>
                    <a:pt x="3471" y="1130"/>
                    <a:pt x="3416" y="1142"/>
                  </a:cubicBezTo>
                  <a:lnTo>
                    <a:pt x="3402" y="1145"/>
                  </a:lnTo>
                  <a:cubicBezTo>
                    <a:pt x="3329" y="1162"/>
                    <a:pt x="3255" y="1191"/>
                    <a:pt x="3167" y="1236"/>
                  </a:cubicBezTo>
                  <a:cubicBezTo>
                    <a:pt x="3162" y="1238"/>
                    <a:pt x="3157" y="1240"/>
                    <a:pt x="3153" y="1241"/>
                  </a:cubicBezTo>
                  <a:cubicBezTo>
                    <a:pt x="3133" y="1246"/>
                    <a:pt x="3112" y="1240"/>
                    <a:pt x="3097" y="1225"/>
                  </a:cubicBezTo>
                  <a:cubicBezTo>
                    <a:pt x="3079" y="1208"/>
                    <a:pt x="3074" y="1180"/>
                    <a:pt x="3086" y="1156"/>
                  </a:cubicBezTo>
                  <a:cubicBezTo>
                    <a:pt x="3154" y="1021"/>
                    <a:pt x="3260" y="966"/>
                    <a:pt x="3440" y="920"/>
                  </a:cubicBezTo>
                  <a:cubicBezTo>
                    <a:pt x="3423" y="777"/>
                    <a:pt x="3326" y="649"/>
                    <a:pt x="3192" y="598"/>
                  </a:cubicBezTo>
                  <a:cubicBezTo>
                    <a:pt x="3115" y="569"/>
                    <a:pt x="3038" y="559"/>
                    <a:pt x="2964" y="568"/>
                  </a:cubicBezTo>
                  <a:cubicBezTo>
                    <a:pt x="2884" y="578"/>
                    <a:pt x="2834" y="548"/>
                    <a:pt x="2803" y="473"/>
                  </a:cubicBezTo>
                  <a:cubicBezTo>
                    <a:pt x="2742" y="326"/>
                    <a:pt x="2665" y="214"/>
                    <a:pt x="2567" y="132"/>
                  </a:cubicBezTo>
                  <a:cubicBezTo>
                    <a:pt x="2433" y="19"/>
                    <a:pt x="2286" y="-22"/>
                    <a:pt x="2142" y="11"/>
                  </a:cubicBezTo>
                  <a:cubicBezTo>
                    <a:pt x="2119" y="16"/>
                    <a:pt x="2096" y="24"/>
                    <a:pt x="2073" y="33"/>
                  </a:cubicBezTo>
                  <a:cubicBezTo>
                    <a:pt x="1965" y="77"/>
                    <a:pt x="1878" y="141"/>
                    <a:pt x="1815" y="225"/>
                  </a:cubicBezTo>
                  <a:cubicBezTo>
                    <a:pt x="1752" y="308"/>
                    <a:pt x="1713" y="411"/>
                    <a:pt x="1699" y="530"/>
                  </a:cubicBezTo>
                  <a:lnTo>
                    <a:pt x="1699" y="530"/>
                  </a:lnTo>
                  <a:cubicBezTo>
                    <a:pt x="1705" y="585"/>
                    <a:pt x="1672" y="608"/>
                    <a:pt x="1653" y="616"/>
                  </a:cubicBezTo>
                  <a:cubicBezTo>
                    <a:pt x="1649" y="618"/>
                    <a:pt x="1645" y="619"/>
                    <a:pt x="1641" y="620"/>
                  </a:cubicBezTo>
                  <a:cubicBezTo>
                    <a:pt x="1634" y="622"/>
                    <a:pt x="1627" y="622"/>
                    <a:pt x="1619" y="621"/>
                  </a:cubicBezTo>
                  <a:cubicBezTo>
                    <a:pt x="1624" y="650"/>
                    <a:pt x="1629" y="679"/>
                    <a:pt x="1633" y="710"/>
                  </a:cubicBezTo>
                  <a:cubicBezTo>
                    <a:pt x="1640" y="771"/>
                    <a:pt x="1643" y="831"/>
                    <a:pt x="1643" y="891"/>
                  </a:cubicBezTo>
                  <a:cubicBezTo>
                    <a:pt x="1683" y="908"/>
                    <a:pt x="1720" y="929"/>
                    <a:pt x="1756" y="955"/>
                  </a:cubicBezTo>
                  <a:cubicBezTo>
                    <a:pt x="1883" y="1043"/>
                    <a:pt x="1948" y="1239"/>
                    <a:pt x="1940" y="1281"/>
                  </a:cubicBezTo>
                  <a:cubicBezTo>
                    <a:pt x="1935" y="1304"/>
                    <a:pt x="1917" y="1323"/>
                    <a:pt x="1895" y="1329"/>
                  </a:cubicBezTo>
                  <a:cubicBezTo>
                    <a:pt x="1873" y="1334"/>
                    <a:pt x="1850" y="1327"/>
                    <a:pt x="1836" y="1310"/>
                  </a:cubicBezTo>
                  <a:cubicBezTo>
                    <a:pt x="1768" y="1234"/>
                    <a:pt x="1697" y="1177"/>
                    <a:pt x="1620" y="1141"/>
                  </a:cubicBezTo>
                  <a:cubicBezTo>
                    <a:pt x="1517" y="1731"/>
                    <a:pt x="1065" y="2245"/>
                    <a:pt x="469" y="2389"/>
                  </a:cubicBezTo>
                  <a:cubicBezTo>
                    <a:pt x="337" y="2421"/>
                    <a:pt x="205" y="2445"/>
                    <a:pt x="70" y="2443"/>
                  </a:cubicBezTo>
                  <a:cubicBezTo>
                    <a:pt x="37" y="2442"/>
                    <a:pt x="12" y="2445"/>
                    <a:pt x="0" y="2461"/>
                  </a:cubicBezTo>
                  <a:cubicBezTo>
                    <a:pt x="12" y="2492"/>
                    <a:pt x="24" y="2524"/>
                    <a:pt x="38" y="2556"/>
                  </a:cubicBezTo>
                  <a:cubicBezTo>
                    <a:pt x="44" y="2569"/>
                    <a:pt x="49" y="2581"/>
                    <a:pt x="54" y="2594"/>
                  </a:cubicBezTo>
                  <a:cubicBezTo>
                    <a:pt x="68" y="2627"/>
                    <a:pt x="81" y="2659"/>
                    <a:pt x="96" y="2691"/>
                  </a:cubicBezTo>
                  <a:cubicBezTo>
                    <a:pt x="172" y="2626"/>
                    <a:pt x="245" y="2586"/>
                    <a:pt x="312" y="2570"/>
                  </a:cubicBezTo>
                  <a:cubicBezTo>
                    <a:pt x="379" y="2554"/>
                    <a:pt x="440" y="2564"/>
                    <a:pt x="490" y="2597"/>
                  </a:cubicBezTo>
                  <a:cubicBezTo>
                    <a:pt x="509" y="2610"/>
                    <a:pt x="519" y="2633"/>
                    <a:pt x="516" y="2656"/>
                  </a:cubicBezTo>
                  <a:cubicBezTo>
                    <a:pt x="512" y="2678"/>
                    <a:pt x="496" y="2697"/>
                    <a:pt x="474" y="2704"/>
                  </a:cubicBezTo>
                  <a:cubicBezTo>
                    <a:pt x="280" y="2763"/>
                    <a:pt x="164" y="2895"/>
                    <a:pt x="130" y="3095"/>
                  </a:cubicBezTo>
                  <a:cubicBezTo>
                    <a:pt x="194" y="3369"/>
                    <a:pt x="258" y="3643"/>
                    <a:pt x="320" y="39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6" name="Google Shape;446;p33"/>
          <p:cNvSpPr/>
          <p:nvPr/>
        </p:nvSpPr>
        <p:spPr>
          <a:xfrm rot="-7200640">
            <a:off x="-909056" y="3338444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3"/>
          <p:cNvSpPr/>
          <p:nvPr/>
        </p:nvSpPr>
        <p:spPr>
          <a:xfrm rot="5399969" flipH="1">
            <a:off x="2009067" y="-1361340"/>
            <a:ext cx="728204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3"/>
          <p:cNvSpPr/>
          <p:nvPr/>
        </p:nvSpPr>
        <p:spPr>
          <a:xfrm rot="5400000">
            <a:off x="5731903" y="5080566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3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70443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34"/>
          <p:cNvGrpSpPr/>
          <p:nvPr/>
        </p:nvGrpSpPr>
        <p:grpSpPr>
          <a:xfrm rot="3600668">
            <a:off x="10905374" y="2068304"/>
            <a:ext cx="1185737" cy="1950307"/>
            <a:chOff x="3268800" y="1836360"/>
            <a:chExt cx="2244960" cy="3692520"/>
          </a:xfrm>
        </p:grpSpPr>
        <p:sp>
          <p:nvSpPr>
            <p:cNvPr id="452" name="Google Shape;452;p34"/>
            <p:cNvSpPr/>
            <p:nvPr/>
          </p:nvSpPr>
          <p:spPr>
            <a:xfrm>
              <a:off x="3268800" y="1836360"/>
              <a:ext cx="2244960" cy="3692520"/>
            </a:xfrm>
            <a:custGeom>
              <a:avLst/>
              <a:gdLst/>
              <a:ahLst/>
              <a:cxnLst/>
              <a:rect l="l" t="t" r="r" b="b"/>
              <a:pathLst>
                <a:path w="6236" h="10257" extrusionOk="0">
                  <a:moveTo>
                    <a:pt x="1769" y="4357"/>
                  </a:moveTo>
                  <a:cubicBezTo>
                    <a:pt x="2125" y="4913"/>
                    <a:pt x="2094" y="5603"/>
                    <a:pt x="1691" y="6143"/>
                  </a:cubicBezTo>
                  <a:cubicBezTo>
                    <a:pt x="1334" y="6622"/>
                    <a:pt x="717" y="6846"/>
                    <a:pt x="138" y="6706"/>
                  </a:cubicBezTo>
                  <a:cubicBezTo>
                    <a:pt x="7" y="6674"/>
                    <a:pt x="3" y="6677"/>
                    <a:pt x="3" y="6811"/>
                  </a:cubicBezTo>
                  <a:cubicBezTo>
                    <a:pt x="2" y="7146"/>
                    <a:pt x="2" y="7481"/>
                    <a:pt x="3" y="7816"/>
                  </a:cubicBezTo>
                  <a:cubicBezTo>
                    <a:pt x="3" y="8094"/>
                    <a:pt x="151" y="8246"/>
                    <a:pt x="432" y="8247"/>
                  </a:cubicBezTo>
                  <a:cubicBezTo>
                    <a:pt x="902" y="8250"/>
                    <a:pt x="1372" y="8249"/>
                    <a:pt x="1841" y="8248"/>
                  </a:cubicBezTo>
                  <a:cubicBezTo>
                    <a:pt x="1962" y="8248"/>
                    <a:pt x="2083" y="8250"/>
                    <a:pt x="2204" y="8246"/>
                  </a:cubicBezTo>
                  <a:cubicBezTo>
                    <a:pt x="2271" y="8243"/>
                    <a:pt x="2276" y="8270"/>
                    <a:pt x="2248" y="8319"/>
                  </a:cubicBezTo>
                  <a:cubicBezTo>
                    <a:pt x="2198" y="8406"/>
                    <a:pt x="2146" y="8492"/>
                    <a:pt x="2095" y="8578"/>
                  </a:cubicBezTo>
                  <a:cubicBezTo>
                    <a:pt x="1700" y="9244"/>
                    <a:pt x="2120" y="10129"/>
                    <a:pt x="2885" y="10242"/>
                  </a:cubicBezTo>
                  <a:cubicBezTo>
                    <a:pt x="3357" y="10312"/>
                    <a:pt x="3730" y="10133"/>
                    <a:pt x="3991" y="9748"/>
                  </a:cubicBezTo>
                  <a:cubicBezTo>
                    <a:pt x="4247" y="9372"/>
                    <a:pt x="4252" y="8972"/>
                    <a:pt x="4026" y="8574"/>
                  </a:cubicBezTo>
                  <a:cubicBezTo>
                    <a:pt x="3980" y="8493"/>
                    <a:pt x="3937" y="8410"/>
                    <a:pt x="3884" y="8333"/>
                  </a:cubicBezTo>
                  <a:cubicBezTo>
                    <a:pt x="3838" y="8265"/>
                    <a:pt x="3849" y="8245"/>
                    <a:pt x="3930" y="8246"/>
                  </a:cubicBezTo>
                  <a:cubicBezTo>
                    <a:pt x="4265" y="8248"/>
                    <a:pt x="4600" y="8248"/>
                    <a:pt x="4935" y="8248"/>
                  </a:cubicBezTo>
                  <a:lnTo>
                    <a:pt x="5039" y="8248"/>
                  </a:lnTo>
                  <a:cubicBezTo>
                    <a:pt x="5398" y="8248"/>
                    <a:pt x="5757" y="8246"/>
                    <a:pt x="6116" y="8250"/>
                  </a:cubicBezTo>
                  <a:cubicBezTo>
                    <a:pt x="6205" y="8251"/>
                    <a:pt x="6237" y="8224"/>
                    <a:pt x="6236" y="8132"/>
                  </a:cubicBezTo>
                  <a:cubicBezTo>
                    <a:pt x="6232" y="7665"/>
                    <a:pt x="6232" y="7199"/>
                    <a:pt x="6236" y="6733"/>
                  </a:cubicBezTo>
                  <a:cubicBezTo>
                    <a:pt x="6236" y="6645"/>
                    <a:pt x="6212" y="6632"/>
                    <a:pt x="6128" y="6649"/>
                  </a:cubicBezTo>
                  <a:cubicBezTo>
                    <a:pt x="5613" y="6748"/>
                    <a:pt x="5161" y="6653"/>
                    <a:pt x="4799" y="6345"/>
                  </a:cubicBezTo>
                  <a:cubicBezTo>
                    <a:pt x="4705" y="6266"/>
                    <a:pt x="4617" y="6172"/>
                    <a:pt x="4536" y="6063"/>
                  </a:cubicBezTo>
                  <a:cubicBezTo>
                    <a:pt x="4533" y="6059"/>
                    <a:pt x="4530" y="6055"/>
                    <a:pt x="4527" y="6051"/>
                  </a:cubicBezTo>
                  <a:cubicBezTo>
                    <a:pt x="4411" y="5892"/>
                    <a:pt x="4326" y="5729"/>
                    <a:pt x="4273" y="5561"/>
                  </a:cubicBezTo>
                  <a:cubicBezTo>
                    <a:pt x="4254" y="5501"/>
                    <a:pt x="4239" y="5440"/>
                    <a:pt x="4229" y="5379"/>
                  </a:cubicBezTo>
                  <a:cubicBezTo>
                    <a:pt x="4172" y="5056"/>
                    <a:pt x="4231" y="4723"/>
                    <a:pt x="4407" y="4390"/>
                  </a:cubicBezTo>
                  <a:cubicBezTo>
                    <a:pt x="4473" y="4267"/>
                    <a:pt x="4550" y="4157"/>
                    <a:pt x="4637" y="4060"/>
                  </a:cubicBezTo>
                  <a:cubicBezTo>
                    <a:pt x="4709" y="3980"/>
                    <a:pt x="4788" y="3910"/>
                    <a:pt x="4872" y="3850"/>
                  </a:cubicBezTo>
                  <a:cubicBezTo>
                    <a:pt x="5220" y="3598"/>
                    <a:pt x="5662" y="3508"/>
                    <a:pt x="6116" y="3599"/>
                  </a:cubicBezTo>
                  <a:cubicBezTo>
                    <a:pt x="6135" y="3602"/>
                    <a:pt x="6151" y="3605"/>
                    <a:pt x="6165" y="3606"/>
                  </a:cubicBezTo>
                  <a:cubicBezTo>
                    <a:pt x="6218" y="3609"/>
                    <a:pt x="6237" y="3588"/>
                    <a:pt x="6236" y="3507"/>
                  </a:cubicBezTo>
                  <a:cubicBezTo>
                    <a:pt x="6235" y="3348"/>
                    <a:pt x="6234" y="3189"/>
                    <a:pt x="6233" y="3030"/>
                  </a:cubicBezTo>
                  <a:cubicBezTo>
                    <a:pt x="6232" y="2832"/>
                    <a:pt x="6233" y="2635"/>
                    <a:pt x="6234" y="2437"/>
                  </a:cubicBezTo>
                  <a:cubicBezTo>
                    <a:pt x="6234" y="2338"/>
                    <a:pt x="6235" y="2239"/>
                    <a:pt x="6236" y="2140"/>
                  </a:cubicBezTo>
                  <a:cubicBezTo>
                    <a:pt x="6237" y="2044"/>
                    <a:pt x="6205" y="2014"/>
                    <a:pt x="6111" y="2015"/>
                  </a:cubicBezTo>
                  <a:cubicBezTo>
                    <a:pt x="6021" y="2015"/>
                    <a:pt x="5932" y="2016"/>
                    <a:pt x="5842" y="2016"/>
                  </a:cubicBezTo>
                  <a:cubicBezTo>
                    <a:pt x="5533" y="2017"/>
                    <a:pt x="5225" y="2017"/>
                    <a:pt x="4917" y="2017"/>
                  </a:cubicBezTo>
                  <a:cubicBezTo>
                    <a:pt x="4828" y="2017"/>
                    <a:pt x="4740" y="2017"/>
                    <a:pt x="4652" y="2017"/>
                  </a:cubicBezTo>
                  <a:cubicBezTo>
                    <a:pt x="4468" y="2017"/>
                    <a:pt x="4285" y="2016"/>
                    <a:pt x="4101" y="2016"/>
                  </a:cubicBezTo>
                  <a:cubicBezTo>
                    <a:pt x="4082" y="2016"/>
                    <a:pt x="4066" y="2016"/>
                    <a:pt x="4051" y="2016"/>
                  </a:cubicBezTo>
                  <a:cubicBezTo>
                    <a:pt x="3904" y="2015"/>
                    <a:pt x="3897" y="2001"/>
                    <a:pt x="3973" y="1872"/>
                  </a:cubicBezTo>
                  <a:cubicBezTo>
                    <a:pt x="3980" y="1859"/>
                    <a:pt x="3988" y="1845"/>
                    <a:pt x="3997" y="1830"/>
                  </a:cubicBezTo>
                  <a:cubicBezTo>
                    <a:pt x="4102" y="1654"/>
                    <a:pt x="4194" y="1476"/>
                    <a:pt x="4225" y="1270"/>
                  </a:cubicBezTo>
                  <a:cubicBezTo>
                    <a:pt x="4227" y="1253"/>
                    <a:pt x="4230" y="1235"/>
                    <a:pt x="4231" y="1217"/>
                  </a:cubicBezTo>
                  <a:cubicBezTo>
                    <a:pt x="4237" y="1157"/>
                    <a:pt x="4238" y="1098"/>
                    <a:pt x="4233" y="1038"/>
                  </a:cubicBezTo>
                  <a:cubicBezTo>
                    <a:pt x="4206" y="668"/>
                    <a:pt x="3989" y="313"/>
                    <a:pt x="3658" y="137"/>
                  </a:cubicBezTo>
                  <a:cubicBezTo>
                    <a:pt x="3596" y="104"/>
                    <a:pt x="3532" y="77"/>
                    <a:pt x="3468" y="56"/>
                  </a:cubicBezTo>
                  <a:cubicBezTo>
                    <a:pt x="3391" y="31"/>
                    <a:pt x="3313" y="14"/>
                    <a:pt x="3235" y="6"/>
                  </a:cubicBezTo>
                  <a:cubicBezTo>
                    <a:pt x="2927" y="-27"/>
                    <a:pt x="2626" y="70"/>
                    <a:pt x="2398" y="261"/>
                  </a:cubicBezTo>
                  <a:cubicBezTo>
                    <a:pt x="2274" y="365"/>
                    <a:pt x="2172" y="497"/>
                    <a:pt x="2102" y="650"/>
                  </a:cubicBezTo>
                  <a:cubicBezTo>
                    <a:pt x="2101" y="650"/>
                    <a:pt x="2101" y="650"/>
                    <a:pt x="2101" y="650"/>
                  </a:cubicBezTo>
                  <a:cubicBezTo>
                    <a:pt x="2040" y="783"/>
                    <a:pt x="2003" y="932"/>
                    <a:pt x="1997" y="1094"/>
                  </a:cubicBezTo>
                  <a:cubicBezTo>
                    <a:pt x="1996" y="1124"/>
                    <a:pt x="1996" y="1154"/>
                    <a:pt x="1998" y="1183"/>
                  </a:cubicBezTo>
                  <a:cubicBezTo>
                    <a:pt x="2002" y="1272"/>
                    <a:pt x="2020" y="1357"/>
                    <a:pt x="2046" y="1439"/>
                  </a:cubicBezTo>
                  <a:cubicBezTo>
                    <a:pt x="2092" y="1583"/>
                    <a:pt x="2165" y="1718"/>
                    <a:pt x="2247" y="1850"/>
                  </a:cubicBezTo>
                  <a:cubicBezTo>
                    <a:pt x="2276" y="1897"/>
                    <a:pt x="2344" y="1946"/>
                    <a:pt x="2314" y="2000"/>
                  </a:cubicBezTo>
                  <a:cubicBezTo>
                    <a:pt x="2287" y="2048"/>
                    <a:pt x="2212" y="2015"/>
                    <a:pt x="2159" y="2015"/>
                  </a:cubicBezTo>
                  <a:cubicBezTo>
                    <a:pt x="2067" y="2016"/>
                    <a:pt x="1974" y="2016"/>
                    <a:pt x="1882" y="2016"/>
                  </a:cubicBezTo>
                  <a:cubicBezTo>
                    <a:pt x="1788" y="2016"/>
                    <a:pt x="1695" y="2016"/>
                    <a:pt x="1602" y="2017"/>
                  </a:cubicBezTo>
                  <a:cubicBezTo>
                    <a:pt x="1114" y="2017"/>
                    <a:pt x="626" y="2017"/>
                    <a:pt x="138" y="2015"/>
                  </a:cubicBezTo>
                  <a:cubicBezTo>
                    <a:pt x="37" y="2014"/>
                    <a:pt x="-1" y="2041"/>
                    <a:pt x="0" y="2148"/>
                  </a:cubicBezTo>
                  <a:cubicBezTo>
                    <a:pt x="5" y="2622"/>
                    <a:pt x="5" y="3095"/>
                    <a:pt x="1" y="3568"/>
                  </a:cubicBezTo>
                  <a:cubicBezTo>
                    <a:pt x="0" y="3667"/>
                    <a:pt x="29" y="3683"/>
                    <a:pt x="120" y="3664"/>
                  </a:cubicBezTo>
                  <a:cubicBezTo>
                    <a:pt x="771" y="3525"/>
                    <a:pt x="1411" y="3796"/>
                    <a:pt x="1769" y="43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34"/>
            <p:cNvSpPr/>
            <p:nvPr/>
          </p:nvSpPr>
          <p:spPr>
            <a:xfrm>
              <a:off x="3843720" y="1836360"/>
              <a:ext cx="1670040" cy="2286720"/>
            </a:xfrm>
            <a:custGeom>
              <a:avLst/>
              <a:gdLst/>
              <a:ahLst/>
              <a:cxnLst/>
              <a:rect l="l" t="t" r="r" b="b"/>
              <a:pathLst>
                <a:path w="4639" h="6352" extrusionOk="0">
                  <a:moveTo>
                    <a:pt x="403" y="3148"/>
                  </a:moveTo>
                  <a:lnTo>
                    <a:pt x="410" y="3154"/>
                  </a:lnTo>
                  <a:lnTo>
                    <a:pt x="417" y="3161"/>
                  </a:lnTo>
                  <a:cubicBezTo>
                    <a:pt x="432" y="3176"/>
                    <a:pt x="454" y="3193"/>
                    <a:pt x="479" y="3210"/>
                  </a:cubicBezTo>
                  <a:cubicBezTo>
                    <a:pt x="438" y="3308"/>
                    <a:pt x="417" y="3413"/>
                    <a:pt x="420" y="3520"/>
                  </a:cubicBezTo>
                  <a:cubicBezTo>
                    <a:pt x="431" y="3889"/>
                    <a:pt x="521" y="4207"/>
                    <a:pt x="701" y="4523"/>
                  </a:cubicBezTo>
                  <a:cubicBezTo>
                    <a:pt x="782" y="4664"/>
                    <a:pt x="884" y="4787"/>
                    <a:pt x="1005" y="4887"/>
                  </a:cubicBezTo>
                  <a:lnTo>
                    <a:pt x="1125" y="4987"/>
                  </a:lnTo>
                  <a:cubicBezTo>
                    <a:pt x="1133" y="5017"/>
                    <a:pt x="1145" y="5046"/>
                    <a:pt x="1159" y="5073"/>
                  </a:cubicBezTo>
                  <a:cubicBezTo>
                    <a:pt x="1245" y="5239"/>
                    <a:pt x="1355" y="5433"/>
                    <a:pt x="1514" y="5606"/>
                  </a:cubicBezTo>
                  <a:cubicBezTo>
                    <a:pt x="1607" y="5706"/>
                    <a:pt x="1702" y="5780"/>
                    <a:pt x="1804" y="5832"/>
                  </a:cubicBezTo>
                  <a:cubicBezTo>
                    <a:pt x="1882" y="5871"/>
                    <a:pt x="1964" y="5893"/>
                    <a:pt x="2049" y="5899"/>
                  </a:cubicBezTo>
                  <a:cubicBezTo>
                    <a:pt x="2071" y="5901"/>
                    <a:pt x="2088" y="5901"/>
                    <a:pt x="2105" y="5901"/>
                  </a:cubicBezTo>
                  <a:cubicBezTo>
                    <a:pt x="2120" y="5901"/>
                    <a:pt x="2133" y="5901"/>
                    <a:pt x="2145" y="5900"/>
                  </a:cubicBezTo>
                  <a:lnTo>
                    <a:pt x="2154" y="5899"/>
                  </a:lnTo>
                  <a:cubicBezTo>
                    <a:pt x="2452" y="6269"/>
                    <a:pt x="2807" y="6352"/>
                    <a:pt x="3067" y="6352"/>
                  </a:cubicBezTo>
                  <a:cubicBezTo>
                    <a:pt x="3076" y="6352"/>
                    <a:pt x="3086" y="6352"/>
                    <a:pt x="3095" y="6352"/>
                  </a:cubicBezTo>
                  <a:cubicBezTo>
                    <a:pt x="3131" y="6351"/>
                    <a:pt x="3167" y="6349"/>
                    <a:pt x="3202" y="6345"/>
                  </a:cubicBezTo>
                  <a:cubicBezTo>
                    <a:pt x="3108" y="6266"/>
                    <a:pt x="3020" y="6172"/>
                    <a:pt x="2939" y="6063"/>
                  </a:cubicBezTo>
                  <a:cubicBezTo>
                    <a:pt x="2936" y="6059"/>
                    <a:pt x="2933" y="6055"/>
                    <a:pt x="2930" y="6051"/>
                  </a:cubicBezTo>
                  <a:cubicBezTo>
                    <a:pt x="2814" y="5892"/>
                    <a:pt x="2729" y="5729"/>
                    <a:pt x="2676" y="5561"/>
                  </a:cubicBezTo>
                  <a:cubicBezTo>
                    <a:pt x="2657" y="5501"/>
                    <a:pt x="2642" y="5440"/>
                    <a:pt x="2632" y="5379"/>
                  </a:cubicBezTo>
                  <a:cubicBezTo>
                    <a:pt x="2575" y="5056"/>
                    <a:pt x="2634" y="4723"/>
                    <a:pt x="2810" y="4390"/>
                  </a:cubicBezTo>
                  <a:cubicBezTo>
                    <a:pt x="2876" y="4267"/>
                    <a:pt x="2953" y="4157"/>
                    <a:pt x="3040" y="4060"/>
                  </a:cubicBezTo>
                  <a:cubicBezTo>
                    <a:pt x="3112" y="3980"/>
                    <a:pt x="3191" y="3910"/>
                    <a:pt x="3275" y="3850"/>
                  </a:cubicBezTo>
                  <a:cubicBezTo>
                    <a:pt x="3623" y="3598"/>
                    <a:pt x="4065" y="3508"/>
                    <a:pt x="4519" y="3599"/>
                  </a:cubicBezTo>
                  <a:cubicBezTo>
                    <a:pt x="4538" y="3602"/>
                    <a:pt x="4554" y="3605"/>
                    <a:pt x="4568" y="3606"/>
                  </a:cubicBezTo>
                  <a:cubicBezTo>
                    <a:pt x="4621" y="3609"/>
                    <a:pt x="4640" y="3588"/>
                    <a:pt x="4639" y="3507"/>
                  </a:cubicBezTo>
                  <a:cubicBezTo>
                    <a:pt x="4638" y="3348"/>
                    <a:pt x="4637" y="3189"/>
                    <a:pt x="4636" y="3030"/>
                  </a:cubicBezTo>
                  <a:cubicBezTo>
                    <a:pt x="4635" y="2832"/>
                    <a:pt x="4636" y="2635"/>
                    <a:pt x="4637" y="2437"/>
                  </a:cubicBezTo>
                  <a:cubicBezTo>
                    <a:pt x="4637" y="2338"/>
                    <a:pt x="4638" y="2239"/>
                    <a:pt x="4639" y="2140"/>
                  </a:cubicBezTo>
                  <a:cubicBezTo>
                    <a:pt x="4640" y="2044"/>
                    <a:pt x="4608" y="2014"/>
                    <a:pt x="4514" y="2015"/>
                  </a:cubicBezTo>
                  <a:cubicBezTo>
                    <a:pt x="4424" y="2015"/>
                    <a:pt x="4335" y="2016"/>
                    <a:pt x="4245" y="2016"/>
                  </a:cubicBezTo>
                  <a:cubicBezTo>
                    <a:pt x="3936" y="2017"/>
                    <a:pt x="3628" y="2017"/>
                    <a:pt x="3320" y="2017"/>
                  </a:cubicBezTo>
                  <a:cubicBezTo>
                    <a:pt x="3232" y="2017"/>
                    <a:pt x="3143" y="2017"/>
                    <a:pt x="3055" y="2017"/>
                  </a:cubicBezTo>
                  <a:cubicBezTo>
                    <a:pt x="2871" y="2017"/>
                    <a:pt x="2688" y="2016"/>
                    <a:pt x="2504" y="2016"/>
                  </a:cubicBezTo>
                  <a:cubicBezTo>
                    <a:pt x="2485" y="2016"/>
                    <a:pt x="2469" y="2016"/>
                    <a:pt x="2454" y="2016"/>
                  </a:cubicBezTo>
                  <a:cubicBezTo>
                    <a:pt x="2307" y="2015"/>
                    <a:pt x="2300" y="2001"/>
                    <a:pt x="2376" y="1872"/>
                  </a:cubicBezTo>
                  <a:cubicBezTo>
                    <a:pt x="2383" y="1859"/>
                    <a:pt x="2391" y="1845"/>
                    <a:pt x="2400" y="1830"/>
                  </a:cubicBezTo>
                  <a:cubicBezTo>
                    <a:pt x="2505" y="1654"/>
                    <a:pt x="2597" y="1476"/>
                    <a:pt x="2628" y="1270"/>
                  </a:cubicBezTo>
                  <a:cubicBezTo>
                    <a:pt x="2630" y="1253"/>
                    <a:pt x="2633" y="1235"/>
                    <a:pt x="2634" y="1217"/>
                  </a:cubicBezTo>
                  <a:cubicBezTo>
                    <a:pt x="2640" y="1157"/>
                    <a:pt x="2641" y="1098"/>
                    <a:pt x="2636" y="1038"/>
                  </a:cubicBezTo>
                  <a:cubicBezTo>
                    <a:pt x="2609" y="668"/>
                    <a:pt x="2392" y="313"/>
                    <a:pt x="2061" y="137"/>
                  </a:cubicBezTo>
                  <a:cubicBezTo>
                    <a:pt x="1999" y="104"/>
                    <a:pt x="1935" y="77"/>
                    <a:pt x="1871" y="56"/>
                  </a:cubicBezTo>
                  <a:cubicBezTo>
                    <a:pt x="1794" y="31"/>
                    <a:pt x="1716" y="14"/>
                    <a:pt x="1638" y="6"/>
                  </a:cubicBezTo>
                  <a:cubicBezTo>
                    <a:pt x="1330" y="-27"/>
                    <a:pt x="1029" y="70"/>
                    <a:pt x="801" y="262"/>
                  </a:cubicBezTo>
                  <a:cubicBezTo>
                    <a:pt x="677" y="365"/>
                    <a:pt x="575" y="497"/>
                    <a:pt x="505" y="650"/>
                  </a:cubicBezTo>
                  <a:cubicBezTo>
                    <a:pt x="504" y="650"/>
                    <a:pt x="504" y="650"/>
                    <a:pt x="504" y="650"/>
                  </a:cubicBezTo>
                  <a:cubicBezTo>
                    <a:pt x="443" y="783"/>
                    <a:pt x="406" y="932"/>
                    <a:pt x="400" y="1094"/>
                  </a:cubicBezTo>
                  <a:cubicBezTo>
                    <a:pt x="398" y="1124"/>
                    <a:pt x="399" y="1154"/>
                    <a:pt x="401" y="1183"/>
                  </a:cubicBezTo>
                  <a:cubicBezTo>
                    <a:pt x="406" y="1272"/>
                    <a:pt x="423" y="1357"/>
                    <a:pt x="449" y="1439"/>
                  </a:cubicBezTo>
                  <a:cubicBezTo>
                    <a:pt x="495" y="1583"/>
                    <a:pt x="568" y="1718"/>
                    <a:pt x="650" y="1850"/>
                  </a:cubicBezTo>
                  <a:cubicBezTo>
                    <a:pt x="679" y="1897"/>
                    <a:pt x="747" y="1946"/>
                    <a:pt x="717" y="2000"/>
                  </a:cubicBezTo>
                  <a:cubicBezTo>
                    <a:pt x="690" y="2048"/>
                    <a:pt x="615" y="2015"/>
                    <a:pt x="562" y="2015"/>
                  </a:cubicBezTo>
                  <a:cubicBezTo>
                    <a:pt x="470" y="2016"/>
                    <a:pt x="377" y="2016"/>
                    <a:pt x="285" y="2016"/>
                  </a:cubicBezTo>
                  <a:cubicBezTo>
                    <a:pt x="191" y="2016"/>
                    <a:pt x="98" y="2016"/>
                    <a:pt x="5" y="2017"/>
                  </a:cubicBezTo>
                  <a:cubicBezTo>
                    <a:pt x="-22" y="2375"/>
                    <a:pt x="37" y="2759"/>
                    <a:pt x="403" y="31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4"/>
            <p:cNvSpPr/>
            <p:nvPr/>
          </p:nvSpPr>
          <p:spPr>
            <a:xfrm>
              <a:off x="5018760" y="3092040"/>
              <a:ext cx="469440" cy="130320"/>
            </a:xfrm>
            <a:custGeom>
              <a:avLst/>
              <a:gdLst/>
              <a:ahLst/>
              <a:cxnLst/>
              <a:rect l="l" t="t" r="r" b="b"/>
              <a:pathLst>
                <a:path w="1304" h="362" extrusionOk="0">
                  <a:moveTo>
                    <a:pt x="1255" y="111"/>
                  </a:moveTo>
                  <a:cubicBezTo>
                    <a:pt x="1274" y="114"/>
                    <a:pt x="1290" y="117"/>
                    <a:pt x="1304" y="118"/>
                  </a:cubicBezTo>
                  <a:cubicBezTo>
                    <a:pt x="1268" y="90"/>
                    <a:pt x="1225" y="66"/>
                    <a:pt x="1174" y="48"/>
                  </a:cubicBezTo>
                  <a:cubicBezTo>
                    <a:pt x="1084" y="16"/>
                    <a:pt x="971" y="0"/>
                    <a:pt x="837" y="0"/>
                  </a:cubicBezTo>
                  <a:cubicBezTo>
                    <a:pt x="812" y="0"/>
                    <a:pt x="787" y="1"/>
                    <a:pt x="761" y="2"/>
                  </a:cubicBezTo>
                  <a:cubicBezTo>
                    <a:pt x="732" y="3"/>
                    <a:pt x="704" y="4"/>
                    <a:pt x="675" y="5"/>
                  </a:cubicBezTo>
                  <a:cubicBezTo>
                    <a:pt x="522" y="9"/>
                    <a:pt x="378" y="13"/>
                    <a:pt x="244" y="76"/>
                  </a:cubicBezTo>
                  <a:cubicBezTo>
                    <a:pt x="142" y="123"/>
                    <a:pt x="67" y="182"/>
                    <a:pt x="13" y="256"/>
                  </a:cubicBezTo>
                  <a:cubicBezTo>
                    <a:pt x="-1" y="276"/>
                    <a:pt x="-1" y="284"/>
                    <a:pt x="0" y="292"/>
                  </a:cubicBezTo>
                  <a:cubicBezTo>
                    <a:pt x="4" y="314"/>
                    <a:pt x="8" y="338"/>
                    <a:pt x="11" y="362"/>
                  </a:cubicBezTo>
                  <a:cubicBezTo>
                    <a:pt x="359" y="110"/>
                    <a:pt x="801" y="20"/>
                    <a:pt x="1255" y="1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34"/>
            <p:cNvSpPr/>
            <p:nvPr/>
          </p:nvSpPr>
          <p:spPr>
            <a:xfrm>
              <a:off x="4664880" y="3799440"/>
              <a:ext cx="236880" cy="219600"/>
            </a:xfrm>
            <a:custGeom>
              <a:avLst/>
              <a:gdLst/>
              <a:ahLst/>
              <a:cxnLst/>
              <a:rect l="l" t="t" r="r" b="b"/>
              <a:pathLst>
                <a:path w="658" h="610" extrusionOk="0">
                  <a:moveTo>
                    <a:pt x="20" y="0"/>
                  </a:moveTo>
                  <a:cubicBezTo>
                    <a:pt x="-6" y="54"/>
                    <a:pt x="-7" y="118"/>
                    <a:pt x="22" y="164"/>
                  </a:cubicBezTo>
                  <a:cubicBezTo>
                    <a:pt x="190" y="438"/>
                    <a:pt x="399" y="584"/>
                    <a:pt x="658" y="610"/>
                  </a:cubicBezTo>
                  <a:cubicBezTo>
                    <a:pt x="655" y="606"/>
                    <a:pt x="652" y="602"/>
                    <a:pt x="649" y="598"/>
                  </a:cubicBezTo>
                  <a:cubicBezTo>
                    <a:pt x="533" y="439"/>
                    <a:pt x="448" y="276"/>
                    <a:pt x="395" y="108"/>
                  </a:cubicBezTo>
                  <a:cubicBezTo>
                    <a:pt x="280" y="104"/>
                    <a:pt x="159" y="69"/>
                    <a:pt x="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4"/>
            <p:cNvSpPr/>
            <p:nvPr/>
          </p:nvSpPr>
          <p:spPr>
            <a:xfrm>
              <a:off x="4442760" y="2997360"/>
              <a:ext cx="498240" cy="775440"/>
            </a:xfrm>
            <a:custGeom>
              <a:avLst/>
              <a:gdLst/>
              <a:ahLst/>
              <a:cxnLst/>
              <a:rect l="l" t="t" r="r" b="b"/>
              <a:pathLst>
                <a:path w="1384" h="2154" extrusionOk="0">
                  <a:moveTo>
                    <a:pt x="0" y="298"/>
                  </a:moveTo>
                  <a:cubicBezTo>
                    <a:pt x="9" y="573"/>
                    <a:pt x="89" y="752"/>
                    <a:pt x="261" y="877"/>
                  </a:cubicBezTo>
                  <a:cubicBezTo>
                    <a:pt x="353" y="943"/>
                    <a:pt x="449" y="977"/>
                    <a:pt x="547" y="977"/>
                  </a:cubicBezTo>
                  <a:cubicBezTo>
                    <a:pt x="635" y="977"/>
                    <a:pt x="724" y="950"/>
                    <a:pt x="812" y="895"/>
                  </a:cubicBezTo>
                  <a:cubicBezTo>
                    <a:pt x="841" y="877"/>
                    <a:pt x="870" y="856"/>
                    <a:pt x="901" y="835"/>
                  </a:cubicBezTo>
                  <a:cubicBezTo>
                    <a:pt x="915" y="824"/>
                    <a:pt x="930" y="814"/>
                    <a:pt x="945" y="803"/>
                  </a:cubicBezTo>
                  <a:cubicBezTo>
                    <a:pt x="955" y="796"/>
                    <a:pt x="967" y="792"/>
                    <a:pt x="979" y="792"/>
                  </a:cubicBezTo>
                  <a:cubicBezTo>
                    <a:pt x="993" y="792"/>
                    <a:pt x="1008" y="798"/>
                    <a:pt x="1019" y="807"/>
                  </a:cubicBezTo>
                  <a:cubicBezTo>
                    <a:pt x="1039" y="826"/>
                    <a:pt x="1045" y="856"/>
                    <a:pt x="1032" y="880"/>
                  </a:cubicBezTo>
                  <a:cubicBezTo>
                    <a:pt x="968" y="1000"/>
                    <a:pt x="838" y="1099"/>
                    <a:pt x="686" y="1143"/>
                  </a:cubicBezTo>
                  <a:cubicBezTo>
                    <a:pt x="471" y="1205"/>
                    <a:pt x="337" y="1433"/>
                    <a:pt x="395" y="1641"/>
                  </a:cubicBezTo>
                  <a:cubicBezTo>
                    <a:pt x="400" y="1661"/>
                    <a:pt x="407" y="1682"/>
                    <a:pt x="414" y="1703"/>
                  </a:cubicBezTo>
                  <a:cubicBezTo>
                    <a:pt x="496" y="1947"/>
                    <a:pt x="750" y="2101"/>
                    <a:pt x="968" y="2154"/>
                  </a:cubicBezTo>
                  <a:cubicBezTo>
                    <a:pt x="911" y="1831"/>
                    <a:pt x="970" y="1498"/>
                    <a:pt x="1146" y="1165"/>
                  </a:cubicBezTo>
                  <a:cubicBezTo>
                    <a:pt x="1212" y="1042"/>
                    <a:pt x="1289" y="932"/>
                    <a:pt x="1376" y="835"/>
                  </a:cubicBezTo>
                  <a:cubicBezTo>
                    <a:pt x="1378" y="807"/>
                    <a:pt x="1380" y="782"/>
                    <a:pt x="1381" y="761"/>
                  </a:cubicBezTo>
                  <a:cubicBezTo>
                    <a:pt x="1383" y="728"/>
                    <a:pt x="1385" y="699"/>
                    <a:pt x="1384" y="684"/>
                  </a:cubicBezTo>
                  <a:cubicBezTo>
                    <a:pt x="1375" y="455"/>
                    <a:pt x="1273" y="285"/>
                    <a:pt x="1070" y="162"/>
                  </a:cubicBezTo>
                  <a:cubicBezTo>
                    <a:pt x="945" y="86"/>
                    <a:pt x="802" y="35"/>
                    <a:pt x="620" y="0"/>
                  </a:cubicBezTo>
                  <a:cubicBezTo>
                    <a:pt x="618" y="0"/>
                    <a:pt x="616" y="0"/>
                    <a:pt x="614" y="0"/>
                  </a:cubicBezTo>
                  <a:cubicBezTo>
                    <a:pt x="611" y="0"/>
                    <a:pt x="609" y="0"/>
                    <a:pt x="604" y="5"/>
                  </a:cubicBezTo>
                  <a:cubicBezTo>
                    <a:pt x="457" y="162"/>
                    <a:pt x="265" y="254"/>
                    <a:pt x="18" y="286"/>
                  </a:cubicBezTo>
                  <a:cubicBezTo>
                    <a:pt x="7" y="287"/>
                    <a:pt x="2" y="289"/>
                    <a:pt x="1" y="289"/>
                  </a:cubicBezTo>
                  <a:cubicBezTo>
                    <a:pt x="1" y="289"/>
                    <a:pt x="0" y="292"/>
                    <a:pt x="0" y="2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4"/>
            <p:cNvSpPr/>
            <p:nvPr/>
          </p:nvSpPr>
          <p:spPr>
            <a:xfrm>
              <a:off x="4098600" y="2970000"/>
              <a:ext cx="518760" cy="884520"/>
            </a:xfrm>
            <a:custGeom>
              <a:avLst/>
              <a:gdLst/>
              <a:ahLst/>
              <a:cxnLst/>
              <a:rect l="l" t="t" r="r" b="b"/>
              <a:pathLst>
                <a:path w="1441" h="2457" extrusionOk="0">
                  <a:moveTo>
                    <a:pt x="236" y="1245"/>
                  </a:moveTo>
                  <a:cubicBezTo>
                    <a:pt x="82" y="975"/>
                    <a:pt x="9" y="715"/>
                    <a:pt x="0" y="400"/>
                  </a:cubicBezTo>
                  <a:cubicBezTo>
                    <a:pt x="-4" y="263"/>
                    <a:pt x="78" y="124"/>
                    <a:pt x="208" y="45"/>
                  </a:cubicBezTo>
                  <a:cubicBezTo>
                    <a:pt x="260" y="13"/>
                    <a:pt x="293" y="0"/>
                    <a:pt x="316" y="0"/>
                  </a:cubicBezTo>
                  <a:cubicBezTo>
                    <a:pt x="337" y="0"/>
                    <a:pt x="363" y="13"/>
                    <a:pt x="418" y="80"/>
                  </a:cubicBezTo>
                  <a:cubicBezTo>
                    <a:pt x="455" y="125"/>
                    <a:pt x="490" y="163"/>
                    <a:pt x="525" y="196"/>
                  </a:cubicBezTo>
                  <a:cubicBezTo>
                    <a:pt x="597" y="264"/>
                    <a:pt x="668" y="306"/>
                    <a:pt x="744" y="323"/>
                  </a:cubicBezTo>
                  <a:cubicBezTo>
                    <a:pt x="750" y="324"/>
                    <a:pt x="754" y="325"/>
                    <a:pt x="756" y="326"/>
                  </a:cubicBezTo>
                  <a:cubicBezTo>
                    <a:pt x="757" y="330"/>
                    <a:pt x="757" y="336"/>
                    <a:pt x="757" y="347"/>
                  </a:cubicBezTo>
                  <a:cubicBezTo>
                    <a:pt x="757" y="681"/>
                    <a:pt x="873" y="928"/>
                    <a:pt x="1110" y="1101"/>
                  </a:cubicBezTo>
                  <a:cubicBezTo>
                    <a:pt x="1113" y="1103"/>
                    <a:pt x="1114" y="1104"/>
                    <a:pt x="1114" y="1105"/>
                  </a:cubicBezTo>
                  <a:cubicBezTo>
                    <a:pt x="1114" y="1105"/>
                    <a:pt x="1116" y="1109"/>
                    <a:pt x="1114" y="1125"/>
                  </a:cubicBezTo>
                  <a:cubicBezTo>
                    <a:pt x="1102" y="1228"/>
                    <a:pt x="1098" y="1314"/>
                    <a:pt x="1100" y="1394"/>
                  </a:cubicBezTo>
                  <a:cubicBezTo>
                    <a:pt x="1107" y="1613"/>
                    <a:pt x="1143" y="1893"/>
                    <a:pt x="1367" y="2115"/>
                  </a:cubicBezTo>
                  <a:cubicBezTo>
                    <a:pt x="1391" y="2139"/>
                    <a:pt x="1417" y="2161"/>
                    <a:pt x="1441" y="2181"/>
                  </a:cubicBezTo>
                  <a:cubicBezTo>
                    <a:pt x="1385" y="2246"/>
                    <a:pt x="1354" y="2325"/>
                    <a:pt x="1348" y="2417"/>
                  </a:cubicBezTo>
                  <a:cubicBezTo>
                    <a:pt x="1346" y="2438"/>
                    <a:pt x="1345" y="2450"/>
                    <a:pt x="1343" y="2457"/>
                  </a:cubicBezTo>
                  <a:cubicBezTo>
                    <a:pt x="1341" y="2457"/>
                    <a:pt x="1337" y="2457"/>
                    <a:pt x="1332" y="2457"/>
                  </a:cubicBezTo>
                  <a:cubicBezTo>
                    <a:pt x="1323" y="2457"/>
                    <a:pt x="1313" y="2457"/>
                    <a:pt x="1301" y="2456"/>
                  </a:cubicBezTo>
                  <a:cubicBezTo>
                    <a:pt x="1267" y="2454"/>
                    <a:pt x="1234" y="2445"/>
                    <a:pt x="1202" y="2428"/>
                  </a:cubicBezTo>
                  <a:cubicBezTo>
                    <a:pt x="1138" y="2396"/>
                    <a:pt x="1079" y="2349"/>
                    <a:pt x="1016" y="2281"/>
                  </a:cubicBezTo>
                  <a:cubicBezTo>
                    <a:pt x="884" y="2138"/>
                    <a:pt x="788" y="1968"/>
                    <a:pt x="712" y="1821"/>
                  </a:cubicBezTo>
                  <a:cubicBezTo>
                    <a:pt x="708" y="1814"/>
                    <a:pt x="707" y="1806"/>
                    <a:pt x="706" y="1794"/>
                  </a:cubicBezTo>
                  <a:cubicBezTo>
                    <a:pt x="697" y="1497"/>
                    <a:pt x="637" y="1191"/>
                    <a:pt x="517" y="831"/>
                  </a:cubicBezTo>
                  <a:cubicBezTo>
                    <a:pt x="485" y="734"/>
                    <a:pt x="452" y="640"/>
                    <a:pt x="402" y="553"/>
                  </a:cubicBezTo>
                  <a:cubicBezTo>
                    <a:pt x="391" y="534"/>
                    <a:pt x="371" y="523"/>
                    <a:pt x="350" y="523"/>
                  </a:cubicBezTo>
                  <a:cubicBezTo>
                    <a:pt x="343" y="523"/>
                    <a:pt x="336" y="524"/>
                    <a:pt x="330" y="526"/>
                  </a:cubicBezTo>
                  <a:cubicBezTo>
                    <a:pt x="302" y="536"/>
                    <a:pt x="286" y="564"/>
                    <a:pt x="291" y="593"/>
                  </a:cubicBezTo>
                  <a:cubicBezTo>
                    <a:pt x="311" y="709"/>
                    <a:pt x="335" y="826"/>
                    <a:pt x="358" y="940"/>
                  </a:cubicBezTo>
                  <a:cubicBezTo>
                    <a:pt x="395" y="1126"/>
                    <a:pt x="434" y="1317"/>
                    <a:pt x="457" y="1509"/>
                  </a:cubicBezTo>
                  <a:cubicBezTo>
                    <a:pt x="369" y="1437"/>
                    <a:pt x="295" y="1348"/>
                    <a:pt x="236" y="1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4"/>
            <p:cNvSpPr/>
            <p:nvPr/>
          </p:nvSpPr>
          <p:spPr>
            <a:xfrm>
              <a:off x="4717440" y="2562120"/>
              <a:ext cx="795600" cy="560160"/>
            </a:xfrm>
            <a:custGeom>
              <a:avLst/>
              <a:gdLst/>
              <a:ahLst/>
              <a:cxnLst/>
              <a:rect l="l" t="t" r="r" b="b"/>
              <a:pathLst>
                <a:path w="2210" h="1556" extrusionOk="0">
                  <a:moveTo>
                    <a:pt x="0" y="972"/>
                  </a:moveTo>
                  <a:cubicBezTo>
                    <a:pt x="312" y="1055"/>
                    <a:pt x="629" y="1199"/>
                    <a:pt x="782" y="1556"/>
                  </a:cubicBezTo>
                  <a:cubicBezTo>
                    <a:pt x="919" y="1374"/>
                    <a:pt x="1123" y="1272"/>
                    <a:pt x="1403" y="1246"/>
                  </a:cubicBezTo>
                  <a:cubicBezTo>
                    <a:pt x="1479" y="1239"/>
                    <a:pt x="1557" y="1238"/>
                    <a:pt x="1632" y="1237"/>
                  </a:cubicBezTo>
                  <a:cubicBezTo>
                    <a:pt x="1669" y="1236"/>
                    <a:pt x="1707" y="1235"/>
                    <a:pt x="1745" y="1234"/>
                  </a:cubicBezTo>
                  <a:cubicBezTo>
                    <a:pt x="1884" y="1229"/>
                    <a:pt x="1999" y="1194"/>
                    <a:pt x="2096" y="1127"/>
                  </a:cubicBezTo>
                  <a:cubicBezTo>
                    <a:pt x="2142" y="1095"/>
                    <a:pt x="2180" y="1057"/>
                    <a:pt x="2210" y="1014"/>
                  </a:cubicBezTo>
                  <a:cubicBezTo>
                    <a:pt x="2208" y="816"/>
                    <a:pt x="2209" y="619"/>
                    <a:pt x="2210" y="421"/>
                  </a:cubicBezTo>
                  <a:cubicBezTo>
                    <a:pt x="2164" y="313"/>
                    <a:pt x="2093" y="217"/>
                    <a:pt x="1999" y="131"/>
                  </a:cubicBezTo>
                  <a:cubicBezTo>
                    <a:pt x="1942" y="79"/>
                    <a:pt x="1882" y="35"/>
                    <a:pt x="1818" y="0"/>
                  </a:cubicBezTo>
                  <a:cubicBezTo>
                    <a:pt x="1509" y="1"/>
                    <a:pt x="1201" y="1"/>
                    <a:pt x="893" y="1"/>
                  </a:cubicBezTo>
                  <a:cubicBezTo>
                    <a:pt x="857" y="19"/>
                    <a:pt x="821" y="40"/>
                    <a:pt x="786" y="63"/>
                  </a:cubicBezTo>
                  <a:cubicBezTo>
                    <a:pt x="756" y="83"/>
                    <a:pt x="725" y="105"/>
                    <a:pt x="695" y="127"/>
                  </a:cubicBezTo>
                  <a:cubicBezTo>
                    <a:pt x="680" y="137"/>
                    <a:pt x="664" y="148"/>
                    <a:pt x="649" y="159"/>
                  </a:cubicBezTo>
                  <a:cubicBezTo>
                    <a:pt x="639" y="166"/>
                    <a:pt x="627" y="170"/>
                    <a:pt x="615" y="170"/>
                  </a:cubicBezTo>
                  <a:cubicBezTo>
                    <a:pt x="599" y="170"/>
                    <a:pt x="584" y="164"/>
                    <a:pt x="573" y="152"/>
                  </a:cubicBezTo>
                  <a:cubicBezTo>
                    <a:pt x="552" y="131"/>
                    <a:pt x="549" y="99"/>
                    <a:pt x="566" y="75"/>
                  </a:cubicBezTo>
                  <a:cubicBezTo>
                    <a:pt x="586" y="49"/>
                    <a:pt x="606" y="24"/>
                    <a:pt x="628" y="1"/>
                  </a:cubicBezTo>
                  <a:cubicBezTo>
                    <a:pt x="444" y="1"/>
                    <a:pt x="261" y="0"/>
                    <a:pt x="77" y="0"/>
                  </a:cubicBezTo>
                  <a:cubicBezTo>
                    <a:pt x="58" y="0"/>
                    <a:pt x="42" y="0"/>
                    <a:pt x="27" y="0"/>
                  </a:cubicBezTo>
                  <a:cubicBezTo>
                    <a:pt x="66" y="91"/>
                    <a:pt x="94" y="195"/>
                    <a:pt x="115" y="315"/>
                  </a:cubicBezTo>
                  <a:cubicBezTo>
                    <a:pt x="154" y="553"/>
                    <a:pt x="311" y="701"/>
                    <a:pt x="524" y="701"/>
                  </a:cubicBezTo>
                  <a:cubicBezTo>
                    <a:pt x="551" y="701"/>
                    <a:pt x="578" y="699"/>
                    <a:pt x="606" y="694"/>
                  </a:cubicBezTo>
                  <a:cubicBezTo>
                    <a:pt x="697" y="679"/>
                    <a:pt x="784" y="653"/>
                    <a:pt x="876" y="626"/>
                  </a:cubicBezTo>
                  <a:cubicBezTo>
                    <a:pt x="943" y="606"/>
                    <a:pt x="1012" y="585"/>
                    <a:pt x="1083" y="569"/>
                  </a:cubicBezTo>
                  <a:cubicBezTo>
                    <a:pt x="1098" y="566"/>
                    <a:pt x="1114" y="562"/>
                    <a:pt x="1129" y="558"/>
                  </a:cubicBezTo>
                  <a:cubicBezTo>
                    <a:pt x="1216" y="538"/>
                    <a:pt x="1306" y="518"/>
                    <a:pt x="1399" y="518"/>
                  </a:cubicBezTo>
                  <a:cubicBezTo>
                    <a:pt x="1439" y="518"/>
                    <a:pt x="1477" y="521"/>
                    <a:pt x="1514" y="529"/>
                  </a:cubicBezTo>
                  <a:cubicBezTo>
                    <a:pt x="1573" y="541"/>
                    <a:pt x="1620" y="561"/>
                    <a:pt x="1660" y="590"/>
                  </a:cubicBezTo>
                  <a:cubicBezTo>
                    <a:pt x="1683" y="607"/>
                    <a:pt x="1691" y="638"/>
                    <a:pt x="1679" y="663"/>
                  </a:cubicBezTo>
                  <a:cubicBezTo>
                    <a:pt x="1669" y="685"/>
                    <a:pt x="1648" y="698"/>
                    <a:pt x="1625" y="698"/>
                  </a:cubicBezTo>
                  <a:cubicBezTo>
                    <a:pt x="1620" y="698"/>
                    <a:pt x="1616" y="697"/>
                    <a:pt x="1611" y="696"/>
                  </a:cubicBezTo>
                  <a:cubicBezTo>
                    <a:pt x="1565" y="685"/>
                    <a:pt x="1519" y="680"/>
                    <a:pt x="1470" y="680"/>
                  </a:cubicBezTo>
                  <a:cubicBezTo>
                    <a:pt x="1325" y="680"/>
                    <a:pt x="1189" y="729"/>
                    <a:pt x="1045" y="780"/>
                  </a:cubicBezTo>
                  <a:cubicBezTo>
                    <a:pt x="993" y="799"/>
                    <a:pt x="939" y="818"/>
                    <a:pt x="885" y="835"/>
                  </a:cubicBezTo>
                  <a:cubicBezTo>
                    <a:pt x="868" y="840"/>
                    <a:pt x="851" y="846"/>
                    <a:pt x="834" y="851"/>
                  </a:cubicBezTo>
                  <a:cubicBezTo>
                    <a:pt x="746" y="879"/>
                    <a:pt x="654" y="909"/>
                    <a:pt x="556" y="917"/>
                  </a:cubicBezTo>
                  <a:cubicBezTo>
                    <a:pt x="538" y="918"/>
                    <a:pt x="520" y="919"/>
                    <a:pt x="503" y="919"/>
                  </a:cubicBezTo>
                  <a:cubicBezTo>
                    <a:pt x="346" y="919"/>
                    <a:pt x="207" y="860"/>
                    <a:pt x="86" y="744"/>
                  </a:cubicBezTo>
                  <a:cubicBezTo>
                    <a:pt x="80" y="777"/>
                    <a:pt x="73" y="811"/>
                    <a:pt x="60" y="844"/>
                  </a:cubicBezTo>
                  <a:cubicBezTo>
                    <a:pt x="43" y="888"/>
                    <a:pt x="22" y="930"/>
                    <a:pt x="0" y="9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4515840" y="1856520"/>
              <a:ext cx="276840" cy="353520"/>
            </a:xfrm>
            <a:custGeom>
              <a:avLst/>
              <a:gdLst/>
              <a:ahLst/>
              <a:cxnLst/>
              <a:rect l="l" t="t" r="r" b="b"/>
              <a:pathLst>
                <a:path w="769" h="982" extrusionOk="0">
                  <a:moveTo>
                    <a:pt x="0" y="66"/>
                  </a:moveTo>
                  <a:cubicBezTo>
                    <a:pt x="-3" y="300"/>
                    <a:pt x="81" y="507"/>
                    <a:pt x="166" y="680"/>
                  </a:cubicBezTo>
                  <a:cubicBezTo>
                    <a:pt x="197" y="675"/>
                    <a:pt x="229" y="672"/>
                    <a:pt x="259" y="672"/>
                  </a:cubicBezTo>
                  <a:cubicBezTo>
                    <a:pt x="417" y="672"/>
                    <a:pt x="557" y="742"/>
                    <a:pt x="690" y="887"/>
                  </a:cubicBezTo>
                  <a:cubicBezTo>
                    <a:pt x="719" y="919"/>
                    <a:pt x="745" y="951"/>
                    <a:pt x="769" y="982"/>
                  </a:cubicBezTo>
                  <a:cubicBezTo>
                    <a:pt x="742" y="612"/>
                    <a:pt x="525" y="257"/>
                    <a:pt x="194" y="81"/>
                  </a:cubicBezTo>
                  <a:cubicBezTo>
                    <a:pt x="132" y="48"/>
                    <a:pt x="68" y="21"/>
                    <a:pt x="4" y="0"/>
                  </a:cubicBezTo>
                  <a:cubicBezTo>
                    <a:pt x="2" y="21"/>
                    <a:pt x="0" y="43"/>
                    <a:pt x="0" y="6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4132080" y="1836360"/>
              <a:ext cx="358920" cy="310320"/>
            </a:xfrm>
            <a:custGeom>
              <a:avLst/>
              <a:gdLst/>
              <a:ahLst/>
              <a:cxnLst/>
              <a:rect l="l" t="t" r="r" b="b"/>
              <a:pathLst>
                <a:path w="997" h="862" extrusionOk="0">
                  <a:moveTo>
                    <a:pt x="0" y="261"/>
                  </a:moveTo>
                  <a:cubicBezTo>
                    <a:pt x="65" y="276"/>
                    <a:pt x="130" y="304"/>
                    <a:pt x="195" y="348"/>
                  </a:cubicBezTo>
                  <a:cubicBezTo>
                    <a:pt x="316" y="429"/>
                    <a:pt x="405" y="538"/>
                    <a:pt x="469" y="623"/>
                  </a:cubicBezTo>
                  <a:lnTo>
                    <a:pt x="484" y="644"/>
                  </a:lnTo>
                  <a:cubicBezTo>
                    <a:pt x="512" y="681"/>
                    <a:pt x="540" y="720"/>
                    <a:pt x="570" y="756"/>
                  </a:cubicBezTo>
                  <a:cubicBezTo>
                    <a:pt x="627" y="827"/>
                    <a:pt x="692" y="862"/>
                    <a:pt x="768" y="862"/>
                  </a:cubicBezTo>
                  <a:cubicBezTo>
                    <a:pt x="801" y="862"/>
                    <a:pt x="836" y="855"/>
                    <a:pt x="872" y="843"/>
                  </a:cubicBezTo>
                  <a:cubicBezTo>
                    <a:pt x="912" y="830"/>
                    <a:pt x="952" y="813"/>
                    <a:pt x="991" y="796"/>
                  </a:cubicBezTo>
                  <a:cubicBezTo>
                    <a:pt x="993" y="795"/>
                    <a:pt x="995" y="795"/>
                    <a:pt x="997" y="794"/>
                  </a:cubicBezTo>
                  <a:cubicBezTo>
                    <a:pt x="995" y="791"/>
                    <a:pt x="994" y="787"/>
                    <a:pt x="992" y="784"/>
                  </a:cubicBezTo>
                  <a:cubicBezTo>
                    <a:pt x="891" y="571"/>
                    <a:pt x="838" y="366"/>
                    <a:pt x="828" y="156"/>
                  </a:cubicBezTo>
                  <a:cubicBezTo>
                    <a:pt x="826" y="103"/>
                    <a:pt x="829" y="53"/>
                    <a:pt x="837" y="6"/>
                  </a:cubicBezTo>
                  <a:cubicBezTo>
                    <a:pt x="529" y="-27"/>
                    <a:pt x="228" y="70"/>
                    <a:pt x="0" y="2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4"/>
            <p:cNvSpPr/>
            <p:nvPr/>
          </p:nvSpPr>
          <p:spPr>
            <a:xfrm>
              <a:off x="3943800" y="2019240"/>
              <a:ext cx="846000" cy="984600"/>
            </a:xfrm>
            <a:custGeom>
              <a:avLst/>
              <a:gdLst/>
              <a:ahLst/>
              <a:cxnLst/>
              <a:rect l="l" t="t" r="r" b="b"/>
              <a:pathLst>
                <a:path w="2350" h="2735" extrusionOk="0">
                  <a:moveTo>
                    <a:pt x="306" y="2402"/>
                  </a:moveTo>
                  <a:cubicBezTo>
                    <a:pt x="322" y="2417"/>
                    <a:pt x="406" y="2466"/>
                    <a:pt x="480" y="2466"/>
                  </a:cubicBezTo>
                  <a:cubicBezTo>
                    <a:pt x="518" y="2466"/>
                    <a:pt x="546" y="2453"/>
                    <a:pt x="566" y="2425"/>
                  </a:cubicBezTo>
                  <a:cubicBezTo>
                    <a:pt x="614" y="2360"/>
                    <a:pt x="663" y="2156"/>
                    <a:pt x="457" y="1529"/>
                  </a:cubicBezTo>
                  <a:cubicBezTo>
                    <a:pt x="449" y="1505"/>
                    <a:pt x="456" y="1480"/>
                    <a:pt x="475" y="1464"/>
                  </a:cubicBezTo>
                  <a:cubicBezTo>
                    <a:pt x="486" y="1455"/>
                    <a:pt x="500" y="1450"/>
                    <a:pt x="513" y="1450"/>
                  </a:cubicBezTo>
                  <a:cubicBezTo>
                    <a:pt x="523" y="1450"/>
                    <a:pt x="533" y="1453"/>
                    <a:pt x="542" y="1457"/>
                  </a:cubicBezTo>
                  <a:cubicBezTo>
                    <a:pt x="589" y="1483"/>
                    <a:pt x="622" y="1520"/>
                    <a:pt x="649" y="1554"/>
                  </a:cubicBezTo>
                  <a:cubicBezTo>
                    <a:pt x="824" y="1765"/>
                    <a:pt x="906" y="2025"/>
                    <a:pt x="900" y="2350"/>
                  </a:cubicBezTo>
                  <a:cubicBezTo>
                    <a:pt x="900" y="2361"/>
                    <a:pt x="898" y="2373"/>
                    <a:pt x="897" y="2384"/>
                  </a:cubicBezTo>
                  <a:cubicBezTo>
                    <a:pt x="896" y="2394"/>
                    <a:pt x="895" y="2404"/>
                    <a:pt x="895" y="2411"/>
                  </a:cubicBezTo>
                  <a:cubicBezTo>
                    <a:pt x="908" y="2602"/>
                    <a:pt x="1186" y="2735"/>
                    <a:pt x="1427" y="2735"/>
                  </a:cubicBezTo>
                  <a:cubicBezTo>
                    <a:pt x="1508" y="2735"/>
                    <a:pt x="1584" y="2720"/>
                    <a:pt x="1647" y="2693"/>
                  </a:cubicBezTo>
                  <a:cubicBezTo>
                    <a:pt x="1900" y="2582"/>
                    <a:pt x="2039" y="2376"/>
                    <a:pt x="2071" y="2061"/>
                  </a:cubicBezTo>
                  <a:cubicBezTo>
                    <a:pt x="2083" y="1942"/>
                    <a:pt x="2072" y="1814"/>
                    <a:pt x="2036" y="1660"/>
                  </a:cubicBezTo>
                  <a:cubicBezTo>
                    <a:pt x="1985" y="1446"/>
                    <a:pt x="1874" y="1296"/>
                    <a:pt x="1697" y="1200"/>
                  </a:cubicBezTo>
                  <a:cubicBezTo>
                    <a:pt x="1672" y="1186"/>
                    <a:pt x="1660" y="1157"/>
                    <a:pt x="1669" y="1130"/>
                  </a:cubicBezTo>
                  <a:cubicBezTo>
                    <a:pt x="1676" y="1104"/>
                    <a:pt x="1700" y="1087"/>
                    <a:pt x="1726" y="1087"/>
                  </a:cubicBezTo>
                  <a:cubicBezTo>
                    <a:pt x="1728" y="1087"/>
                    <a:pt x="1729" y="1087"/>
                    <a:pt x="1731" y="1088"/>
                  </a:cubicBezTo>
                  <a:cubicBezTo>
                    <a:pt x="1798" y="1094"/>
                    <a:pt x="1888" y="1139"/>
                    <a:pt x="1959" y="1203"/>
                  </a:cubicBezTo>
                  <a:cubicBezTo>
                    <a:pt x="2012" y="1252"/>
                    <a:pt x="2059" y="1304"/>
                    <a:pt x="2098" y="1364"/>
                  </a:cubicBezTo>
                  <a:cubicBezTo>
                    <a:pt x="2105" y="1351"/>
                    <a:pt x="2113" y="1337"/>
                    <a:pt x="2122" y="1322"/>
                  </a:cubicBezTo>
                  <a:cubicBezTo>
                    <a:pt x="2227" y="1146"/>
                    <a:pt x="2319" y="968"/>
                    <a:pt x="2350" y="762"/>
                  </a:cubicBezTo>
                  <a:cubicBezTo>
                    <a:pt x="2340" y="751"/>
                    <a:pt x="2331" y="739"/>
                    <a:pt x="2322" y="727"/>
                  </a:cubicBezTo>
                  <a:cubicBezTo>
                    <a:pt x="2289" y="684"/>
                    <a:pt x="2258" y="644"/>
                    <a:pt x="2224" y="606"/>
                  </a:cubicBezTo>
                  <a:cubicBezTo>
                    <a:pt x="2163" y="539"/>
                    <a:pt x="2105" y="493"/>
                    <a:pt x="2043" y="458"/>
                  </a:cubicBezTo>
                  <a:cubicBezTo>
                    <a:pt x="1987" y="428"/>
                    <a:pt x="1933" y="413"/>
                    <a:pt x="1878" y="413"/>
                  </a:cubicBezTo>
                  <a:cubicBezTo>
                    <a:pt x="1828" y="413"/>
                    <a:pt x="1778" y="426"/>
                    <a:pt x="1726" y="451"/>
                  </a:cubicBezTo>
                  <a:cubicBezTo>
                    <a:pt x="1710" y="458"/>
                    <a:pt x="1693" y="467"/>
                    <a:pt x="1677" y="475"/>
                  </a:cubicBezTo>
                  <a:cubicBezTo>
                    <a:pt x="1629" y="498"/>
                    <a:pt x="1580" y="523"/>
                    <a:pt x="1527" y="542"/>
                  </a:cubicBezTo>
                  <a:cubicBezTo>
                    <a:pt x="1442" y="571"/>
                    <a:pt x="1368" y="586"/>
                    <a:pt x="1300" y="586"/>
                  </a:cubicBezTo>
                  <a:cubicBezTo>
                    <a:pt x="1153" y="586"/>
                    <a:pt x="1031" y="517"/>
                    <a:pt x="906" y="362"/>
                  </a:cubicBezTo>
                  <a:cubicBezTo>
                    <a:pt x="851" y="293"/>
                    <a:pt x="791" y="220"/>
                    <a:pt x="729" y="151"/>
                  </a:cubicBezTo>
                  <a:cubicBezTo>
                    <a:pt x="689" y="106"/>
                    <a:pt x="638" y="66"/>
                    <a:pt x="573" y="30"/>
                  </a:cubicBezTo>
                  <a:cubicBezTo>
                    <a:pt x="539" y="10"/>
                    <a:pt x="505" y="0"/>
                    <a:pt x="472" y="0"/>
                  </a:cubicBezTo>
                  <a:cubicBezTo>
                    <a:pt x="438" y="0"/>
                    <a:pt x="403" y="11"/>
                    <a:pt x="368" y="31"/>
                  </a:cubicBezTo>
                  <a:cubicBezTo>
                    <a:pt x="318" y="60"/>
                    <a:pt x="270" y="98"/>
                    <a:pt x="227" y="142"/>
                  </a:cubicBezTo>
                  <a:cubicBezTo>
                    <a:pt x="226" y="142"/>
                    <a:pt x="226" y="142"/>
                    <a:pt x="226" y="142"/>
                  </a:cubicBezTo>
                  <a:cubicBezTo>
                    <a:pt x="165" y="275"/>
                    <a:pt x="128" y="424"/>
                    <a:pt x="122" y="586"/>
                  </a:cubicBezTo>
                  <a:cubicBezTo>
                    <a:pt x="121" y="616"/>
                    <a:pt x="121" y="646"/>
                    <a:pt x="123" y="675"/>
                  </a:cubicBezTo>
                  <a:cubicBezTo>
                    <a:pt x="144" y="660"/>
                    <a:pt x="167" y="647"/>
                    <a:pt x="191" y="635"/>
                  </a:cubicBezTo>
                  <a:cubicBezTo>
                    <a:pt x="280" y="589"/>
                    <a:pt x="382" y="565"/>
                    <a:pt x="484" y="565"/>
                  </a:cubicBezTo>
                  <a:cubicBezTo>
                    <a:pt x="639" y="565"/>
                    <a:pt x="788" y="619"/>
                    <a:pt x="904" y="717"/>
                  </a:cubicBezTo>
                  <a:cubicBezTo>
                    <a:pt x="1034" y="827"/>
                    <a:pt x="1131" y="964"/>
                    <a:pt x="1199" y="1138"/>
                  </a:cubicBezTo>
                  <a:cubicBezTo>
                    <a:pt x="1280" y="1341"/>
                    <a:pt x="1350" y="1712"/>
                    <a:pt x="1349" y="1933"/>
                  </a:cubicBezTo>
                  <a:cubicBezTo>
                    <a:pt x="1349" y="1963"/>
                    <a:pt x="1326" y="1989"/>
                    <a:pt x="1296" y="1992"/>
                  </a:cubicBezTo>
                  <a:cubicBezTo>
                    <a:pt x="1294" y="1992"/>
                    <a:pt x="1292" y="1992"/>
                    <a:pt x="1290" y="1992"/>
                  </a:cubicBezTo>
                  <a:cubicBezTo>
                    <a:pt x="1262" y="1992"/>
                    <a:pt x="1237" y="1973"/>
                    <a:pt x="1231" y="1945"/>
                  </a:cubicBezTo>
                  <a:cubicBezTo>
                    <a:pt x="1222" y="1902"/>
                    <a:pt x="1213" y="1861"/>
                    <a:pt x="1205" y="1820"/>
                  </a:cubicBezTo>
                  <a:cubicBezTo>
                    <a:pt x="1187" y="1735"/>
                    <a:pt x="1170" y="1655"/>
                    <a:pt x="1151" y="1576"/>
                  </a:cubicBezTo>
                  <a:cubicBezTo>
                    <a:pt x="1086" y="1317"/>
                    <a:pt x="997" y="1123"/>
                    <a:pt x="872" y="966"/>
                  </a:cubicBezTo>
                  <a:cubicBezTo>
                    <a:pt x="780" y="852"/>
                    <a:pt x="641" y="783"/>
                    <a:pt x="498" y="783"/>
                  </a:cubicBezTo>
                  <a:cubicBezTo>
                    <a:pt x="370" y="783"/>
                    <a:pt x="256" y="836"/>
                    <a:pt x="171" y="931"/>
                  </a:cubicBezTo>
                  <a:cubicBezTo>
                    <a:pt x="217" y="1075"/>
                    <a:pt x="290" y="1210"/>
                    <a:pt x="372" y="1342"/>
                  </a:cubicBezTo>
                  <a:cubicBezTo>
                    <a:pt x="401" y="1389"/>
                    <a:pt x="469" y="1438"/>
                    <a:pt x="439" y="1492"/>
                  </a:cubicBezTo>
                  <a:cubicBezTo>
                    <a:pt x="412" y="1540"/>
                    <a:pt x="337" y="1507"/>
                    <a:pt x="284" y="1507"/>
                  </a:cubicBezTo>
                  <a:cubicBezTo>
                    <a:pt x="192" y="1508"/>
                    <a:pt x="99" y="1508"/>
                    <a:pt x="7" y="1508"/>
                  </a:cubicBezTo>
                  <a:cubicBezTo>
                    <a:pt x="-22" y="1814"/>
                    <a:pt x="22" y="2101"/>
                    <a:pt x="306" y="24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2" name="Google Shape;462;p34"/>
          <p:cNvGrpSpPr/>
          <p:nvPr/>
        </p:nvGrpSpPr>
        <p:grpSpPr>
          <a:xfrm rot="2699401">
            <a:off x="10168676" y="5199853"/>
            <a:ext cx="1992961" cy="1211939"/>
            <a:chOff x="4949280" y="2561760"/>
            <a:chExt cx="3684600" cy="2240640"/>
          </a:xfrm>
        </p:grpSpPr>
        <p:sp>
          <p:nvSpPr>
            <p:cNvPr id="463" name="Google Shape;463;p34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4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4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4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4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4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34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1" name="Google Shape;471;p34"/>
          <p:cNvSpPr/>
          <p:nvPr/>
        </p:nvSpPr>
        <p:spPr>
          <a:xfrm rot="5400000">
            <a:off x="2009070" y="5080566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4"/>
          <p:cNvSpPr/>
          <p:nvPr/>
        </p:nvSpPr>
        <p:spPr>
          <a:xfrm rot="-3351954" flipH="1">
            <a:off x="10418719" y="-123722"/>
            <a:ext cx="1904735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660807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 only 8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/>
          <p:nvPr/>
        </p:nvSpPr>
        <p:spPr>
          <a:xfrm rot="-3847955">
            <a:off x="5150695" y="6450439"/>
            <a:ext cx="1904727" cy="1158283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6" name="Google Shape;476;p35"/>
          <p:cNvGrpSpPr/>
          <p:nvPr/>
        </p:nvGrpSpPr>
        <p:grpSpPr>
          <a:xfrm>
            <a:off x="317132" y="11"/>
            <a:ext cx="1267675" cy="1716260"/>
            <a:chOff x="5976360" y="-1347840"/>
            <a:chExt cx="2682720" cy="3632040"/>
          </a:xfrm>
        </p:grpSpPr>
        <p:sp>
          <p:nvSpPr>
            <p:cNvPr id="477" name="Google Shape;477;p35"/>
            <p:cNvSpPr/>
            <p:nvPr/>
          </p:nvSpPr>
          <p:spPr>
            <a:xfrm>
              <a:off x="5976360" y="-1347840"/>
              <a:ext cx="2682720" cy="3632040"/>
            </a:xfrm>
            <a:custGeom>
              <a:avLst/>
              <a:gdLst/>
              <a:ahLst/>
              <a:cxnLst/>
              <a:rect l="l" t="t" r="r" b="b"/>
              <a:pathLst>
                <a:path w="7452" h="10089" extrusionOk="0">
                  <a:moveTo>
                    <a:pt x="1188" y="7886"/>
                  </a:moveTo>
                  <a:cubicBezTo>
                    <a:pt x="1252" y="8160"/>
                    <a:pt x="1316" y="8434"/>
                    <a:pt x="1378" y="8708"/>
                  </a:cubicBezTo>
                  <a:cubicBezTo>
                    <a:pt x="1401" y="8810"/>
                    <a:pt x="1464" y="8786"/>
                    <a:pt x="1529" y="8770"/>
                  </a:cubicBezTo>
                  <a:lnTo>
                    <a:pt x="2318" y="8586"/>
                  </a:lnTo>
                  <a:cubicBezTo>
                    <a:pt x="2711" y="8495"/>
                    <a:pt x="3102" y="8403"/>
                    <a:pt x="3496" y="8312"/>
                  </a:cubicBezTo>
                  <a:cubicBezTo>
                    <a:pt x="3547" y="8301"/>
                    <a:pt x="3611" y="8258"/>
                    <a:pt x="3651" y="8306"/>
                  </a:cubicBezTo>
                  <a:cubicBezTo>
                    <a:pt x="3685" y="8346"/>
                    <a:pt x="3639" y="8404"/>
                    <a:pt x="3624" y="8452"/>
                  </a:cubicBezTo>
                  <a:cubicBezTo>
                    <a:pt x="3557" y="8667"/>
                    <a:pt x="3503" y="8881"/>
                    <a:pt x="3529" y="9112"/>
                  </a:cubicBezTo>
                  <a:cubicBezTo>
                    <a:pt x="3536" y="9176"/>
                    <a:pt x="3549" y="9238"/>
                    <a:pt x="3568" y="9299"/>
                  </a:cubicBezTo>
                  <a:cubicBezTo>
                    <a:pt x="3595" y="9386"/>
                    <a:pt x="3633" y="9469"/>
                    <a:pt x="3681" y="9547"/>
                  </a:cubicBezTo>
                  <a:cubicBezTo>
                    <a:pt x="3718" y="9607"/>
                    <a:pt x="3762" y="9665"/>
                    <a:pt x="3811" y="9717"/>
                  </a:cubicBezTo>
                  <a:cubicBezTo>
                    <a:pt x="3874" y="9787"/>
                    <a:pt x="3947" y="9849"/>
                    <a:pt x="4026" y="9902"/>
                  </a:cubicBezTo>
                  <a:cubicBezTo>
                    <a:pt x="4225" y="10035"/>
                    <a:pt x="4466" y="10106"/>
                    <a:pt x="4712" y="10085"/>
                  </a:cubicBezTo>
                  <a:cubicBezTo>
                    <a:pt x="4718" y="10085"/>
                    <a:pt x="4724" y="10084"/>
                    <a:pt x="4730" y="10084"/>
                  </a:cubicBezTo>
                  <a:cubicBezTo>
                    <a:pt x="4797" y="10077"/>
                    <a:pt x="4862" y="10065"/>
                    <a:pt x="4925" y="10048"/>
                  </a:cubicBezTo>
                  <a:cubicBezTo>
                    <a:pt x="5175" y="9980"/>
                    <a:pt x="5385" y="9833"/>
                    <a:pt x="5532" y="9638"/>
                  </a:cubicBezTo>
                  <a:cubicBezTo>
                    <a:pt x="5684" y="9437"/>
                    <a:pt x="5767" y="9185"/>
                    <a:pt x="5757" y="8917"/>
                  </a:cubicBezTo>
                  <a:cubicBezTo>
                    <a:pt x="5754" y="8854"/>
                    <a:pt x="5746" y="8791"/>
                    <a:pt x="5733" y="8727"/>
                  </a:cubicBezTo>
                  <a:cubicBezTo>
                    <a:pt x="5687" y="8501"/>
                    <a:pt x="5563" y="8314"/>
                    <a:pt x="5405" y="8149"/>
                  </a:cubicBezTo>
                  <a:cubicBezTo>
                    <a:pt x="5352" y="8095"/>
                    <a:pt x="5300" y="8039"/>
                    <a:pt x="5246" y="7986"/>
                  </a:cubicBezTo>
                  <a:cubicBezTo>
                    <a:pt x="5202" y="7943"/>
                    <a:pt x="5211" y="7915"/>
                    <a:pt x="5268" y="7899"/>
                  </a:cubicBezTo>
                  <a:cubicBezTo>
                    <a:pt x="5297" y="7891"/>
                    <a:pt x="5328" y="7884"/>
                    <a:pt x="5359" y="7877"/>
                  </a:cubicBezTo>
                  <a:lnTo>
                    <a:pt x="5539" y="7835"/>
                  </a:lnTo>
                  <a:cubicBezTo>
                    <a:pt x="5635" y="7812"/>
                    <a:pt x="5730" y="7790"/>
                    <a:pt x="5826" y="7768"/>
                  </a:cubicBezTo>
                  <a:cubicBezTo>
                    <a:pt x="6326" y="7651"/>
                    <a:pt x="6826" y="7534"/>
                    <a:pt x="7326" y="7417"/>
                  </a:cubicBezTo>
                  <a:cubicBezTo>
                    <a:pt x="7466" y="7384"/>
                    <a:pt x="7467" y="7384"/>
                    <a:pt x="7435" y="7244"/>
                  </a:cubicBezTo>
                  <a:cubicBezTo>
                    <a:pt x="7328" y="6787"/>
                    <a:pt x="7219" y="6330"/>
                    <a:pt x="7116" y="5872"/>
                  </a:cubicBezTo>
                  <a:cubicBezTo>
                    <a:pt x="7095" y="5776"/>
                    <a:pt x="7063" y="5766"/>
                    <a:pt x="6976" y="5806"/>
                  </a:cubicBezTo>
                  <a:cubicBezTo>
                    <a:pt x="6136" y="6200"/>
                    <a:pt x="5136" y="5787"/>
                    <a:pt x="4832" y="4909"/>
                  </a:cubicBezTo>
                  <a:cubicBezTo>
                    <a:pt x="4536" y="4053"/>
                    <a:pt x="5007" y="3167"/>
                    <a:pt x="5830" y="2907"/>
                  </a:cubicBezTo>
                  <a:cubicBezTo>
                    <a:pt x="5987" y="2857"/>
                    <a:pt x="6146" y="2835"/>
                    <a:pt x="6308" y="2830"/>
                  </a:cubicBezTo>
                  <a:cubicBezTo>
                    <a:pt x="6382" y="2828"/>
                    <a:pt x="6398" y="2798"/>
                    <a:pt x="6382" y="2732"/>
                  </a:cubicBezTo>
                  <a:cubicBezTo>
                    <a:pt x="6298" y="2380"/>
                    <a:pt x="6221" y="2025"/>
                    <a:pt x="6132" y="1674"/>
                  </a:cubicBezTo>
                  <a:cubicBezTo>
                    <a:pt x="6078" y="1460"/>
                    <a:pt x="5880" y="1361"/>
                    <a:pt x="5630" y="1415"/>
                  </a:cubicBezTo>
                  <a:cubicBezTo>
                    <a:pt x="5373" y="1470"/>
                    <a:pt x="5118" y="1532"/>
                    <a:pt x="4863" y="1593"/>
                  </a:cubicBezTo>
                  <a:cubicBezTo>
                    <a:pt x="4600" y="1655"/>
                    <a:pt x="4339" y="1719"/>
                    <a:pt x="4077" y="1783"/>
                  </a:cubicBezTo>
                  <a:cubicBezTo>
                    <a:pt x="3989" y="1805"/>
                    <a:pt x="3971" y="1789"/>
                    <a:pt x="3987" y="1698"/>
                  </a:cubicBezTo>
                  <a:cubicBezTo>
                    <a:pt x="4018" y="1525"/>
                    <a:pt x="4049" y="1351"/>
                    <a:pt x="4063" y="1176"/>
                  </a:cubicBezTo>
                  <a:cubicBezTo>
                    <a:pt x="4101" y="691"/>
                    <a:pt x="3880" y="353"/>
                    <a:pt x="3468" y="127"/>
                  </a:cubicBezTo>
                  <a:cubicBezTo>
                    <a:pt x="3094" y="-79"/>
                    <a:pt x="2600" y="-34"/>
                    <a:pt x="2266" y="255"/>
                  </a:cubicBezTo>
                  <a:cubicBezTo>
                    <a:pt x="1919" y="556"/>
                    <a:pt x="1768" y="940"/>
                    <a:pt x="1886" y="1398"/>
                  </a:cubicBezTo>
                  <a:cubicBezTo>
                    <a:pt x="1943" y="1618"/>
                    <a:pt x="2089" y="1796"/>
                    <a:pt x="2218" y="1979"/>
                  </a:cubicBezTo>
                  <a:cubicBezTo>
                    <a:pt x="2248" y="2022"/>
                    <a:pt x="2279" y="2064"/>
                    <a:pt x="2310" y="2105"/>
                  </a:cubicBezTo>
                  <a:cubicBezTo>
                    <a:pt x="2352" y="2159"/>
                    <a:pt x="2342" y="2186"/>
                    <a:pt x="2272" y="2202"/>
                  </a:cubicBezTo>
                  <a:cubicBezTo>
                    <a:pt x="1905" y="2285"/>
                    <a:pt x="1538" y="2372"/>
                    <a:pt x="1171" y="2457"/>
                  </a:cubicBezTo>
                  <a:cubicBezTo>
                    <a:pt x="809" y="2542"/>
                    <a:pt x="446" y="2629"/>
                    <a:pt x="82" y="2710"/>
                  </a:cubicBezTo>
                  <a:cubicBezTo>
                    <a:pt x="5" y="2728"/>
                    <a:pt x="-11" y="2760"/>
                    <a:pt x="7" y="2832"/>
                  </a:cubicBezTo>
                  <a:cubicBezTo>
                    <a:pt x="116" y="3293"/>
                    <a:pt x="224" y="3754"/>
                    <a:pt x="329" y="4215"/>
                  </a:cubicBezTo>
                  <a:cubicBezTo>
                    <a:pt x="345" y="4286"/>
                    <a:pt x="365" y="4305"/>
                    <a:pt x="439" y="4269"/>
                  </a:cubicBezTo>
                  <a:cubicBezTo>
                    <a:pt x="1037" y="3979"/>
                    <a:pt x="1697" y="4101"/>
                    <a:pt x="2149" y="4486"/>
                  </a:cubicBezTo>
                  <a:cubicBezTo>
                    <a:pt x="2237" y="4561"/>
                    <a:pt x="2318" y="4647"/>
                    <a:pt x="2389" y="4742"/>
                  </a:cubicBezTo>
                  <a:cubicBezTo>
                    <a:pt x="2472" y="4853"/>
                    <a:pt x="2541" y="4978"/>
                    <a:pt x="2593" y="5112"/>
                  </a:cubicBezTo>
                  <a:cubicBezTo>
                    <a:pt x="2630" y="5207"/>
                    <a:pt x="2659" y="5307"/>
                    <a:pt x="2677" y="5412"/>
                  </a:cubicBezTo>
                  <a:cubicBezTo>
                    <a:pt x="2682" y="5441"/>
                    <a:pt x="2687" y="5470"/>
                    <a:pt x="2691" y="5501"/>
                  </a:cubicBezTo>
                  <a:cubicBezTo>
                    <a:pt x="2698" y="5562"/>
                    <a:pt x="2701" y="5622"/>
                    <a:pt x="2701" y="5682"/>
                  </a:cubicBezTo>
                  <a:cubicBezTo>
                    <a:pt x="2701" y="5766"/>
                    <a:pt x="2693" y="5850"/>
                    <a:pt x="2678" y="5932"/>
                  </a:cubicBezTo>
                  <a:cubicBezTo>
                    <a:pt x="2575" y="6522"/>
                    <a:pt x="2123" y="7036"/>
                    <a:pt x="1527" y="7180"/>
                  </a:cubicBezTo>
                  <a:cubicBezTo>
                    <a:pt x="1395" y="7212"/>
                    <a:pt x="1263" y="7236"/>
                    <a:pt x="1128" y="7234"/>
                  </a:cubicBezTo>
                  <a:cubicBezTo>
                    <a:pt x="1095" y="7233"/>
                    <a:pt x="1070" y="7236"/>
                    <a:pt x="1058" y="7252"/>
                  </a:cubicBezTo>
                  <a:cubicBezTo>
                    <a:pt x="1048" y="7265"/>
                    <a:pt x="1046" y="7284"/>
                    <a:pt x="1054" y="7316"/>
                  </a:cubicBezTo>
                  <a:cubicBezTo>
                    <a:pt x="1099" y="7506"/>
                    <a:pt x="1143" y="7696"/>
                    <a:pt x="1188" y="7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5"/>
            <p:cNvSpPr/>
            <p:nvPr/>
          </p:nvSpPr>
          <p:spPr>
            <a:xfrm>
              <a:off x="6354000" y="257040"/>
              <a:ext cx="1719720" cy="2027160"/>
            </a:xfrm>
            <a:custGeom>
              <a:avLst/>
              <a:gdLst/>
              <a:ahLst/>
              <a:cxnLst/>
              <a:rect l="l" t="t" r="r" b="b"/>
              <a:pathLst>
                <a:path w="4777" h="5631" extrusionOk="0">
                  <a:moveTo>
                    <a:pt x="329" y="4250"/>
                  </a:moveTo>
                  <a:cubicBezTo>
                    <a:pt x="352" y="4352"/>
                    <a:pt x="415" y="4328"/>
                    <a:pt x="480" y="4313"/>
                  </a:cubicBezTo>
                  <a:lnTo>
                    <a:pt x="1269" y="4128"/>
                  </a:lnTo>
                  <a:cubicBezTo>
                    <a:pt x="1662" y="4037"/>
                    <a:pt x="2053" y="3945"/>
                    <a:pt x="2447" y="3854"/>
                  </a:cubicBezTo>
                  <a:cubicBezTo>
                    <a:pt x="2498" y="3843"/>
                    <a:pt x="2562" y="3800"/>
                    <a:pt x="2602" y="3848"/>
                  </a:cubicBezTo>
                  <a:cubicBezTo>
                    <a:pt x="2636" y="3888"/>
                    <a:pt x="2590" y="3946"/>
                    <a:pt x="2575" y="3994"/>
                  </a:cubicBezTo>
                  <a:cubicBezTo>
                    <a:pt x="2508" y="4209"/>
                    <a:pt x="2454" y="4423"/>
                    <a:pt x="2480" y="4654"/>
                  </a:cubicBezTo>
                  <a:cubicBezTo>
                    <a:pt x="2487" y="4718"/>
                    <a:pt x="2500" y="4780"/>
                    <a:pt x="2519" y="4841"/>
                  </a:cubicBezTo>
                  <a:cubicBezTo>
                    <a:pt x="2546" y="4928"/>
                    <a:pt x="2584" y="5011"/>
                    <a:pt x="2632" y="5089"/>
                  </a:cubicBezTo>
                  <a:cubicBezTo>
                    <a:pt x="2669" y="5149"/>
                    <a:pt x="2713" y="5207"/>
                    <a:pt x="2762" y="5259"/>
                  </a:cubicBezTo>
                  <a:cubicBezTo>
                    <a:pt x="2825" y="5329"/>
                    <a:pt x="2898" y="5391"/>
                    <a:pt x="2977" y="5444"/>
                  </a:cubicBezTo>
                  <a:cubicBezTo>
                    <a:pt x="3176" y="5577"/>
                    <a:pt x="3417" y="5648"/>
                    <a:pt x="3663" y="5627"/>
                  </a:cubicBezTo>
                  <a:cubicBezTo>
                    <a:pt x="3669" y="5627"/>
                    <a:pt x="3675" y="5626"/>
                    <a:pt x="3681" y="5626"/>
                  </a:cubicBezTo>
                  <a:cubicBezTo>
                    <a:pt x="3748" y="5619"/>
                    <a:pt x="3813" y="5607"/>
                    <a:pt x="3876" y="5590"/>
                  </a:cubicBezTo>
                  <a:cubicBezTo>
                    <a:pt x="4126" y="5522"/>
                    <a:pt x="4336" y="5375"/>
                    <a:pt x="4483" y="5180"/>
                  </a:cubicBezTo>
                  <a:cubicBezTo>
                    <a:pt x="4635" y="4979"/>
                    <a:pt x="4718" y="4727"/>
                    <a:pt x="4708" y="4459"/>
                  </a:cubicBezTo>
                  <a:cubicBezTo>
                    <a:pt x="4705" y="4396"/>
                    <a:pt x="4697" y="4333"/>
                    <a:pt x="4684" y="4269"/>
                  </a:cubicBezTo>
                  <a:cubicBezTo>
                    <a:pt x="4638" y="4043"/>
                    <a:pt x="4514" y="3856"/>
                    <a:pt x="4356" y="3691"/>
                  </a:cubicBezTo>
                  <a:cubicBezTo>
                    <a:pt x="4303" y="3637"/>
                    <a:pt x="4251" y="3581"/>
                    <a:pt x="4197" y="3528"/>
                  </a:cubicBezTo>
                  <a:cubicBezTo>
                    <a:pt x="4153" y="3485"/>
                    <a:pt x="4162" y="3457"/>
                    <a:pt x="4219" y="3441"/>
                  </a:cubicBezTo>
                  <a:cubicBezTo>
                    <a:pt x="4248" y="3433"/>
                    <a:pt x="4279" y="3426"/>
                    <a:pt x="4309" y="3419"/>
                  </a:cubicBezTo>
                  <a:lnTo>
                    <a:pt x="4490" y="3377"/>
                  </a:lnTo>
                  <a:cubicBezTo>
                    <a:pt x="4586" y="3354"/>
                    <a:pt x="4681" y="3332"/>
                    <a:pt x="4777" y="3310"/>
                  </a:cubicBezTo>
                  <a:lnTo>
                    <a:pt x="4766" y="3282"/>
                  </a:lnTo>
                  <a:lnTo>
                    <a:pt x="4755" y="3258"/>
                  </a:lnTo>
                  <a:lnTo>
                    <a:pt x="4742" y="3236"/>
                  </a:lnTo>
                  <a:cubicBezTo>
                    <a:pt x="4738" y="3230"/>
                    <a:pt x="4734" y="3224"/>
                    <a:pt x="4731" y="3219"/>
                  </a:cubicBezTo>
                  <a:lnTo>
                    <a:pt x="4734" y="3093"/>
                  </a:lnTo>
                  <a:cubicBezTo>
                    <a:pt x="4741" y="2742"/>
                    <a:pt x="4561" y="2467"/>
                    <a:pt x="4332" y="2294"/>
                  </a:cubicBezTo>
                  <a:lnTo>
                    <a:pt x="4322" y="2191"/>
                  </a:lnTo>
                  <a:cubicBezTo>
                    <a:pt x="4321" y="2181"/>
                    <a:pt x="4320" y="2172"/>
                    <a:pt x="4319" y="2162"/>
                  </a:cubicBezTo>
                  <a:cubicBezTo>
                    <a:pt x="4319" y="2157"/>
                    <a:pt x="4318" y="2152"/>
                    <a:pt x="4317" y="2147"/>
                  </a:cubicBezTo>
                  <a:cubicBezTo>
                    <a:pt x="4289" y="1737"/>
                    <a:pt x="4094" y="1430"/>
                    <a:pt x="3749" y="1253"/>
                  </a:cubicBezTo>
                  <a:cubicBezTo>
                    <a:pt x="3705" y="984"/>
                    <a:pt x="3519" y="753"/>
                    <a:pt x="3266" y="658"/>
                  </a:cubicBezTo>
                  <a:cubicBezTo>
                    <a:pt x="3191" y="629"/>
                    <a:pt x="3114" y="611"/>
                    <a:pt x="3038" y="604"/>
                  </a:cubicBezTo>
                  <a:cubicBezTo>
                    <a:pt x="2965" y="469"/>
                    <a:pt x="2875" y="358"/>
                    <a:pt x="2767" y="267"/>
                  </a:cubicBezTo>
                  <a:cubicBezTo>
                    <a:pt x="2543" y="79"/>
                    <a:pt x="2277" y="9"/>
                    <a:pt x="2018" y="69"/>
                  </a:cubicBezTo>
                  <a:cubicBezTo>
                    <a:pt x="1977" y="79"/>
                    <a:pt x="1935" y="92"/>
                    <a:pt x="1895" y="108"/>
                  </a:cubicBezTo>
                  <a:cubicBezTo>
                    <a:pt x="1864" y="121"/>
                    <a:pt x="1833" y="135"/>
                    <a:pt x="1804" y="150"/>
                  </a:cubicBezTo>
                  <a:cubicBezTo>
                    <a:pt x="1605" y="-1"/>
                    <a:pt x="1327" y="-26"/>
                    <a:pt x="1118" y="23"/>
                  </a:cubicBezTo>
                  <a:lnTo>
                    <a:pt x="1100" y="27"/>
                  </a:lnTo>
                  <a:cubicBezTo>
                    <a:pt x="1188" y="103"/>
                    <a:pt x="1269" y="189"/>
                    <a:pt x="1340" y="284"/>
                  </a:cubicBezTo>
                  <a:cubicBezTo>
                    <a:pt x="1423" y="395"/>
                    <a:pt x="1492" y="520"/>
                    <a:pt x="1544" y="654"/>
                  </a:cubicBezTo>
                  <a:cubicBezTo>
                    <a:pt x="1581" y="749"/>
                    <a:pt x="1610" y="849"/>
                    <a:pt x="1628" y="954"/>
                  </a:cubicBezTo>
                  <a:cubicBezTo>
                    <a:pt x="1633" y="983"/>
                    <a:pt x="1638" y="1012"/>
                    <a:pt x="1642" y="1043"/>
                  </a:cubicBezTo>
                  <a:cubicBezTo>
                    <a:pt x="1649" y="1104"/>
                    <a:pt x="1652" y="1164"/>
                    <a:pt x="1652" y="1224"/>
                  </a:cubicBezTo>
                  <a:cubicBezTo>
                    <a:pt x="1652" y="1308"/>
                    <a:pt x="1644" y="1392"/>
                    <a:pt x="1629" y="1474"/>
                  </a:cubicBezTo>
                  <a:cubicBezTo>
                    <a:pt x="1526" y="2064"/>
                    <a:pt x="1074" y="2578"/>
                    <a:pt x="478" y="2722"/>
                  </a:cubicBezTo>
                  <a:cubicBezTo>
                    <a:pt x="346" y="2754"/>
                    <a:pt x="214" y="2778"/>
                    <a:pt x="79" y="2776"/>
                  </a:cubicBezTo>
                  <a:cubicBezTo>
                    <a:pt x="46" y="2775"/>
                    <a:pt x="21" y="2778"/>
                    <a:pt x="9" y="2794"/>
                  </a:cubicBezTo>
                  <a:cubicBezTo>
                    <a:pt x="-1" y="2807"/>
                    <a:pt x="-3" y="2826"/>
                    <a:pt x="5" y="2858"/>
                  </a:cubicBezTo>
                  <a:cubicBezTo>
                    <a:pt x="50" y="3048"/>
                    <a:pt x="94" y="3238"/>
                    <a:pt x="139" y="3428"/>
                  </a:cubicBezTo>
                  <a:cubicBezTo>
                    <a:pt x="203" y="3702"/>
                    <a:pt x="267" y="3976"/>
                    <a:pt x="329" y="42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5"/>
            <p:cNvSpPr/>
            <p:nvPr/>
          </p:nvSpPr>
          <p:spPr>
            <a:xfrm>
              <a:off x="6836400" y="359280"/>
              <a:ext cx="110880" cy="133200"/>
            </a:xfrm>
            <a:custGeom>
              <a:avLst/>
              <a:gdLst/>
              <a:ahLst/>
              <a:cxnLst/>
              <a:rect l="l" t="t" r="r" b="b"/>
              <a:pathLst>
                <a:path w="308" h="370" extrusionOk="0">
                  <a:moveTo>
                    <a:pt x="0" y="0"/>
                  </a:moveTo>
                  <a:cubicBezTo>
                    <a:pt x="83" y="111"/>
                    <a:pt x="152" y="235"/>
                    <a:pt x="205" y="370"/>
                  </a:cubicBezTo>
                  <a:cubicBezTo>
                    <a:pt x="216" y="286"/>
                    <a:pt x="249" y="203"/>
                    <a:pt x="303" y="122"/>
                  </a:cubicBezTo>
                  <a:cubicBezTo>
                    <a:pt x="306" y="118"/>
                    <a:pt x="307" y="115"/>
                    <a:pt x="308" y="113"/>
                  </a:cubicBezTo>
                  <a:cubicBezTo>
                    <a:pt x="306" y="111"/>
                    <a:pt x="304" y="108"/>
                    <a:pt x="299" y="102"/>
                  </a:cubicBezTo>
                  <a:cubicBezTo>
                    <a:pt x="231" y="29"/>
                    <a:pt x="111" y="-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5"/>
            <p:cNvSpPr/>
            <p:nvPr/>
          </p:nvSpPr>
          <p:spPr>
            <a:xfrm>
              <a:off x="6357240" y="376920"/>
              <a:ext cx="1691640" cy="1800720"/>
            </a:xfrm>
            <a:custGeom>
              <a:avLst/>
              <a:gdLst/>
              <a:ahLst/>
              <a:cxnLst/>
              <a:rect l="l" t="t" r="r" b="b"/>
              <a:pathLst>
                <a:path w="4699" h="5002" extrusionOk="0">
                  <a:moveTo>
                    <a:pt x="320" y="3917"/>
                  </a:moveTo>
                  <a:cubicBezTo>
                    <a:pt x="343" y="4019"/>
                    <a:pt x="406" y="3995"/>
                    <a:pt x="471" y="3980"/>
                  </a:cubicBezTo>
                  <a:lnTo>
                    <a:pt x="1035" y="3848"/>
                  </a:lnTo>
                  <a:cubicBezTo>
                    <a:pt x="1025" y="3801"/>
                    <a:pt x="1018" y="3758"/>
                    <a:pt x="1014" y="3716"/>
                  </a:cubicBezTo>
                  <a:cubicBezTo>
                    <a:pt x="997" y="3541"/>
                    <a:pt x="994" y="3315"/>
                    <a:pt x="1132" y="3113"/>
                  </a:cubicBezTo>
                  <a:cubicBezTo>
                    <a:pt x="1133" y="3110"/>
                    <a:pt x="1135" y="3108"/>
                    <a:pt x="1136" y="3106"/>
                  </a:cubicBezTo>
                  <a:cubicBezTo>
                    <a:pt x="1146" y="3089"/>
                    <a:pt x="1166" y="3057"/>
                    <a:pt x="1210" y="3044"/>
                  </a:cubicBezTo>
                  <a:lnTo>
                    <a:pt x="1213" y="3043"/>
                  </a:lnTo>
                  <a:cubicBezTo>
                    <a:pt x="1235" y="3038"/>
                    <a:pt x="1257" y="3045"/>
                    <a:pt x="1272" y="3062"/>
                  </a:cubicBezTo>
                  <a:cubicBezTo>
                    <a:pt x="1287" y="3079"/>
                    <a:pt x="1291" y="3104"/>
                    <a:pt x="1282" y="3126"/>
                  </a:cubicBezTo>
                  <a:cubicBezTo>
                    <a:pt x="1203" y="3302"/>
                    <a:pt x="1196" y="3540"/>
                    <a:pt x="1260" y="3795"/>
                  </a:cubicBezTo>
                  <a:cubicBezTo>
                    <a:pt x="1653" y="3704"/>
                    <a:pt x="2044" y="3612"/>
                    <a:pt x="2438" y="3521"/>
                  </a:cubicBezTo>
                  <a:cubicBezTo>
                    <a:pt x="2489" y="3510"/>
                    <a:pt x="2553" y="3467"/>
                    <a:pt x="2593" y="3515"/>
                  </a:cubicBezTo>
                  <a:cubicBezTo>
                    <a:pt x="2627" y="3555"/>
                    <a:pt x="2581" y="3613"/>
                    <a:pt x="2566" y="3661"/>
                  </a:cubicBezTo>
                  <a:cubicBezTo>
                    <a:pt x="2499" y="3876"/>
                    <a:pt x="2445" y="4090"/>
                    <a:pt x="2471" y="4321"/>
                  </a:cubicBezTo>
                  <a:cubicBezTo>
                    <a:pt x="2478" y="4385"/>
                    <a:pt x="2491" y="4447"/>
                    <a:pt x="2510" y="4508"/>
                  </a:cubicBezTo>
                  <a:cubicBezTo>
                    <a:pt x="2534" y="4443"/>
                    <a:pt x="2544" y="4369"/>
                    <a:pt x="2539" y="4288"/>
                  </a:cubicBezTo>
                  <a:cubicBezTo>
                    <a:pt x="2520" y="4003"/>
                    <a:pt x="2568" y="3795"/>
                    <a:pt x="2694" y="3615"/>
                  </a:cubicBezTo>
                  <a:cubicBezTo>
                    <a:pt x="2749" y="3536"/>
                    <a:pt x="2826" y="3472"/>
                    <a:pt x="2889" y="3451"/>
                  </a:cubicBezTo>
                  <a:cubicBezTo>
                    <a:pt x="2891" y="3450"/>
                    <a:pt x="2893" y="3449"/>
                    <a:pt x="2895" y="3449"/>
                  </a:cubicBezTo>
                  <a:cubicBezTo>
                    <a:pt x="2920" y="3443"/>
                    <a:pt x="2947" y="3454"/>
                    <a:pt x="2960" y="3477"/>
                  </a:cubicBezTo>
                  <a:cubicBezTo>
                    <a:pt x="2974" y="3502"/>
                    <a:pt x="2969" y="3533"/>
                    <a:pt x="2948" y="3552"/>
                  </a:cubicBezTo>
                  <a:cubicBezTo>
                    <a:pt x="2798" y="3685"/>
                    <a:pt x="2724" y="3857"/>
                    <a:pt x="2723" y="4077"/>
                  </a:cubicBezTo>
                  <a:cubicBezTo>
                    <a:pt x="2723" y="4235"/>
                    <a:pt x="2741" y="4362"/>
                    <a:pt x="2780" y="4475"/>
                  </a:cubicBezTo>
                  <a:cubicBezTo>
                    <a:pt x="2882" y="4775"/>
                    <a:pt x="3064" y="4944"/>
                    <a:pt x="3337" y="4994"/>
                  </a:cubicBezTo>
                  <a:cubicBezTo>
                    <a:pt x="3404" y="5007"/>
                    <a:pt x="3482" y="5004"/>
                    <a:pt x="3560" y="4986"/>
                  </a:cubicBezTo>
                  <a:cubicBezTo>
                    <a:pt x="3795" y="4931"/>
                    <a:pt x="4035" y="4738"/>
                    <a:pt x="4004" y="4549"/>
                  </a:cubicBezTo>
                  <a:cubicBezTo>
                    <a:pt x="4003" y="4542"/>
                    <a:pt x="4000" y="4533"/>
                    <a:pt x="3997" y="4523"/>
                  </a:cubicBezTo>
                  <a:cubicBezTo>
                    <a:pt x="3993" y="4513"/>
                    <a:pt x="3989" y="4502"/>
                    <a:pt x="3986" y="4491"/>
                  </a:cubicBezTo>
                  <a:cubicBezTo>
                    <a:pt x="3907" y="4176"/>
                    <a:pt x="3927" y="3904"/>
                    <a:pt x="4049" y="3659"/>
                  </a:cubicBezTo>
                  <a:cubicBezTo>
                    <a:pt x="4068" y="3620"/>
                    <a:pt x="4092" y="3576"/>
                    <a:pt x="4132" y="3540"/>
                  </a:cubicBezTo>
                  <a:cubicBezTo>
                    <a:pt x="4139" y="3534"/>
                    <a:pt x="4148" y="3529"/>
                    <a:pt x="4158" y="3527"/>
                  </a:cubicBezTo>
                  <a:cubicBezTo>
                    <a:pt x="4171" y="3524"/>
                    <a:pt x="4186" y="3525"/>
                    <a:pt x="4199" y="3532"/>
                  </a:cubicBezTo>
                  <a:cubicBezTo>
                    <a:pt x="4220" y="3543"/>
                    <a:pt x="4233" y="3566"/>
                    <a:pt x="4231" y="3590"/>
                  </a:cubicBezTo>
                  <a:cubicBezTo>
                    <a:pt x="4173" y="4248"/>
                    <a:pt x="4267" y="4435"/>
                    <a:pt x="4328" y="4488"/>
                  </a:cubicBezTo>
                  <a:cubicBezTo>
                    <a:pt x="4354" y="4511"/>
                    <a:pt x="4384" y="4518"/>
                    <a:pt x="4422" y="4509"/>
                  </a:cubicBezTo>
                  <a:cubicBezTo>
                    <a:pt x="4493" y="4492"/>
                    <a:pt x="4564" y="4425"/>
                    <a:pt x="4576" y="4407"/>
                  </a:cubicBezTo>
                  <a:cubicBezTo>
                    <a:pt x="4633" y="4309"/>
                    <a:pt x="4673" y="4215"/>
                    <a:pt x="4699" y="4126"/>
                  </a:cubicBezTo>
                  <a:cubicBezTo>
                    <a:pt x="4696" y="4063"/>
                    <a:pt x="4688" y="4000"/>
                    <a:pt x="4675" y="3936"/>
                  </a:cubicBezTo>
                  <a:cubicBezTo>
                    <a:pt x="4629" y="3710"/>
                    <a:pt x="4505" y="3523"/>
                    <a:pt x="4347" y="3358"/>
                  </a:cubicBezTo>
                  <a:cubicBezTo>
                    <a:pt x="4294" y="3304"/>
                    <a:pt x="4242" y="3248"/>
                    <a:pt x="4188" y="3195"/>
                  </a:cubicBezTo>
                  <a:cubicBezTo>
                    <a:pt x="4144" y="3152"/>
                    <a:pt x="4153" y="3124"/>
                    <a:pt x="4210" y="3108"/>
                  </a:cubicBezTo>
                  <a:cubicBezTo>
                    <a:pt x="4239" y="3100"/>
                    <a:pt x="4270" y="3093"/>
                    <a:pt x="4300" y="3086"/>
                  </a:cubicBezTo>
                  <a:lnTo>
                    <a:pt x="4481" y="3044"/>
                  </a:lnTo>
                  <a:cubicBezTo>
                    <a:pt x="4359" y="2896"/>
                    <a:pt x="4192" y="2834"/>
                    <a:pt x="4021" y="2874"/>
                  </a:cubicBezTo>
                  <a:cubicBezTo>
                    <a:pt x="3882" y="2906"/>
                    <a:pt x="3762" y="3005"/>
                    <a:pt x="3699" y="3136"/>
                  </a:cubicBezTo>
                  <a:cubicBezTo>
                    <a:pt x="3613" y="3318"/>
                    <a:pt x="3570" y="3527"/>
                    <a:pt x="3566" y="3794"/>
                  </a:cubicBezTo>
                  <a:cubicBezTo>
                    <a:pt x="3565" y="3876"/>
                    <a:pt x="3567" y="3957"/>
                    <a:pt x="3568" y="4044"/>
                  </a:cubicBezTo>
                  <a:cubicBezTo>
                    <a:pt x="3569" y="4085"/>
                    <a:pt x="3570" y="4128"/>
                    <a:pt x="3571" y="4172"/>
                  </a:cubicBezTo>
                  <a:cubicBezTo>
                    <a:pt x="3571" y="4200"/>
                    <a:pt x="3552" y="4225"/>
                    <a:pt x="3525" y="4231"/>
                  </a:cubicBezTo>
                  <a:cubicBezTo>
                    <a:pt x="3523" y="4231"/>
                    <a:pt x="3521" y="4232"/>
                    <a:pt x="3519" y="4232"/>
                  </a:cubicBezTo>
                  <a:cubicBezTo>
                    <a:pt x="3488" y="4236"/>
                    <a:pt x="3460" y="4216"/>
                    <a:pt x="3453" y="4186"/>
                  </a:cubicBezTo>
                  <a:cubicBezTo>
                    <a:pt x="3403" y="3972"/>
                    <a:pt x="3387" y="3594"/>
                    <a:pt x="3419" y="3378"/>
                  </a:cubicBezTo>
                  <a:cubicBezTo>
                    <a:pt x="3446" y="3194"/>
                    <a:pt x="3509" y="3038"/>
                    <a:pt x="3611" y="2901"/>
                  </a:cubicBezTo>
                  <a:cubicBezTo>
                    <a:pt x="3702" y="2780"/>
                    <a:pt x="3835" y="2693"/>
                    <a:pt x="3986" y="2658"/>
                  </a:cubicBezTo>
                  <a:cubicBezTo>
                    <a:pt x="4085" y="2635"/>
                    <a:pt x="4189" y="2635"/>
                    <a:pt x="4287" y="2659"/>
                  </a:cubicBezTo>
                  <a:cubicBezTo>
                    <a:pt x="4342" y="2673"/>
                    <a:pt x="4392" y="2694"/>
                    <a:pt x="4440" y="2716"/>
                  </a:cubicBezTo>
                  <a:cubicBezTo>
                    <a:pt x="4447" y="2401"/>
                    <a:pt x="4207" y="2183"/>
                    <a:pt x="3977" y="2112"/>
                  </a:cubicBezTo>
                  <a:cubicBezTo>
                    <a:pt x="3938" y="2100"/>
                    <a:pt x="3901" y="2098"/>
                    <a:pt x="3868" y="2105"/>
                  </a:cubicBezTo>
                  <a:cubicBezTo>
                    <a:pt x="3836" y="2113"/>
                    <a:pt x="3805" y="2130"/>
                    <a:pt x="3776" y="2157"/>
                  </a:cubicBezTo>
                  <a:cubicBezTo>
                    <a:pt x="3722" y="2208"/>
                    <a:pt x="3681" y="2258"/>
                    <a:pt x="3653" y="2310"/>
                  </a:cubicBezTo>
                  <a:cubicBezTo>
                    <a:pt x="3608" y="2392"/>
                    <a:pt x="3567" y="2477"/>
                    <a:pt x="3528" y="2557"/>
                  </a:cubicBezTo>
                  <a:cubicBezTo>
                    <a:pt x="3441" y="2735"/>
                    <a:pt x="3339" y="2830"/>
                    <a:pt x="3195" y="2864"/>
                  </a:cubicBezTo>
                  <a:cubicBezTo>
                    <a:pt x="3129" y="2879"/>
                    <a:pt x="3054" y="2882"/>
                    <a:pt x="2963" y="2872"/>
                  </a:cubicBezTo>
                  <a:cubicBezTo>
                    <a:pt x="2908" y="2866"/>
                    <a:pt x="2855" y="2854"/>
                    <a:pt x="2803" y="2841"/>
                  </a:cubicBezTo>
                  <a:cubicBezTo>
                    <a:pt x="2785" y="2837"/>
                    <a:pt x="2768" y="2833"/>
                    <a:pt x="2750" y="2829"/>
                  </a:cubicBezTo>
                  <a:cubicBezTo>
                    <a:pt x="2693" y="2817"/>
                    <a:pt x="2642" y="2816"/>
                    <a:pt x="2593" y="2827"/>
                  </a:cubicBezTo>
                  <a:cubicBezTo>
                    <a:pt x="2540" y="2840"/>
                    <a:pt x="2490" y="2866"/>
                    <a:pt x="2442" y="2909"/>
                  </a:cubicBezTo>
                  <a:cubicBezTo>
                    <a:pt x="2390" y="2956"/>
                    <a:pt x="2344" y="3015"/>
                    <a:pt x="2300" y="3093"/>
                  </a:cubicBezTo>
                  <a:cubicBezTo>
                    <a:pt x="2275" y="3138"/>
                    <a:pt x="2254" y="3184"/>
                    <a:pt x="2233" y="3233"/>
                  </a:cubicBezTo>
                  <a:cubicBezTo>
                    <a:pt x="2219" y="3262"/>
                    <a:pt x="2206" y="3292"/>
                    <a:pt x="2192" y="3320"/>
                  </a:cubicBezTo>
                  <a:cubicBezTo>
                    <a:pt x="2184" y="3337"/>
                    <a:pt x="2169" y="3348"/>
                    <a:pt x="2152" y="3352"/>
                  </a:cubicBezTo>
                  <a:cubicBezTo>
                    <a:pt x="2141" y="3355"/>
                    <a:pt x="2130" y="3355"/>
                    <a:pt x="2120" y="3351"/>
                  </a:cubicBezTo>
                  <a:cubicBezTo>
                    <a:pt x="2092" y="3342"/>
                    <a:pt x="2074" y="3313"/>
                    <a:pt x="2079" y="3284"/>
                  </a:cubicBezTo>
                  <a:cubicBezTo>
                    <a:pt x="2099" y="3171"/>
                    <a:pt x="2141" y="3059"/>
                    <a:pt x="2208" y="2940"/>
                  </a:cubicBezTo>
                  <a:cubicBezTo>
                    <a:pt x="2304" y="2769"/>
                    <a:pt x="2425" y="2668"/>
                    <a:pt x="2579" y="2632"/>
                  </a:cubicBezTo>
                  <a:cubicBezTo>
                    <a:pt x="2608" y="2625"/>
                    <a:pt x="2639" y="2621"/>
                    <a:pt x="2671" y="2619"/>
                  </a:cubicBezTo>
                  <a:cubicBezTo>
                    <a:pt x="2715" y="2431"/>
                    <a:pt x="2750" y="2210"/>
                    <a:pt x="2693" y="1983"/>
                  </a:cubicBezTo>
                  <a:cubicBezTo>
                    <a:pt x="2659" y="1845"/>
                    <a:pt x="2588" y="1758"/>
                    <a:pt x="2475" y="1717"/>
                  </a:cubicBezTo>
                  <a:cubicBezTo>
                    <a:pt x="2416" y="1696"/>
                    <a:pt x="2361" y="1692"/>
                    <a:pt x="2305" y="1705"/>
                  </a:cubicBezTo>
                  <a:cubicBezTo>
                    <a:pt x="2241" y="1720"/>
                    <a:pt x="2177" y="1756"/>
                    <a:pt x="2104" y="1821"/>
                  </a:cubicBezTo>
                  <a:cubicBezTo>
                    <a:pt x="2033" y="1883"/>
                    <a:pt x="1974" y="1960"/>
                    <a:pt x="1924" y="2027"/>
                  </a:cubicBezTo>
                  <a:cubicBezTo>
                    <a:pt x="1916" y="2039"/>
                    <a:pt x="1903" y="2047"/>
                    <a:pt x="1890" y="2050"/>
                  </a:cubicBezTo>
                  <a:cubicBezTo>
                    <a:pt x="1876" y="2053"/>
                    <a:pt x="1861" y="2051"/>
                    <a:pt x="1848" y="2044"/>
                  </a:cubicBezTo>
                  <a:cubicBezTo>
                    <a:pt x="1822" y="2030"/>
                    <a:pt x="1810" y="1998"/>
                    <a:pt x="1820" y="1971"/>
                  </a:cubicBezTo>
                  <a:cubicBezTo>
                    <a:pt x="1867" y="1847"/>
                    <a:pt x="1941" y="1737"/>
                    <a:pt x="2042" y="1646"/>
                  </a:cubicBezTo>
                  <a:cubicBezTo>
                    <a:pt x="2070" y="1620"/>
                    <a:pt x="2173" y="1555"/>
                    <a:pt x="2299" y="1526"/>
                  </a:cubicBezTo>
                  <a:cubicBezTo>
                    <a:pt x="2406" y="1501"/>
                    <a:pt x="2509" y="1506"/>
                    <a:pt x="2603" y="1540"/>
                  </a:cubicBezTo>
                  <a:cubicBezTo>
                    <a:pt x="2779" y="1605"/>
                    <a:pt x="2893" y="1752"/>
                    <a:pt x="2932" y="1962"/>
                  </a:cubicBezTo>
                  <a:cubicBezTo>
                    <a:pt x="2971" y="2168"/>
                    <a:pt x="2965" y="2380"/>
                    <a:pt x="2915" y="2611"/>
                  </a:cubicBezTo>
                  <a:cubicBezTo>
                    <a:pt x="2915" y="2615"/>
                    <a:pt x="2914" y="2618"/>
                    <a:pt x="2913" y="2622"/>
                  </a:cubicBezTo>
                  <a:cubicBezTo>
                    <a:pt x="2915" y="2622"/>
                    <a:pt x="2917" y="2622"/>
                    <a:pt x="2919" y="2623"/>
                  </a:cubicBezTo>
                  <a:cubicBezTo>
                    <a:pt x="2961" y="2630"/>
                    <a:pt x="3004" y="2637"/>
                    <a:pt x="3045" y="2641"/>
                  </a:cubicBezTo>
                  <a:cubicBezTo>
                    <a:pt x="3084" y="2645"/>
                    <a:pt x="3119" y="2643"/>
                    <a:pt x="3151" y="2636"/>
                  </a:cubicBezTo>
                  <a:cubicBezTo>
                    <a:pt x="3225" y="2618"/>
                    <a:pt x="3281" y="2570"/>
                    <a:pt x="3320" y="2488"/>
                  </a:cubicBezTo>
                  <a:cubicBezTo>
                    <a:pt x="3341" y="2446"/>
                    <a:pt x="3360" y="2402"/>
                    <a:pt x="3379" y="2359"/>
                  </a:cubicBezTo>
                  <a:lnTo>
                    <a:pt x="3389" y="2335"/>
                  </a:lnTo>
                  <a:cubicBezTo>
                    <a:pt x="3431" y="2237"/>
                    <a:pt x="3493" y="2111"/>
                    <a:pt x="3592" y="2005"/>
                  </a:cubicBezTo>
                  <a:cubicBezTo>
                    <a:pt x="3673" y="1920"/>
                    <a:pt x="3758" y="1867"/>
                    <a:pt x="3854" y="1845"/>
                  </a:cubicBezTo>
                  <a:cubicBezTo>
                    <a:pt x="3907" y="1832"/>
                    <a:pt x="3963" y="1829"/>
                    <a:pt x="4020" y="1836"/>
                  </a:cubicBezTo>
                  <a:cubicBezTo>
                    <a:pt x="4019" y="1830"/>
                    <a:pt x="4019" y="1823"/>
                    <a:pt x="4018" y="1816"/>
                  </a:cubicBezTo>
                  <a:cubicBezTo>
                    <a:pt x="4017" y="1805"/>
                    <a:pt x="4016" y="1794"/>
                    <a:pt x="4015" y="1783"/>
                  </a:cubicBezTo>
                  <a:cubicBezTo>
                    <a:pt x="3994" y="1477"/>
                    <a:pt x="3852" y="1273"/>
                    <a:pt x="3581" y="1159"/>
                  </a:cubicBezTo>
                  <a:cubicBezTo>
                    <a:pt x="3525" y="1136"/>
                    <a:pt x="3471" y="1130"/>
                    <a:pt x="3416" y="1142"/>
                  </a:cubicBezTo>
                  <a:lnTo>
                    <a:pt x="3402" y="1145"/>
                  </a:lnTo>
                  <a:cubicBezTo>
                    <a:pt x="3329" y="1162"/>
                    <a:pt x="3255" y="1191"/>
                    <a:pt x="3167" y="1236"/>
                  </a:cubicBezTo>
                  <a:cubicBezTo>
                    <a:pt x="3162" y="1238"/>
                    <a:pt x="3157" y="1240"/>
                    <a:pt x="3153" y="1241"/>
                  </a:cubicBezTo>
                  <a:cubicBezTo>
                    <a:pt x="3133" y="1246"/>
                    <a:pt x="3112" y="1240"/>
                    <a:pt x="3097" y="1225"/>
                  </a:cubicBezTo>
                  <a:cubicBezTo>
                    <a:pt x="3079" y="1208"/>
                    <a:pt x="3074" y="1180"/>
                    <a:pt x="3086" y="1156"/>
                  </a:cubicBezTo>
                  <a:cubicBezTo>
                    <a:pt x="3154" y="1021"/>
                    <a:pt x="3260" y="966"/>
                    <a:pt x="3440" y="920"/>
                  </a:cubicBezTo>
                  <a:cubicBezTo>
                    <a:pt x="3423" y="777"/>
                    <a:pt x="3326" y="649"/>
                    <a:pt x="3192" y="598"/>
                  </a:cubicBezTo>
                  <a:cubicBezTo>
                    <a:pt x="3115" y="569"/>
                    <a:pt x="3038" y="559"/>
                    <a:pt x="2964" y="568"/>
                  </a:cubicBezTo>
                  <a:cubicBezTo>
                    <a:pt x="2884" y="578"/>
                    <a:pt x="2834" y="548"/>
                    <a:pt x="2803" y="473"/>
                  </a:cubicBezTo>
                  <a:cubicBezTo>
                    <a:pt x="2742" y="326"/>
                    <a:pt x="2665" y="214"/>
                    <a:pt x="2567" y="132"/>
                  </a:cubicBezTo>
                  <a:cubicBezTo>
                    <a:pt x="2433" y="19"/>
                    <a:pt x="2286" y="-22"/>
                    <a:pt x="2142" y="11"/>
                  </a:cubicBezTo>
                  <a:cubicBezTo>
                    <a:pt x="2119" y="16"/>
                    <a:pt x="2096" y="24"/>
                    <a:pt x="2073" y="33"/>
                  </a:cubicBezTo>
                  <a:cubicBezTo>
                    <a:pt x="1965" y="77"/>
                    <a:pt x="1878" y="141"/>
                    <a:pt x="1815" y="225"/>
                  </a:cubicBezTo>
                  <a:cubicBezTo>
                    <a:pt x="1752" y="308"/>
                    <a:pt x="1713" y="411"/>
                    <a:pt x="1699" y="530"/>
                  </a:cubicBezTo>
                  <a:lnTo>
                    <a:pt x="1699" y="530"/>
                  </a:lnTo>
                  <a:cubicBezTo>
                    <a:pt x="1705" y="585"/>
                    <a:pt x="1672" y="608"/>
                    <a:pt x="1653" y="616"/>
                  </a:cubicBezTo>
                  <a:cubicBezTo>
                    <a:pt x="1649" y="618"/>
                    <a:pt x="1645" y="619"/>
                    <a:pt x="1641" y="620"/>
                  </a:cubicBezTo>
                  <a:cubicBezTo>
                    <a:pt x="1634" y="622"/>
                    <a:pt x="1627" y="622"/>
                    <a:pt x="1619" y="621"/>
                  </a:cubicBezTo>
                  <a:cubicBezTo>
                    <a:pt x="1624" y="650"/>
                    <a:pt x="1629" y="679"/>
                    <a:pt x="1633" y="710"/>
                  </a:cubicBezTo>
                  <a:cubicBezTo>
                    <a:pt x="1640" y="771"/>
                    <a:pt x="1643" y="831"/>
                    <a:pt x="1643" y="891"/>
                  </a:cubicBezTo>
                  <a:cubicBezTo>
                    <a:pt x="1683" y="908"/>
                    <a:pt x="1720" y="929"/>
                    <a:pt x="1756" y="955"/>
                  </a:cubicBezTo>
                  <a:cubicBezTo>
                    <a:pt x="1883" y="1043"/>
                    <a:pt x="1948" y="1239"/>
                    <a:pt x="1940" y="1281"/>
                  </a:cubicBezTo>
                  <a:cubicBezTo>
                    <a:pt x="1935" y="1304"/>
                    <a:pt x="1917" y="1323"/>
                    <a:pt x="1895" y="1329"/>
                  </a:cubicBezTo>
                  <a:cubicBezTo>
                    <a:pt x="1873" y="1334"/>
                    <a:pt x="1850" y="1327"/>
                    <a:pt x="1836" y="1310"/>
                  </a:cubicBezTo>
                  <a:cubicBezTo>
                    <a:pt x="1768" y="1234"/>
                    <a:pt x="1697" y="1177"/>
                    <a:pt x="1620" y="1141"/>
                  </a:cubicBezTo>
                  <a:cubicBezTo>
                    <a:pt x="1517" y="1731"/>
                    <a:pt x="1065" y="2245"/>
                    <a:pt x="469" y="2389"/>
                  </a:cubicBezTo>
                  <a:cubicBezTo>
                    <a:pt x="337" y="2421"/>
                    <a:pt x="205" y="2445"/>
                    <a:pt x="70" y="2443"/>
                  </a:cubicBezTo>
                  <a:cubicBezTo>
                    <a:pt x="37" y="2442"/>
                    <a:pt x="12" y="2445"/>
                    <a:pt x="0" y="2461"/>
                  </a:cubicBezTo>
                  <a:cubicBezTo>
                    <a:pt x="12" y="2492"/>
                    <a:pt x="24" y="2524"/>
                    <a:pt x="38" y="2556"/>
                  </a:cubicBezTo>
                  <a:cubicBezTo>
                    <a:pt x="44" y="2569"/>
                    <a:pt x="49" y="2581"/>
                    <a:pt x="54" y="2594"/>
                  </a:cubicBezTo>
                  <a:cubicBezTo>
                    <a:pt x="68" y="2627"/>
                    <a:pt x="81" y="2659"/>
                    <a:pt x="96" y="2691"/>
                  </a:cubicBezTo>
                  <a:cubicBezTo>
                    <a:pt x="172" y="2626"/>
                    <a:pt x="245" y="2586"/>
                    <a:pt x="312" y="2570"/>
                  </a:cubicBezTo>
                  <a:cubicBezTo>
                    <a:pt x="379" y="2554"/>
                    <a:pt x="440" y="2564"/>
                    <a:pt x="490" y="2597"/>
                  </a:cubicBezTo>
                  <a:cubicBezTo>
                    <a:pt x="509" y="2610"/>
                    <a:pt x="519" y="2633"/>
                    <a:pt x="516" y="2656"/>
                  </a:cubicBezTo>
                  <a:cubicBezTo>
                    <a:pt x="512" y="2678"/>
                    <a:pt x="496" y="2697"/>
                    <a:pt x="474" y="2704"/>
                  </a:cubicBezTo>
                  <a:cubicBezTo>
                    <a:pt x="280" y="2763"/>
                    <a:pt x="164" y="2895"/>
                    <a:pt x="130" y="3095"/>
                  </a:cubicBezTo>
                  <a:cubicBezTo>
                    <a:pt x="194" y="3369"/>
                    <a:pt x="258" y="3643"/>
                    <a:pt x="320" y="39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1" name="Google Shape;481;p35"/>
          <p:cNvSpPr/>
          <p:nvPr/>
        </p:nvSpPr>
        <p:spPr>
          <a:xfrm rot="5399969" flipH="1">
            <a:off x="6988767" y="-1361340"/>
            <a:ext cx="728204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5"/>
          <p:cNvSpPr txBox="1">
            <a:spLocks noGrp="1"/>
          </p:cNvSpPr>
          <p:nvPr>
            <p:ph type="title"/>
          </p:nvPr>
        </p:nvSpPr>
        <p:spPr>
          <a:xfrm>
            <a:off x="2021433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0216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Title only 9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6"/>
          <p:cNvSpPr/>
          <p:nvPr/>
        </p:nvSpPr>
        <p:spPr>
          <a:xfrm rot="3599360">
            <a:off x="5337660" y="6242268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5" name="Google Shape;485;p36"/>
          <p:cNvGrpSpPr/>
          <p:nvPr/>
        </p:nvGrpSpPr>
        <p:grpSpPr>
          <a:xfrm rot="-3600539">
            <a:off x="10516078" y="211380"/>
            <a:ext cx="1904873" cy="1157744"/>
            <a:chOff x="2544840" y="154440"/>
            <a:chExt cx="3692520" cy="2244240"/>
          </a:xfrm>
        </p:grpSpPr>
        <p:sp>
          <p:nvSpPr>
            <p:cNvPr id="486" name="Google Shape;486;p36"/>
            <p:cNvSpPr/>
            <p:nvPr/>
          </p:nvSpPr>
          <p:spPr>
            <a:xfrm>
              <a:off x="2544840" y="154440"/>
              <a:ext cx="3692520" cy="2244240"/>
            </a:xfrm>
            <a:custGeom>
              <a:avLst/>
              <a:gdLst/>
              <a:ahLst/>
              <a:cxnLst/>
              <a:rect l="l" t="t" r="r" b="b"/>
              <a:pathLst>
                <a:path w="10257" h="6234" extrusionOk="0">
                  <a:moveTo>
                    <a:pt x="309" y="3816"/>
                  </a:moveTo>
                  <a:cubicBezTo>
                    <a:pt x="685" y="4204"/>
                    <a:pt x="1175" y="4286"/>
                    <a:pt x="1651" y="4038"/>
                  </a:cubicBezTo>
                  <a:cubicBezTo>
                    <a:pt x="1739" y="3992"/>
                    <a:pt x="1824" y="3938"/>
                    <a:pt x="1911" y="3888"/>
                  </a:cubicBezTo>
                  <a:cubicBezTo>
                    <a:pt x="1995" y="3841"/>
                    <a:pt x="2012" y="3850"/>
                    <a:pt x="2013" y="3946"/>
                  </a:cubicBezTo>
                  <a:cubicBezTo>
                    <a:pt x="2015" y="4129"/>
                    <a:pt x="2013" y="4312"/>
                    <a:pt x="2013" y="4495"/>
                  </a:cubicBezTo>
                  <a:cubicBezTo>
                    <a:pt x="2013" y="4678"/>
                    <a:pt x="2013" y="4861"/>
                    <a:pt x="2013" y="5045"/>
                  </a:cubicBezTo>
                  <a:lnTo>
                    <a:pt x="2014" y="5045"/>
                  </a:lnTo>
                  <a:cubicBezTo>
                    <a:pt x="2014" y="5393"/>
                    <a:pt x="2013" y="5742"/>
                    <a:pt x="2014" y="6091"/>
                  </a:cubicBezTo>
                  <a:cubicBezTo>
                    <a:pt x="2014" y="6230"/>
                    <a:pt x="2016" y="6233"/>
                    <a:pt x="2150" y="6233"/>
                  </a:cubicBezTo>
                  <a:cubicBezTo>
                    <a:pt x="2595" y="6233"/>
                    <a:pt x="3041" y="6233"/>
                    <a:pt x="3486" y="6233"/>
                  </a:cubicBezTo>
                  <a:cubicBezTo>
                    <a:pt x="3623" y="6232"/>
                    <a:pt x="3625" y="6231"/>
                    <a:pt x="3597" y="6100"/>
                  </a:cubicBezTo>
                  <a:cubicBezTo>
                    <a:pt x="3507" y="5672"/>
                    <a:pt x="3588" y="5270"/>
                    <a:pt x="3831" y="4914"/>
                  </a:cubicBezTo>
                  <a:cubicBezTo>
                    <a:pt x="3837" y="4904"/>
                    <a:pt x="3843" y="4895"/>
                    <a:pt x="3850" y="4886"/>
                  </a:cubicBezTo>
                  <a:cubicBezTo>
                    <a:pt x="3937" y="4763"/>
                    <a:pt x="4040" y="4655"/>
                    <a:pt x="4153" y="4564"/>
                  </a:cubicBezTo>
                  <a:cubicBezTo>
                    <a:pt x="4528" y="4264"/>
                    <a:pt x="5026" y="4146"/>
                    <a:pt x="5511" y="4273"/>
                  </a:cubicBezTo>
                  <a:cubicBezTo>
                    <a:pt x="5531" y="4278"/>
                    <a:pt x="5551" y="4284"/>
                    <a:pt x="5570" y="4290"/>
                  </a:cubicBezTo>
                  <a:cubicBezTo>
                    <a:pt x="5742" y="4341"/>
                    <a:pt x="5899" y="4418"/>
                    <a:pt x="6037" y="4516"/>
                  </a:cubicBezTo>
                  <a:cubicBezTo>
                    <a:pt x="6426" y="4791"/>
                    <a:pt x="6671" y="5230"/>
                    <a:pt x="6695" y="5735"/>
                  </a:cubicBezTo>
                  <a:cubicBezTo>
                    <a:pt x="6701" y="5870"/>
                    <a:pt x="6681" y="6004"/>
                    <a:pt x="6651" y="6135"/>
                  </a:cubicBezTo>
                  <a:cubicBezTo>
                    <a:pt x="6633" y="6213"/>
                    <a:pt x="6661" y="6234"/>
                    <a:pt x="6733" y="6234"/>
                  </a:cubicBezTo>
                  <a:cubicBezTo>
                    <a:pt x="6917" y="6233"/>
                    <a:pt x="7100" y="6233"/>
                    <a:pt x="7284" y="6232"/>
                  </a:cubicBezTo>
                  <a:cubicBezTo>
                    <a:pt x="7361" y="6232"/>
                    <a:pt x="7438" y="6232"/>
                    <a:pt x="7515" y="6232"/>
                  </a:cubicBezTo>
                  <a:cubicBezTo>
                    <a:pt x="7724" y="6232"/>
                    <a:pt x="7933" y="6232"/>
                    <a:pt x="8142" y="6234"/>
                  </a:cubicBezTo>
                  <a:cubicBezTo>
                    <a:pt x="8237" y="6234"/>
                    <a:pt x="8246" y="6185"/>
                    <a:pt x="8246" y="6109"/>
                  </a:cubicBezTo>
                  <a:cubicBezTo>
                    <a:pt x="8246" y="5855"/>
                    <a:pt x="8245" y="5601"/>
                    <a:pt x="8245" y="5347"/>
                  </a:cubicBezTo>
                  <a:cubicBezTo>
                    <a:pt x="8245" y="4920"/>
                    <a:pt x="8245" y="4495"/>
                    <a:pt x="8246" y="4068"/>
                  </a:cubicBezTo>
                  <a:cubicBezTo>
                    <a:pt x="8246" y="4022"/>
                    <a:pt x="8223" y="3959"/>
                    <a:pt x="8268" y="3933"/>
                  </a:cubicBezTo>
                  <a:cubicBezTo>
                    <a:pt x="8320" y="3901"/>
                    <a:pt x="8361" y="3960"/>
                    <a:pt x="8402" y="3986"/>
                  </a:cubicBezTo>
                  <a:cubicBezTo>
                    <a:pt x="8493" y="4044"/>
                    <a:pt x="8585" y="4096"/>
                    <a:pt x="8681" y="4137"/>
                  </a:cubicBezTo>
                  <a:cubicBezTo>
                    <a:pt x="8841" y="4206"/>
                    <a:pt x="9010" y="4247"/>
                    <a:pt x="9197" y="4241"/>
                  </a:cubicBezTo>
                  <a:cubicBezTo>
                    <a:pt x="9220" y="4241"/>
                    <a:pt x="9244" y="4240"/>
                    <a:pt x="9266" y="4237"/>
                  </a:cubicBezTo>
                  <a:lnTo>
                    <a:pt x="9267" y="4237"/>
                  </a:lnTo>
                  <a:cubicBezTo>
                    <a:pt x="9392" y="4225"/>
                    <a:pt x="9510" y="4191"/>
                    <a:pt x="9618" y="4139"/>
                  </a:cubicBezTo>
                  <a:cubicBezTo>
                    <a:pt x="9846" y="4030"/>
                    <a:pt x="10028" y="3841"/>
                    <a:pt x="10138" y="3617"/>
                  </a:cubicBezTo>
                  <a:cubicBezTo>
                    <a:pt x="10179" y="3535"/>
                    <a:pt x="10210" y="3448"/>
                    <a:pt x="10230" y="3359"/>
                  </a:cubicBezTo>
                  <a:cubicBezTo>
                    <a:pt x="10283" y="3123"/>
                    <a:pt x="10260" y="2869"/>
                    <a:pt x="10140" y="2637"/>
                  </a:cubicBezTo>
                  <a:cubicBezTo>
                    <a:pt x="9888" y="2153"/>
                    <a:pt x="9349" y="1893"/>
                    <a:pt x="8821" y="2050"/>
                  </a:cubicBezTo>
                  <a:cubicBezTo>
                    <a:pt x="8800" y="2056"/>
                    <a:pt x="8778" y="2063"/>
                    <a:pt x="8757" y="2071"/>
                  </a:cubicBezTo>
                  <a:cubicBezTo>
                    <a:pt x="8623" y="2120"/>
                    <a:pt x="8507" y="2202"/>
                    <a:pt x="8382" y="2268"/>
                  </a:cubicBezTo>
                  <a:cubicBezTo>
                    <a:pt x="8345" y="2288"/>
                    <a:pt x="8309" y="2340"/>
                    <a:pt x="8264" y="2313"/>
                  </a:cubicBezTo>
                  <a:cubicBezTo>
                    <a:pt x="8226" y="2290"/>
                    <a:pt x="8246" y="2236"/>
                    <a:pt x="8246" y="2197"/>
                  </a:cubicBezTo>
                  <a:cubicBezTo>
                    <a:pt x="8246" y="2058"/>
                    <a:pt x="8246" y="1919"/>
                    <a:pt x="8246" y="1780"/>
                  </a:cubicBezTo>
                  <a:cubicBezTo>
                    <a:pt x="8245" y="1239"/>
                    <a:pt x="8245" y="697"/>
                    <a:pt x="8245" y="155"/>
                  </a:cubicBezTo>
                  <a:cubicBezTo>
                    <a:pt x="8245" y="1"/>
                    <a:pt x="8244" y="1"/>
                    <a:pt x="8090" y="1"/>
                  </a:cubicBezTo>
                  <a:cubicBezTo>
                    <a:pt x="7624" y="1"/>
                    <a:pt x="7158" y="5"/>
                    <a:pt x="6692" y="2"/>
                  </a:cubicBezTo>
                  <a:cubicBezTo>
                    <a:pt x="6598" y="1"/>
                    <a:pt x="6573" y="25"/>
                    <a:pt x="6591" y="122"/>
                  </a:cubicBezTo>
                  <a:cubicBezTo>
                    <a:pt x="6715" y="792"/>
                    <a:pt x="6498" y="1336"/>
                    <a:pt x="5951" y="1737"/>
                  </a:cubicBezTo>
                  <a:cubicBezTo>
                    <a:pt x="5027" y="2415"/>
                    <a:pt x="3663" y="1819"/>
                    <a:pt x="3516" y="681"/>
                  </a:cubicBezTo>
                  <a:cubicBezTo>
                    <a:pt x="3492" y="493"/>
                    <a:pt x="3499" y="310"/>
                    <a:pt x="3535" y="126"/>
                  </a:cubicBezTo>
                  <a:cubicBezTo>
                    <a:pt x="3558" y="9"/>
                    <a:pt x="3552" y="1"/>
                    <a:pt x="3431" y="1"/>
                  </a:cubicBezTo>
                  <a:cubicBezTo>
                    <a:pt x="3103" y="1"/>
                    <a:pt x="2775" y="-1"/>
                    <a:pt x="2447" y="1"/>
                  </a:cubicBezTo>
                  <a:cubicBezTo>
                    <a:pt x="2162" y="4"/>
                    <a:pt x="2014" y="155"/>
                    <a:pt x="2013" y="439"/>
                  </a:cubicBezTo>
                  <a:cubicBezTo>
                    <a:pt x="2013" y="1009"/>
                    <a:pt x="2014" y="1579"/>
                    <a:pt x="2014" y="2149"/>
                  </a:cubicBezTo>
                  <a:cubicBezTo>
                    <a:pt x="2014" y="2277"/>
                    <a:pt x="2009" y="2280"/>
                    <a:pt x="1898" y="2219"/>
                  </a:cubicBezTo>
                  <a:cubicBezTo>
                    <a:pt x="1714" y="2118"/>
                    <a:pt x="1541" y="1998"/>
                    <a:pt x="1328" y="1958"/>
                  </a:cubicBezTo>
                  <a:cubicBezTo>
                    <a:pt x="865" y="1871"/>
                    <a:pt x="369" y="2096"/>
                    <a:pt x="147" y="2504"/>
                  </a:cubicBezTo>
                  <a:cubicBezTo>
                    <a:pt x="-96" y="2952"/>
                    <a:pt x="-33" y="3462"/>
                    <a:pt x="309" y="3816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3929400" y="741960"/>
              <a:ext cx="2307960" cy="1656720"/>
            </a:xfrm>
            <a:custGeom>
              <a:avLst/>
              <a:gdLst/>
              <a:ahLst/>
              <a:cxnLst/>
              <a:rect l="l" t="t" r="r" b="b"/>
              <a:pathLst>
                <a:path w="6411" h="4602" extrusionOk="0">
                  <a:moveTo>
                    <a:pt x="4" y="3254"/>
                  </a:moveTo>
                  <a:cubicBezTo>
                    <a:pt x="91" y="3131"/>
                    <a:pt x="194" y="3023"/>
                    <a:pt x="307" y="2932"/>
                  </a:cubicBezTo>
                  <a:cubicBezTo>
                    <a:pt x="682" y="2632"/>
                    <a:pt x="1180" y="2514"/>
                    <a:pt x="1665" y="2641"/>
                  </a:cubicBezTo>
                  <a:cubicBezTo>
                    <a:pt x="1685" y="2646"/>
                    <a:pt x="1705" y="2652"/>
                    <a:pt x="1724" y="2658"/>
                  </a:cubicBezTo>
                  <a:cubicBezTo>
                    <a:pt x="1896" y="2709"/>
                    <a:pt x="2053" y="2786"/>
                    <a:pt x="2191" y="2884"/>
                  </a:cubicBezTo>
                  <a:cubicBezTo>
                    <a:pt x="2580" y="3159"/>
                    <a:pt x="2825" y="3598"/>
                    <a:pt x="2849" y="4103"/>
                  </a:cubicBezTo>
                  <a:cubicBezTo>
                    <a:pt x="2855" y="4238"/>
                    <a:pt x="2835" y="4372"/>
                    <a:pt x="2805" y="4503"/>
                  </a:cubicBezTo>
                  <a:cubicBezTo>
                    <a:pt x="2787" y="4581"/>
                    <a:pt x="2815" y="4602"/>
                    <a:pt x="2887" y="4602"/>
                  </a:cubicBezTo>
                  <a:cubicBezTo>
                    <a:pt x="3071" y="4601"/>
                    <a:pt x="3254" y="4601"/>
                    <a:pt x="3438" y="4600"/>
                  </a:cubicBezTo>
                  <a:cubicBezTo>
                    <a:pt x="3515" y="4600"/>
                    <a:pt x="3592" y="4600"/>
                    <a:pt x="3669" y="4600"/>
                  </a:cubicBezTo>
                  <a:cubicBezTo>
                    <a:pt x="3878" y="4600"/>
                    <a:pt x="4087" y="4600"/>
                    <a:pt x="4296" y="4602"/>
                  </a:cubicBezTo>
                  <a:cubicBezTo>
                    <a:pt x="4391" y="4602"/>
                    <a:pt x="4400" y="4553"/>
                    <a:pt x="4400" y="4477"/>
                  </a:cubicBezTo>
                  <a:cubicBezTo>
                    <a:pt x="4400" y="4223"/>
                    <a:pt x="4399" y="3969"/>
                    <a:pt x="4399" y="3715"/>
                  </a:cubicBezTo>
                  <a:cubicBezTo>
                    <a:pt x="4399" y="3288"/>
                    <a:pt x="4399" y="2863"/>
                    <a:pt x="4400" y="2436"/>
                  </a:cubicBezTo>
                  <a:cubicBezTo>
                    <a:pt x="4400" y="2390"/>
                    <a:pt x="4377" y="2327"/>
                    <a:pt x="4422" y="2301"/>
                  </a:cubicBezTo>
                  <a:cubicBezTo>
                    <a:pt x="4474" y="2269"/>
                    <a:pt x="4515" y="2328"/>
                    <a:pt x="4556" y="2354"/>
                  </a:cubicBezTo>
                  <a:cubicBezTo>
                    <a:pt x="4647" y="2412"/>
                    <a:pt x="4739" y="2464"/>
                    <a:pt x="4835" y="2505"/>
                  </a:cubicBezTo>
                  <a:cubicBezTo>
                    <a:pt x="4995" y="2574"/>
                    <a:pt x="5164" y="2615"/>
                    <a:pt x="5351" y="2609"/>
                  </a:cubicBezTo>
                  <a:cubicBezTo>
                    <a:pt x="5374" y="2609"/>
                    <a:pt x="5398" y="2608"/>
                    <a:pt x="5420" y="2605"/>
                  </a:cubicBezTo>
                  <a:lnTo>
                    <a:pt x="5421" y="2605"/>
                  </a:lnTo>
                  <a:cubicBezTo>
                    <a:pt x="5546" y="2593"/>
                    <a:pt x="5664" y="2559"/>
                    <a:pt x="5772" y="2507"/>
                  </a:cubicBezTo>
                  <a:cubicBezTo>
                    <a:pt x="6000" y="2398"/>
                    <a:pt x="6182" y="2209"/>
                    <a:pt x="6292" y="1985"/>
                  </a:cubicBezTo>
                  <a:cubicBezTo>
                    <a:pt x="6333" y="1903"/>
                    <a:pt x="6364" y="1816"/>
                    <a:pt x="6384" y="1727"/>
                  </a:cubicBezTo>
                  <a:cubicBezTo>
                    <a:pt x="6437" y="1491"/>
                    <a:pt x="6414" y="1237"/>
                    <a:pt x="6294" y="1005"/>
                  </a:cubicBezTo>
                  <a:cubicBezTo>
                    <a:pt x="6042" y="521"/>
                    <a:pt x="5503" y="261"/>
                    <a:pt x="4975" y="418"/>
                  </a:cubicBezTo>
                  <a:cubicBezTo>
                    <a:pt x="4954" y="424"/>
                    <a:pt x="4932" y="431"/>
                    <a:pt x="4911" y="439"/>
                  </a:cubicBezTo>
                  <a:cubicBezTo>
                    <a:pt x="4777" y="488"/>
                    <a:pt x="4661" y="570"/>
                    <a:pt x="4536" y="636"/>
                  </a:cubicBezTo>
                  <a:cubicBezTo>
                    <a:pt x="4499" y="656"/>
                    <a:pt x="4463" y="708"/>
                    <a:pt x="4419" y="681"/>
                  </a:cubicBezTo>
                  <a:cubicBezTo>
                    <a:pt x="4380" y="658"/>
                    <a:pt x="4400" y="604"/>
                    <a:pt x="4400" y="565"/>
                  </a:cubicBezTo>
                  <a:cubicBezTo>
                    <a:pt x="4400" y="426"/>
                    <a:pt x="4400" y="287"/>
                    <a:pt x="4400" y="148"/>
                  </a:cubicBezTo>
                  <a:cubicBezTo>
                    <a:pt x="4244" y="50"/>
                    <a:pt x="4082" y="26"/>
                    <a:pt x="4008" y="15"/>
                  </a:cubicBezTo>
                  <a:cubicBezTo>
                    <a:pt x="3943" y="5"/>
                    <a:pt x="3878" y="0"/>
                    <a:pt x="3815" y="0"/>
                  </a:cubicBezTo>
                  <a:lnTo>
                    <a:pt x="3814" y="0"/>
                  </a:lnTo>
                  <a:cubicBezTo>
                    <a:pt x="3496" y="0"/>
                    <a:pt x="3191" y="123"/>
                    <a:pt x="2906" y="364"/>
                  </a:cubicBezTo>
                  <a:cubicBezTo>
                    <a:pt x="2835" y="424"/>
                    <a:pt x="2769" y="492"/>
                    <a:pt x="2704" y="569"/>
                  </a:cubicBezTo>
                  <a:lnTo>
                    <a:pt x="2650" y="569"/>
                  </a:lnTo>
                  <a:cubicBezTo>
                    <a:pt x="2436" y="569"/>
                    <a:pt x="2172" y="656"/>
                    <a:pt x="2011" y="848"/>
                  </a:cubicBezTo>
                  <a:cubicBezTo>
                    <a:pt x="1979" y="840"/>
                    <a:pt x="1947" y="834"/>
                    <a:pt x="1913" y="829"/>
                  </a:cubicBezTo>
                  <a:cubicBezTo>
                    <a:pt x="1870" y="822"/>
                    <a:pt x="1827" y="819"/>
                    <a:pt x="1784" y="819"/>
                  </a:cubicBezTo>
                  <a:cubicBezTo>
                    <a:pt x="1518" y="819"/>
                    <a:pt x="1275" y="947"/>
                    <a:pt x="1100" y="1181"/>
                  </a:cubicBezTo>
                  <a:cubicBezTo>
                    <a:pt x="1015" y="1294"/>
                    <a:pt x="953" y="1423"/>
                    <a:pt x="913" y="1571"/>
                  </a:cubicBezTo>
                  <a:cubicBezTo>
                    <a:pt x="840" y="1595"/>
                    <a:pt x="770" y="1630"/>
                    <a:pt x="702" y="1675"/>
                  </a:cubicBezTo>
                  <a:cubicBezTo>
                    <a:pt x="478" y="1825"/>
                    <a:pt x="349" y="2093"/>
                    <a:pt x="367" y="2364"/>
                  </a:cubicBezTo>
                  <a:cubicBezTo>
                    <a:pt x="100" y="2592"/>
                    <a:pt x="-25" y="2896"/>
                    <a:pt x="4" y="3254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5656320" y="875880"/>
              <a:ext cx="581040" cy="805680"/>
            </a:xfrm>
            <a:custGeom>
              <a:avLst/>
              <a:gdLst/>
              <a:ahLst/>
              <a:cxnLst/>
              <a:rect l="l" t="t" r="r" b="b"/>
              <a:pathLst>
                <a:path w="1614" h="2238" extrusionOk="0">
                  <a:moveTo>
                    <a:pt x="58" y="1951"/>
                  </a:moveTo>
                  <a:cubicBezTo>
                    <a:pt x="48" y="2011"/>
                    <a:pt x="42" y="2071"/>
                    <a:pt x="38" y="2133"/>
                  </a:cubicBezTo>
                  <a:cubicBezTo>
                    <a:pt x="198" y="2202"/>
                    <a:pt x="367" y="2243"/>
                    <a:pt x="554" y="2238"/>
                  </a:cubicBezTo>
                  <a:cubicBezTo>
                    <a:pt x="577" y="2237"/>
                    <a:pt x="601" y="2235"/>
                    <a:pt x="623" y="2233"/>
                  </a:cubicBezTo>
                  <a:lnTo>
                    <a:pt x="624" y="2233"/>
                  </a:lnTo>
                  <a:cubicBezTo>
                    <a:pt x="727" y="2174"/>
                    <a:pt x="781" y="2068"/>
                    <a:pt x="842" y="1949"/>
                  </a:cubicBezTo>
                  <a:cubicBezTo>
                    <a:pt x="850" y="1934"/>
                    <a:pt x="857" y="1919"/>
                    <a:pt x="865" y="1903"/>
                  </a:cubicBezTo>
                  <a:cubicBezTo>
                    <a:pt x="876" y="1883"/>
                    <a:pt x="886" y="1862"/>
                    <a:pt x="896" y="1841"/>
                  </a:cubicBezTo>
                  <a:cubicBezTo>
                    <a:pt x="910" y="1811"/>
                    <a:pt x="925" y="1780"/>
                    <a:pt x="942" y="1750"/>
                  </a:cubicBezTo>
                  <a:cubicBezTo>
                    <a:pt x="1007" y="1635"/>
                    <a:pt x="1087" y="1545"/>
                    <a:pt x="1180" y="1483"/>
                  </a:cubicBezTo>
                  <a:cubicBezTo>
                    <a:pt x="1298" y="1403"/>
                    <a:pt x="1442" y="1358"/>
                    <a:pt x="1587" y="1355"/>
                  </a:cubicBezTo>
                  <a:cubicBezTo>
                    <a:pt x="1640" y="1119"/>
                    <a:pt x="1617" y="865"/>
                    <a:pt x="1497" y="633"/>
                  </a:cubicBezTo>
                  <a:cubicBezTo>
                    <a:pt x="1245" y="149"/>
                    <a:pt x="706" y="-111"/>
                    <a:pt x="178" y="46"/>
                  </a:cubicBezTo>
                  <a:cubicBezTo>
                    <a:pt x="141" y="82"/>
                    <a:pt x="113" y="125"/>
                    <a:pt x="91" y="178"/>
                  </a:cubicBezTo>
                  <a:cubicBezTo>
                    <a:pt x="63" y="247"/>
                    <a:pt x="34" y="323"/>
                    <a:pt x="21" y="401"/>
                  </a:cubicBezTo>
                  <a:cubicBezTo>
                    <a:pt x="-29" y="689"/>
                    <a:pt x="10" y="982"/>
                    <a:pt x="139" y="1294"/>
                  </a:cubicBezTo>
                  <a:cubicBezTo>
                    <a:pt x="276" y="1167"/>
                    <a:pt x="446" y="1078"/>
                    <a:pt x="653" y="1024"/>
                  </a:cubicBezTo>
                  <a:cubicBezTo>
                    <a:pt x="551" y="769"/>
                    <a:pt x="522" y="598"/>
                    <a:pt x="648" y="491"/>
                  </a:cubicBezTo>
                  <a:cubicBezTo>
                    <a:pt x="659" y="482"/>
                    <a:pt x="673" y="477"/>
                    <a:pt x="687" y="477"/>
                  </a:cubicBezTo>
                  <a:cubicBezTo>
                    <a:pt x="696" y="477"/>
                    <a:pt x="706" y="479"/>
                    <a:pt x="715" y="484"/>
                  </a:cubicBezTo>
                  <a:cubicBezTo>
                    <a:pt x="737" y="496"/>
                    <a:pt x="749" y="521"/>
                    <a:pt x="746" y="545"/>
                  </a:cubicBezTo>
                  <a:cubicBezTo>
                    <a:pt x="727" y="673"/>
                    <a:pt x="761" y="793"/>
                    <a:pt x="861" y="948"/>
                  </a:cubicBezTo>
                  <a:cubicBezTo>
                    <a:pt x="890" y="992"/>
                    <a:pt x="908" y="1000"/>
                    <a:pt x="929" y="1000"/>
                  </a:cubicBezTo>
                  <a:cubicBezTo>
                    <a:pt x="935" y="1000"/>
                    <a:pt x="941" y="1000"/>
                    <a:pt x="947" y="999"/>
                  </a:cubicBezTo>
                  <a:cubicBezTo>
                    <a:pt x="961" y="996"/>
                    <a:pt x="975" y="995"/>
                    <a:pt x="992" y="995"/>
                  </a:cubicBezTo>
                  <a:cubicBezTo>
                    <a:pt x="1014" y="995"/>
                    <a:pt x="1035" y="997"/>
                    <a:pt x="1056" y="999"/>
                  </a:cubicBezTo>
                  <a:lnTo>
                    <a:pt x="1060" y="1000"/>
                  </a:lnTo>
                  <a:lnTo>
                    <a:pt x="1084" y="1002"/>
                  </a:lnTo>
                  <a:cubicBezTo>
                    <a:pt x="1175" y="1012"/>
                    <a:pt x="1269" y="1021"/>
                    <a:pt x="1360" y="1058"/>
                  </a:cubicBezTo>
                  <a:cubicBezTo>
                    <a:pt x="1385" y="1068"/>
                    <a:pt x="1400" y="1093"/>
                    <a:pt x="1397" y="1119"/>
                  </a:cubicBezTo>
                  <a:cubicBezTo>
                    <a:pt x="1394" y="1146"/>
                    <a:pt x="1374" y="1167"/>
                    <a:pt x="1348" y="1172"/>
                  </a:cubicBezTo>
                  <a:cubicBezTo>
                    <a:pt x="1320" y="1177"/>
                    <a:pt x="1294" y="1177"/>
                    <a:pt x="1274" y="1177"/>
                  </a:cubicBezTo>
                  <a:lnTo>
                    <a:pt x="1258" y="1177"/>
                  </a:lnTo>
                  <a:lnTo>
                    <a:pt x="1223" y="1177"/>
                  </a:lnTo>
                  <a:cubicBezTo>
                    <a:pt x="1006" y="1177"/>
                    <a:pt x="818" y="1207"/>
                    <a:pt x="649" y="1269"/>
                  </a:cubicBezTo>
                  <a:cubicBezTo>
                    <a:pt x="304" y="1395"/>
                    <a:pt x="110" y="1619"/>
                    <a:pt x="58" y="195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6"/>
            <p:cNvSpPr/>
            <p:nvPr/>
          </p:nvSpPr>
          <p:spPr>
            <a:xfrm>
              <a:off x="4039920" y="842040"/>
              <a:ext cx="1482480" cy="1556640"/>
            </a:xfrm>
            <a:custGeom>
              <a:avLst/>
              <a:gdLst/>
              <a:ahLst/>
              <a:cxnLst/>
              <a:rect l="l" t="t" r="r" b="b"/>
              <a:pathLst>
                <a:path w="4118" h="4324" extrusionOk="0">
                  <a:moveTo>
                    <a:pt x="2001" y="1670"/>
                  </a:moveTo>
                  <a:cubicBezTo>
                    <a:pt x="2129" y="1527"/>
                    <a:pt x="2310" y="1448"/>
                    <a:pt x="2510" y="1448"/>
                  </a:cubicBezTo>
                  <a:cubicBezTo>
                    <a:pt x="2663" y="1448"/>
                    <a:pt x="2815" y="1494"/>
                    <a:pt x="2938" y="1577"/>
                  </a:cubicBezTo>
                  <a:cubicBezTo>
                    <a:pt x="3031" y="1639"/>
                    <a:pt x="3111" y="1729"/>
                    <a:pt x="3176" y="1844"/>
                  </a:cubicBezTo>
                  <a:cubicBezTo>
                    <a:pt x="3193" y="1874"/>
                    <a:pt x="3208" y="1905"/>
                    <a:pt x="3222" y="1935"/>
                  </a:cubicBezTo>
                  <a:cubicBezTo>
                    <a:pt x="3232" y="1956"/>
                    <a:pt x="3242" y="1977"/>
                    <a:pt x="3252" y="1998"/>
                  </a:cubicBezTo>
                  <a:cubicBezTo>
                    <a:pt x="3260" y="2013"/>
                    <a:pt x="3268" y="2028"/>
                    <a:pt x="3276" y="2043"/>
                  </a:cubicBezTo>
                  <a:cubicBezTo>
                    <a:pt x="3351" y="2190"/>
                    <a:pt x="3415" y="2316"/>
                    <a:pt x="3575" y="2360"/>
                  </a:cubicBezTo>
                  <a:cubicBezTo>
                    <a:pt x="3602" y="2367"/>
                    <a:pt x="3620" y="2392"/>
                    <a:pt x="3619" y="2420"/>
                  </a:cubicBezTo>
                  <a:cubicBezTo>
                    <a:pt x="3618" y="2448"/>
                    <a:pt x="3598" y="2471"/>
                    <a:pt x="3571" y="2476"/>
                  </a:cubicBezTo>
                  <a:cubicBezTo>
                    <a:pt x="3553" y="2480"/>
                    <a:pt x="3534" y="2482"/>
                    <a:pt x="3516" y="2482"/>
                  </a:cubicBezTo>
                  <a:cubicBezTo>
                    <a:pt x="3465" y="2482"/>
                    <a:pt x="3415" y="2468"/>
                    <a:pt x="3358" y="2440"/>
                  </a:cubicBezTo>
                  <a:cubicBezTo>
                    <a:pt x="3270" y="2395"/>
                    <a:pt x="3198" y="2323"/>
                    <a:pt x="3133" y="2213"/>
                  </a:cubicBezTo>
                  <a:lnTo>
                    <a:pt x="3111" y="2177"/>
                  </a:lnTo>
                  <a:cubicBezTo>
                    <a:pt x="3065" y="2100"/>
                    <a:pt x="3017" y="2021"/>
                    <a:pt x="2972" y="1942"/>
                  </a:cubicBezTo>
                  <a:cubicBezTo>
                    <a:pt x="2877" y="1779"/>
                    <a:pt x="2743" y="1703"/>
                    <a:pt x="2550" y="1703"/>
                  </a:cubicBezTo>
                  <a:cubicBezTo>
                    <a:pt x="2518" y="1703"/>
                    <a:pt x="2483" y="1706"/>
                    <a:pt x="2447" y="1710"/>
                  </a:cubicBezTo>
                  <a:cubicBezTo>
                    <a:pt x="2254" y="1734"/>
                    <a:pt x="2109" y="1840"/>
                    <a:pt x="2004" y="2034"/>
                  </a:cubicBezTo>
                  <a:cubicBezTo>
                    <a:pt x="1994" y="2053"/>
                    <a:pt x="1973" y="2065"/>
                    <a:pt x="1951" y="2065"/>
                  </a:cubicBezTo>
                  <a:cubicBezTo>
                    <a:pt x="1927" y="2065"/>
                    <a:pt x="1905" y="2051"/>
                    <a:pt x="1896" y="2029"/>
                  </a:cubicBezTo>
                  <a:cubicBezTo>
                    <a:pt x="1878" y="1990"/>
                    <a:pt x="1897" y="1785"/>
                    <a:pt x="2001" y="1670"/>
                  </a:cubicBezTo>
                  <a:moveTo>
                    <a:pt x="0" y="2654"/>
                  </a:moveTo>
                  <a:cubicBezTo>
                    <a:pt x="375" y="2354"/>
                    <a:pt x="873" y="2236"/>
                    <a:pt x="1358" y="2363"/>
                  </a:cubicBezTo>
                  <a:cubicBezTo>
                    <a:pt x="1378" y="2368"/>
                    <a:pt x="1398" y="2374"/>
                    <a:pt x="1417" y="2380"/>
                  </a:cubicBezTo>
                  <a:cubicBezTo>
                    <a:pt x="1474" y="2359"/>
                    <a:pt x="1536" y="2349"/>
                    <a:pt x="1602" y="2349"/>
                  </a:cubicBezTo>
                  <a:cubicBezTo>
                    <a:pt x="1731" y="2349"/>
                    <a:pt x="1846" y="2389"/>
                    <a:pt x="1879" y="2408"/>
                  </a:cubicBezTo>
                  <a:cubicBezTo>
                    <a:pt x="1998" y="2474"/>
                    <a:pt x="2096" y="2563"/>
                    <a:pt x="2169" y="2674"/>
                  </a:cubicBezTo>
                  <a:cubicBezTo>
                    <a:pt x="2186" y="2698"/>
                    <a:pt x="2181" y="2732"/>
                    <a:pt x="2159" y="2751"/>
                  </a:cubicBezTo>
                  <a:cubicBezTo>
                    <a:pt x="2148" y="2761"/>
                    <a:pt x="2134" y="2766"/>
                    <a:pt x="2119" y="2766"/>
                  </a:cubicBezTo>
                  <a:cubicBezTo>
                    <a:pt x="2106" y="2766"/>
                    <a:pt x="2092" y="2762"/>
                    <a:pt x="2081" y="2752"/>
                  </a:cubicBezTo>
                  <a:cubicBezTo>
                    <a:pt x="2024" y="2704"/>
                    <a:pt x="1957" y="2649"/>
                    <a:pt x="1884" y="2606"/>
                  </a:cubicBezTo>
                  <a:cubicBezTo>
                    <a:pt x="2273" y="2881"/>
                    <a:pt x="2518" y="3320"/>
                    <a:pt x="2542" y="3825"/>
                  </a:cubicBezTo>
                  <a:cubicBezTo>
                    <a:pt x="2548" y="3960"/>
                    <a:pt x="2528" y="4094"/>
                    <a:pt x="2498" y="4225"/>
                  </a:cubicBezTo>
                  <a:cubicBezTo>
                    <a:pt x="2480" y="4303"/>
                    <a:pt x="2508" y="4324"/>
                    <a:pt x="2580" y="4324"/>
                  </a:cubicBezTo>
                  <a:cubicBezTo>
                    <a:pt x="2764" y="4323"/>
                    <a:pt x="2947" y="4323"/>
                    <a:pt x="3131" y="4322"/>
                  </a:cubicBezTo>
                  <a:cubicBezTo>
                    <a:pt x="3134" y="4060"/>
                    <a:pt x="3074" y="3830"/>
                    <a:pt x="2957" y="3675"/>
                  </a:cubicBezTo>
                  <a:cubicBezTo>
                    <a:pt x="2943" y="3657"/>
                    <a:pt x="2941" y="3632"/>
                    <a:pt x="2952" y="3611"/>
                  </a:cubicBezTo>
                  <a:cubicBezTo>
                    <a:pt x="2963" y="3592"/>
                    <a:pt x="2983" y="3580"/>
                    <a:pt x="3005" y="3580"/>
                  </a:cubicBezTo>
                  <a:lnTo>
                    <a:pt x="3009" y="3580"/>
                  </a:lnTo>
                  <a:cubicBezTo>
                    <a:pt x="3054" y="3583"/>
                    <a:pt x="3080" y="3609"/>
                    <a:pt x="3094" y="3623"/>
                  </a:cubicBezTo>
                  <a:cubicBezTo>
                    <a:pt x="3096" y="3625"/>
                    <a:pt x="3098" y="3627"/>
                    <a:pt x="3100" y="3628"/>
                  </a:cubicBezTo>
                  <a:cubicBezTo>
                    <a:pt x="3280" y="3795"/>
                    <a:pt x="3329" y="4016"/>
                    <a:pt x="3352" y="4190"/>
                  </a:cubicBezTo>
                  <a:cubicBezTo>
                    <a:pt x="3357" y="4231"/>
                    <a:pt x="3360" y="4274"/>
                    <a:pt x="3362" y="4322"/>
                  </a:cubicBezTo>
                  <a:cubicBezTo>
                    <a:pt x="3571" y="4322"/>
                    <a:pt x="3780" y="4322"/>
                    <a:pt x="3989" y="4324"/>
                  </a:cubicBezTo>
                  <a:cubicBezTo>
                    <a:pt x="4084" y="4324"/>
                    <a:pt x="4093" y="4275"/>
                    <a:pt x="4093" y="4199"/>
                  </a:cubicBezTo>
                  <a:cubicBezTo>
                    <a:pt x="4093" y="3945"/>
                    <a:pt x="4092" y="3691"/>
                    <a:pt x="4092" y="3437"/>
                  </a:cubicBezTo>
                  <a:cubicBezTo>
                    <a:pt x="4089" y="3427"/>
                    <a:pt x="4085" y="3418"/>
                    <a:pt x="4082" y="3409"/>
                  </a:cubicBezTo>
                  <a:cubicBezTo>
                    <a:pt x="4005" y="3206"/>
                    <a:pt x="3859" y="3096"/>
                    <a:pt x="3648" y="3082"/>
                  </a:cubicBezTo>
                  <a:cubicBezTo>
                    <a:pt x="3625" y="3080"/>
                    <a:pt x="3605" y="3065"/>
                    <a:pt x="3596" y="3044"/>
                  </a:cubicBezTo>
                  <a:cubicBezTo>
                    <a:pt x="3588" y="3022"/>
                    <a:pt x="3592" y="2998"/>
                    <a:pt x="3608" y="2981"/>
                  </a:cubicBezTo>
                  <a:cubicBezTo>
                    <a:pt x="3649" y="2937"/>
                    <a:pt x="3707" y="2914"/>
                    <a:pt x="3775" y="2914"/>
                  </a:cubicBezTo>
                  <a:cubicBezTo>
                    <a:pt x="3844" y="2914"/>
                    <a:pt x="3924" y="2937"/>
                    <a:pt x="4013" y="2982"/>
                  </a:cubicBezTo>
                  <a:cubicBezTo>
                    <a:pt x="4020" y="2949"/>
                    <a:pt x="4026" y="2914"/>
                    <a:pt x="4032" y="2879"/>
                  </a:cubicBezTo>
                  <a:cubicBezTo>
                    <a:pt x="4034" y="2865"/>
                    <a:pt x="4036" y="2852"/>
                    <a:pt x="4038" y="2839"/>
                  </a:cubicBezTo>
                  <a:cubicBezTo>
                    <a:pt x="4091" y="2535"/>
                    <a:pt x="4098" y="2282"/>
                    <a:pt x="4060" y="2045"/>
                  </a:cubicBezTo>
                  <a:cubicBezTo>
                    <a:pt x="4008" y="1713"/>
                    <a:pt x="3814" y="1489"/>
                    <a:pt x="3469" y="1363"/>
                  </a:cubicBezTo>
                  <a:cubicBezTo>
                    <a:pt x="3300" y="1301"/>
                    <a:pt x="3112" y="1271"/>
                    <a:pt x="2895" y="1271"/>
                  </a:cubicBezTo>
                  <a:lnTo>
                    <a:pt x="2860" y="1271"/>
                  </a:lnTo>
                  <a:lnTo>
                    <a:pt x="2844" y="1271"/>
                  </a:lnTo>
                  <a:cubicBezTo>
                    <a:pt x="2825" y="1271"/>
                    <a:pt x="2799" y="1271"/>
                    <a:pt x="2771" y="1266"/>
                  </a:cubicBezTo>
                  <a:cubicBezTo>
                    <a:pt x="2744" y="1261"/>
                    <a:pt x="2724" y="1240"/>
                    <a:pt x="2721" y="1213"/>
                  </a:cubicBezTo>
                  <a:cubicBezTo>
                    <a:pt x="2718" y="1187"/>
                    <a:pt x="2734" y="1162"/>
                    <a:pt x="2758" y="1152"/>
                  </a:cubicBezTo>
                  <a:cubicBezTo>
                    <a:pt x="2849" y="1115"/>
                    <a:pt x="2943" y="1106"/>
                    <a:pt x="3034" y="1096"/>
                  </a:cubicBezTo>
                  <a:lnTo>
                    <a:pt x="3058" y="1094"/>
                  </a:lnTo>
                  <a:lnTo>
                    <a:pt x="3063" y="1093"/>
                  </a:lnTo>
                  <a:cubicBezTo>
                    <a:pt x="3083" y="1091"/>
                    <a:pt x="3104" y="1089"/>
                    <a:pt x="3126" y="1089"/>
                  </a:cubicBezTo>
                  <a:cubicBezTo>
                    <a:pt x="3142" y="1089"/>
                    <a:pt x="3157" y="1090"/>
                    <a:pt x="3171" y="1093"/>
                  </a:cubicBezTo>
                  <a:cubicBezTo>
                    <a:pt x="3177" y="1094"/>
                    <a:pt x="3183" y="1094"/>
                    <a:pt x="3188" y="1094"/>
                  </a:cubicBezTo>
                  <a:cubicBezTo>
                    <a:pt x="3210" y="1094"/>
                    <a:pt x="3228" y="1086"/>
                    <a:pt x="3257" y="1042"/>
                  </a:cubicBezTo>
                  <a:cubicBezTo>
                    <a:pt x="3356" y="887"/>
                    <a:pt x="3391" y="767"/>
                    <a:pt x="3372" y="639"/>
                  </a:cubicBezTo>
                  <a:cubicBezTo>
                    <a:pt x="3369" y="615"/>
                    <a:pt x="3381" y="590"/>
                    <a:pt x="3403" y="578"/>
                  </a:cubicBezTo>
                  <a:cubicBezTo>
                    <a:pt x="3412" y="573"/>
                    <a:pt x="3421" y="571"/>
                    <a:pt x="3432" y="571"/>
                  </a:cubicBezTo>
                  <a:cubicBezTo>
                    <a:pt x="3446" y="571"/>
                    <a:pt x="3459" y="576"/>
                    <a:pt x="3470" y="585"/>
                  </a:cubicBezTo>
                  <a:cubicBezTo>
                    <a:pt x="3596" y="692"/>
                    <a:pt x="3567" y="863"/>
                    <a:pt x="3465" y="1118"/>
                  </a:cubicBezTo>
                  <a:cubicBezTo>
                    <a:pt x="3673" y="1172"/>
                    <a:pt x="3842" y="1261"/>
                    <a:pt x="3979" y="1388"/>
                  </a:cubicBezTo>
                  <a:cubicBezTo>
                    <a:pt x="4108" y="1076"/>
                    <a:pt x="4147" y="783"/>
                    <a:pt x="4097" y="495"/>
                  </a:cubicBezTo>
                  <a:cubicBezTo>
                    <a:pt x="4084" y="417"/>
                    <a:pt x="4055" y="341"/>
                    <a:pt x="4026" y="271"/>
                  </a:cubicBezTo>
                  <a:cubicBezTo>
                    <a:pt x="3965" y="121"/>
                    <a:pt x="3846" y="44"/>
                    <a:pt x="3628" y="11"/>
                  </a:cubicBezTo>
                  <a:cubicBezTo>
                    <a:pt x="3581" y="4"/>
                    <a:pt x="3534" y="0"/>
                    <a:pt x="3489" y="0"/>
                  </a:cubicBezTo>
                  <a:cubicBezTo>
                    <a:pt x="3255" y="0"/>
                    <a:pt x="3034" y="92"/>
                    <a:pt x="2813" y="280"/>
                  </a:cubicBezTo>
                  <a:cubicBezTo>
                    <a:pt x="2718" y="361"/>
                    <a:pt x="2631" y="459"/>
                    <a:pt x="2540" y="591"/>
                  </a:cubicBezTo>
                  <a:cubicBezTo>
                    <a:pt x="2516" y="626"/>
                    <a:pt x="2501" y="669"/>
                    <a:pt x="2485" y="714"/>
                  </a:cubicBezTo>
                  <a:cubicBezTo>
                    <a:pt x="2474" y="746"/>
                    <a:pt x="2463" y="778"/>
                    <a:pt x="2448" y="809"/>
                  </a:cubicBezTo>
                  <a:lnTo>
                    <a:pt x="2447" y="813"/>
                  </a:lnTo>
                  <a:cubicBezTo>
                    <a:pt x="2442" y="829"/>
                    <a:pt x="2430" y="865"/>
                    <a:pt x="2385" y="881"/>
                  </a:cubicBezTo>
                  <a:cubicBezTo>
                    <a:pt x="2378" y="883"/>
                    <a:pt x="2372" y="884"/>
                    <a:pt x="2365" y="884"/>
                  </a:cubicBezTo>
                  <a:cubicBezTo>
                    <a:pt x="2356" y="884"/>
                    <a:pt x="2346" y="882"/>
                    <a:pt x="2338" y="878"/>
                  </a:cubicBezTo>
                  <a:cubicBezTo>
                    <a:pt x="2323" y="870"/>
                    <a:pt x="2313" y="857"/>
                    <a:pt x="2308" y="842"/>
                  </a:cubicBezTo>
                  <a:cubicBezTo>
                    <a:pt x="2283" y="759"/>
                    <a:pt x="2280" y="672"/>
                    <a:pt x="2298" y="583"/>
                  </a:cubicBezTo>
                  <a:lnTo>
                    <a:pt x="2296" y="583"/>
                  </a:lnTo>
                  <a:cubicBezTo>
                    <a:pt x="2163" y="583"/>
                    <a:pt x="1986" y="646"/>
                    <a:pt x="1919" y="763"/>
                  </a:cubicBezTo>
                  <a:cubicBezTo>
                    <a:pt x="1916" y="769"/>
                    <a:pt x="1914" y="773"/>
                    <a:pt x="1913" y="775"/>
                  </a:cubicBezTo>
                  <a:cubicBezTo>
                    <a:pt x="1914" y="777"/>
                    <a:pt x="1917" y="779"/>
                    <a:pt x="1920" y="782"/>
                  </a:cubicBezTo>
                  <a:cubicBezTo>
                    <a:pt x="2055" y="910"/>
                    <a:pt x="2117" y="1060"/>
                    <a:pt x="2106" y="1229"/>
                  </a:cubicBezTo>
                  <a:cubicBezTo>
                    <a:pt x="2105" y="1237"/>
                    <a:pt x="2105" y="1249"/>
                    <a:pt x="2102" y="1260"/>
                  </a:cubicBezTo>
                  <a:cubicBezTo>
                    <a:pt x="2098" y="1281"/>
                    <a:pt x="2086" y="1293"/>
                    <a:pt x="2082" y="1296"/>
                  </a:cubicBezTo>
                  <a:cubicBezTo>
                    <a:pt x="2071" y="1310"/>
                    <a:pt x="2054" y="1317"/>
                    <a:pt x="2037" y="1317"/>
                  </a:cubicBezTo>
                  <a:cubicBezTo>
                    <a:pt x="2033" y="1317"/>
                    <a:pt x="2030" y="1317"/>
                    <a:pt x="2026" y="1316"/>
                  </a:cubicBezTo>
                  <a:cubicBezTo>
                    <a:pt x="2005" y="1313"/>
                    <a:pt x="1968" y="1298"/>
                    <a:pt x="1960" y="1242"/>
                  </a:cubicBezTo>
                  <a:cubicBezTo>
                    <a:pt x="1878" y="1017"/>
                    <a:pt x="1713" y="879"/>
                    <a:pt x="1483" y="844"/>
                  </a:cubicBezTo>
                  <a:cubicBezTo>
                    <a:pt x="1458" y="840"/>
                    <a:pt x="1434" y="838"/>
                    <a:pt x="1411" y="838"/>
                  </a:cubicBezTo>
                  <a:cubicBezTo>
                    <a:pt x="1263" y="838"/>
                    <a:pt x="1129" y="912"/>
                    <a:pt x="1024" y="1053"/>
                  </a:cubicBezTo>
                  <a:cubicBezTo>
                    <a:pt x="947" y="1155"/>
                    <a:pt x="897" y="1281"/>
                    <a:pt x="872" y="1439"/>
                  </a:cubicBezTo>
                  <a:cubicBezTo>
                    <a:pt x="859" y="1519"/>
                    <a:pt x="817" y="1559"/>
                    <a:pt x="736" y="1568"/>
                  </a:cubicBezTo>
                  <a:cubicBezTo>
                    <a:pt x="662" y="1576"/>
                    <a:pt x="590" y="1603"/>
                    <a:pt x="521" y="1649"/>
                  </a:cubicBezTo>
                  <a:cubicBezTo>
                    <a:pt x="403" y="1729"/>
                    <a:pt x="337" y="1876"/>
                    <a:pt x="353" y="2018"/>
                  </a:cubicBezTo>
                  <a:cubicBezTo>
                    <a:pt x="539" y="2023"/>
                    <a:pt x="655" y="2052"/>
                    <a:pt x="752" y="2168"/>
                  </a:cubicBezTo>
                  <a:cubicBezTo>
                    <a:pt x="768" y="2188"/>
                    <a:pt x="770" y="2216"/>
                    <a:pt x="756" y="2238"/>
                  </a:cubicBezTo>
                  <a:cubicBezTo>
                    <a:pt x="745" y="2256"/>
                    <a:pt x="726" y="2266"/>
                    <a:pt x="706" y="2266"/>
                  </a:cubicBezTo>
                  <a:cubicBezTo>
                    <a:pt x="701" y="2266"/>
                    <a:pt x="696" y="2265"/>
                    <a:pt x="691" y="2264"/>
                  </a:cubicBezTo>
                  <a:cubicBezTo>
                    <a:pt x="595" y="2240"/>
                    <a:pt x="515" y="2229"/>
                    <a:pt x="441" y="2229"/>
                  </a:cubicBezTo>
                  <a:lnTo>
                    <a:pt x="427" y="2229"/>
                  </a:lnTo>
                  <a:cubicBezTo>
                    <a:pt x="370" y="2230"/>
                    <a:pt x="319" y="2248"/>
                    <a:pt x="270" y="2283"/>
                  </a:cubicBezTo>
                  <a:cubicBezTo>
                    <a:pt x="129" y="2386"/>
                    <a:pt x="39" y="2508"/>
                    <a:pt x="0" y="2654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0" name="Google Shape;490;p36"/>
          <p:cNvSpPr/>
          <p:nvPr/>
        </p:nvSpPr>
        <p:spPr>
          <a:xfrm rot="-10799969">
            <a:off x="-203201" y="2006813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6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89072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Title only 10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37"/>
          <p:cNvGrpSpPr/>
          <p:nvPr/>
        </p:nvGrpSpPr>
        <p:grpSpPr>
          <a:xfrm rot="7200641">
            <a:off x="24452" y="80412"/>
            <a:ext cx="1904568" cy="1158187"/>
            <a:chOff x="4949280" y="2561760"/>
            <a:chExt cx="3684600" cy="2240640"/>
          </a:xfrm>
        </p:grpSpPr>
        <p:sp>
          <p:nvSpPr>
            <p:cNvPr id="494" name="Google Shape;494;p37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7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2" name="Google Shape;502;p37"/>
          <p:cNvSpPr/>
          <p:nvPr/>
        </p:nvSpPr>
        <p:spPr>
          <a:xfrm rot="-3600628">
            <a:off x="10864784" y="3023352"/>
            <a:ext cx="1904721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7"/>
          <p:cNvSpPr/>
          <p:nvPr/>
        </p:nvSpPr>
        <p:spPr>
          <a:xfrm rot="5400000">
            <a:off x="5731903" y="5080566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7"/>
          <p:cNvSpPr txBox="1">
            <a:spLocks noGrp="1"/>
          </p:cNvSpPr>
          <p:nvPr>
            <p:ph type="title"/>
          </p:nvPr>
        </p:nvSpPr>
        <p:spPr>
          <a:xfrm>
            <a:off x="2021433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065799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8"/>
          <p:cNvSpPr txBox="1">
            <a:spLocks noGrp="1"/>
          </p:cNvSpPr>
          <p:nvPr>
            <p:ph type="title" hasCustomPrompt="1"/>
          </p:nvPr>
        </p:nvSpPr>
        <p:spPr>
          <a:xfrm>
            <a:off x="5636633" y="852484"/>
            <a:ext cx="5604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7" name="Google Shape;507;p38"/>
          <p:cNvSpPr txBox="1">
            <a:spLocks noGrp="1"/>
          </p:cNvSpPr>
          <p:nvPr>
            <p:ph type="subTitle" idx="1"/>
          </p:nvPr>
        </p:nvSpPr>
        <p:spPr>
          <a:xfrm>
            <a:off x="5636633" y="1838120"/>
            <a:ext cx="5604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8" name="Google Shape;508;p38"/>
          <p:cNvSpPr txBox="1">
            <a:spLocks noGrp="1"/>
          </p:cNvSpPr>
          <p:nvPr>
            <p:ph type="title" idx="2" hasCustomPrompt="1"/>
          </p:nvPr>
        </p:nvSpPr>
        <p:spPr>
          <a:xfrm>
            <a:off x="5636633" y="2684356"/>
            <a:ext cx="5604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9" name="Google Shape;509;p38"/>
          <p:cNvSpPr txBox="1">
            <a:spLocks noGrp="1"/>
          </p:cNvSpPr>
          <p:nvPr>
            <p:ph type="subTitle" idx="3"/>
          </p:nvPr>
        </p:nvSpPr>
        <p:spPr>
          <a:xfrm>
            <a:off x="5636633" y="3673421"/>
            <a:ext cx="5604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10" name="Google Shape;510;p38"/>
          <p:cNvSpPr txBox="1">
            <a:spLocks noGrp="1"/>
          </p:cNvSpPr>
          <p:nvPr>
            <p:ph type="title" idx="4" hasCustomPrompt="1"/>
          </p:nvPr>
        </p:nvSpPr>
        <p:spPr>
          <a:xfrm>
            <a:off x="5636633" y="4516228"/>
            <a:ext cx="5604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1" name="Google Shape;511;p38"/>
          <p:cNvSpPr txBox="1">
            <a:spLocks noGrp="1"/>
          </p:cNvSpPr>
          <p:nvPr>
            <p:ph type="subTitle" idx="5"/>
          </p:nvPr>
        </p:nvSpPr>
        <p:spPr>
          <a:xfrm>
            <a:off x="5636633" y="5508721"/>
            <a:ext cx="5604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12" name="Google Shape;512;p38"/>
          <p:cNvSpPr/>
          <p:nvPr/>
        </p:nvSpPr>
        <p:spPr>
          <a:xfrm rot="10799969" flipH="1">
            <a:off x="11749032" y="3988447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8"/>
          <p:cNvSpPr/>
          <p:nvPr/>
        </p:nvSpPr>
        <p:spPr>
          <a:xfrm rot="-7200640">
            <a:off x="11160779" y="352610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4" name="Google Shape;514;p38"/>
          <p:cNvGrpSpPr/>
          <p:nvPr/>
        </p:nvGrpSpPr>
        <p:grpSpPr>
          <a:xfrm rot="900791">
            <a:off x="833563" y="2188640"/>
            <a:ext cx="1405115" cy="2311139"/>
            <a:chOff x="3268800" y="1836360"/>
            <a:chExt cx="2244960" cy="3692520"/>
          </a:xfrm>
        </p:grpSpPr>
        <p:sp>
          <p:nvSpPr>
            <p:cNvPr id="515" name="Google Shape;515;p38"/>
            <p:cNvSpPr/>
            <p:nvPr/>
          </p:nvSpPr>
          <p:spPr>
            <a:xfrm>
              <a:off x="3268800" y="1836360"/>
              <a:ext cx="2244960" cy="3692520"/>
            </a:xfrm>
            <a:custGeom>
              <a:avLst/>
              <a:gdLst/>
              <a:ahLst/>
              <a:cxnLst/>
              <a:rect l="l" t="t" r="r" b="b"/>
              <a:pathLst>
                <a:path w="6236" h="10257" extrusionOk="0">
                  <a:moveTo>
                    <a:pt x="1769" y="4357"/>
                  </a:moveTo>
                  <a:cubicBezTo>
                    <a:pt x="2125" y="4913"/>
                    <a:pt x="2094" y="5603"/>
                    <a:pt x="1691" y="6143"/>
                  </a:cubicBezTo>
                  <a:cubicBezTo>
                    <a:pt x="1334" y="6622"/>
                    <a:pt x="717" y="6846"/>
                    <a:pt x="138" y="6706"/>
                  </a:cubicBezTo>
                  <a:cubicBezTo>
                    <a:pt x="7" y="6674"/>
                    <a:pt x="3" y="6677"/>
                    <a:pt x="3" y="6811"/>
                  </a:cubicBezTo>
                  <a:cubicBezTo>
                    <a:pt x="2" y="7146"/>
                    <a:pt x="2" y="7481"/>
                    <a:pt x="3" y="7816"/>
                  </a:cubicBezTo>
                  <a:cubicBezTo>
                    <a:pt x="3" y="8094"/>
                    <a:pt x="151" y="8246"/>
                    <a:pt x="432" y="8247"/>
                  </a:cubicBezTo>
                  <a:cubicBezTo>
                    <a:pt x="902" y="8250"/>
                    <a:pt x="1372" y="8249"/>
                    <a:pt x="1841" y="8248"/>
                  </a:cubicBezTo>
                  <a:cubicBezTo>
                    <a:pt x="1962" y="8248"/>
                    <a:pt x="2083" y="8250"/>
                    <a:pt x="2204" y="8246"/>
                  </a:cubicBezTo>
                  <a:cubicBezTo>
                    <a:pt x="2271" y="8243"/>
                    <a:pt x="2276" y="8270"/>
                    <a:pt x="2248" y="8319"/>
                  </a:cubicBezTo>
                  <a:cubicBezTo>
                    <a:pt x="2198" y="8406"/>
                    <a:pt x="2146" y="8492"/>
                    <a:pt x="2095" y="8578"/>
                  </a:cubicBezTo>
                  <a:cubicBezTo>
                    <a:pt x="1700" y="9244"/>
                    <a:pt x="2120" y="10129"/>
                    <a:pt x="2885" y="10242"/>
                  </a:cubicBezTo>
                  <a:cubicBezTo>
                    <a:pt x="3357" y="10312"/>
                    <a:pt x="3730" y="10133"/>
                    <a:pt x="3991" y="9748"/>
                  </a:cubicBezTo>
                  <a:cubicBezTo>
                    <a:pt x="4247" y="9372"/>
                    <a:pt x="4252" y="8972"/>
                    <a:pt x="4026" y="8574"/>
                  </a:cubicBezTo>
                  <a:cubicBezTo>
                    <a:pt x="3980" y="8493"/>
                    <a:pt x="3937" y="8410"/>
                    <a:pt x="3884" y="8333"/>
                  </a:cubicBezTo>
                  <a:cubicBezTo>
                    <a:pt x="3838" y="8265"/>
                    <a:pt x="3849" y="8245"/>
                    <a:pt x="3930" y="8246"/>
                  </a:cubicBezTo>
                  <a:cubicBezTo>
                    <a:pt x="4265" y="8248"/>
                    <a:pt x="4600" y="8248"/>
                    <a:pt x="4935" y="8248"/>
                  </a:cubicBezTo>
                  <a:lnTo>
                    <a:pt x="5039" y="8248"/>
                  </a:lnTo>
                  <a:cubicBezTo>
                    <a:pt x="5398" y="8248"/>
                    <a:pt x="5757" y="8246"/>
                    <a:pt x="6116" y="8250"/>
                  </a:cubicBezTo>
                  <a:cubicBezTo>
                    <a:pt x="6205" y="8251"/>
                    <a:pt x="6237" y="8224"/>
                    <a:pt x="6236" y="8132"/>
                  </a:cubicBezTo>
                  <a:cubicBezTo>
                    <a:pt x="6232" y="7665"/>
                    <a:pt x="6232" y="7199"/>
                    <a:pt x="6236" y="6733"/>
                  </a:cubicBezTo>
                  <a:cubicBezTo>
                    <a:pt x="6236" y="6645"/>
                    <a:pt x="6212" y="6632"/>
                    <a:pt x="6128" y="6649"/>
                  </a:cubicBezTo>
                  <a:cubicBezTo>
                    <a:pt x="5613" y="6748"/>
                    <a:pt x="5161" y="6653"/>
                    <a:pt x="4799" y="6345"/>
                  </a:cubicBezTo>
                  <a:cubicBezTo>
                    <a:pt x="4705" y="6266"/>
                    <a:pt x="4617" y="6172"/>
                    <a:pt x="4536" y="6063"/>
                  </a:cubicBezTo>
                  <a:cubicBezTo>
                    <a:pt x="4533" y="6059"/>
                    <a:pt x="4530" y="6055"/>
                    <a:pt x="4527" y="6051"/>
                  </a:cubicBezTo>
                  <a:cubicBezTo>
                    <a:pt x="4411" y="5892"/>
                    <a:pt x="4326" y="5729"/>
                    <a:pt x="4273" y="5561"/>
                  </a:cubicBezTo>
                  <a:cubicBezTo>
                    <a:pt x="4254" y="5501"/>
                    <a:pt x="4239" y="5440"/>
                    <a:pt x="4229" y="5379"/>
                  </a:cubicBezTo>
                  <a:cubicBezTo>
                    <a:pt x="4172" y="5056"/>
                    <a:pt x="4231" y="4723"/>
                    <a:pt x="4407" y="4390"/>
                  </a:cubicBezTo>
                  <a:cubicBezTo>
                    <a:pt x="4473" y="4267"/>
                    <a:pt x="4550" y="4157"/>
                    <a:pt x="4637" y="4060"/>
                  </a:cubicBezTo>
                  <a:cubicBezTo>
                    <a:pt x="4709" y="3980"/>
                    <a:pt x="4788" y="3910"/>
                    <a:pt x="4872" y="3850"/>
                  </a:cubicBezTo>
                  <a:cubicBezTo>
                    <a:pt x="5220" y="3598"/>
                    <a:pt x="5662" y="3508"/>
                    <a:pt x="6116" y="3599"/>
                  </a:cubicBezTo>
                  <a:cubicBezTo>
                    <a:pt x="6135" y="3602"/>
                    <a:pt x="6151" y="3605"/>
                    <a:pt x="6165" y="3606"/>
                  </a:cubicBezTo>
                  <a:cubicBezTo>
                    <a:pt x="6218" y="3609"/>
                    <a:pt x="6237" y="3588"/>
                    <a:pt x="6236" y="3507"/>
                  </a:cubicBezTo>
                  <a:cubicBezTo>
                    <a:pt x="6235" y="3348"/>
                    <a:pt x="6234" y="3189"/>
                    <a:pt x="6233" y="3030"/>
                  </a:cubicBezTo>
                  <a:cubicBezTo>
                    <a:pt x="6232" y="2832"/>
                    <a:pt x="6233" y="2635"/>
                    <a:pt x="6234" y="2437"/>
                  </a:cubicBezTo>
                  <a:cubicBezTo>
                    <a:pt x="6234" y="2338"/>
                    <a:pt x="6235" y="2239"/>
                    <a:pt x="6236" y="2140"/>
                  </a:cubicBezTo>
                  <a:cubicBezTo>
                    <a:pt x="6237" y="2044"/>
                    <a:pt x="6205" y="2014"/>
                    <a:pt x="6111" y="2015"/>
                  </a:cubicBezTo>
                  <a:cubicBezTo>
                    <a:pt x="6021" y="2015"/>
                    <a:pt x="5932" y="2016"/>
                    <a:pt x="5842" y="2016"/>
                  </a:cubicBezTo>
                  <a:cubicBezTo>
                    <a:pt x="5533" y="2017"/>
                    <a:pt x="5225" y="2017"/>
                    <a:pt x="4917" y="2017"/>
                  </a:cubicBezTo>
                  <a:cubicBezTo>
                    <a:pt x="4828" y="2017"/>
                    <a:pt x="4740" y="2017"/>
                    <a:pt x="4652" y="2017"/>
                  </a:cubicBezTo>
                  <a:cubicBezTo>
                    <a:pt x="4468" y="2017"/>
                    <a:pt x="4285" y="2016"/>
                    <a:pt x="4101" y="2016"/>
                  </a:cubicBezTo>
                  <a:cubicBezTo>
                    <a:pt x="4082" y="2016"/>
                    <a:pt x="4066" y="2016"/>
                    <a:pt x="4051" y="2016"/>
                  </a:cubicBezTo>
                  <a:cubicBezTo>
                    <a:pt x="3904" y="2015"/>
                    <a:pt x="3897" y="2001"/>
                    <a:pt x="3973" y="1872"/>
                  </a:cubicBezTo>
                  <a:cubicBezTo>
                    <a:pt x="3980" y="1859"/>
                    <a:pt x="3988" y="1845"/>
                    <a:pt x="3997" y="1830"/>
                  </a:cubicBezTo>
                  <a:cubicBezTo>
                    <a:pt x="4102" y="1654"/>
                    <a:pt x="4194" y="1476"/>
                    <a:pt x="4225" y="1270"/>
                  </a:cubicBezTo>
                  <a:cubicBezTo>
                    <a:pt x="4227" y="1253"/>
                    <a:pt x="4230" y="1235"/>
                    <a:pt x="4231" y="1217"/>
                  </a:cubicBezTo>
                  <a:cubicBezTo>
                    <a:pt x="4237" y="1157"/>
                    <a:pt x="4238" y="1098"/>
                    <a:pt x="4233" y="1038"/>
                  </a:cubicBezTo>
                  <a:cubicBezTo>
                    <a:pt x="4206" y="668"/>
                    <a:pt x="3989" y="313"/>
                    <a:pt x="3658" y="137"/>
                  </a:cubicBezTo>
                  <a:cubicBezTo>
                    <a:pt x="3596" y="104"/>
                    <a:pt x="3532" y="77"/>
                    <a:pt x="3468" y="56"/>
                  </a:cubicBezTo>
                  <a:cubicBezTo>
                    <a:pt x="3391" y="31"/>
                    <a:pt x="3313" y="14"/>
                    <a:pt x="3235" y="6"/>
                  </a:cubicBezTo>
                  <a:cubicBezTo>
                    <a:pt x="2927" y="-27"/>
                    <a:pt x="2626" y="70"/>
                    <a:pt x="2398" y="261"/>
                  </a:cubicBezTo>
                  <a:cubicBezTo>
                    <a:pt x="2274" y="365"/>
                    <a:pt x="2172" y="497"/>
                    <a:pt x="2102" y="650"/>
                  </a:cubicBezTo>
                  <a:cubicBezTo>
                    <a:pt x="2101" y="650"/>
                    <a:pt x="2101" y="650"/>
                    <a:pt x="2101" y="650"/>
                  </a:cubicBezTo>
                  <a:cubicBezTo>
                    <a:pt x="2040" y="783"/>
                    <a:pt x="2003" y="932"/>
                    <a:pt x="1997" y="1094"/>
                  </a:cubicBezTo>
                  <a:cubicBezTo>
                    <a:pt x="1996" y="1124"/>
                    <a:pt x="1996" y="1154"/>
                    <a:pt x="1998" y="1183"/>
                  </a:cubicBezTo>
                  <a:cubicBezTo>
                    <a:pt x="2002" y="1272"/>
                    <a:pt x="2020" y="1357"/>
                    <a:pt x="2046" y="1439"/>
                  </a:cubicBezTo>
                  <a:cubicBezTo>
                    <a:pt x="2092" y="1583"/>
                    <a:pt x="2165" y="1718"/>
                    <a:pt x="2247" y="1850"/>
                  </a:cubicBezTo>
                  <a:cubicBezTo>
                    <a:pt x="2276" y="1897"/>
                    <a:pt x="2344" y="1946"/>
                    <a:pt x="2314" y="2000"/>
                  </a:cubicBezTo>
                  <a:cubicBezTo>
                    <a:pt x="2287" y="2048"/>
                    <a:pt x="2212" y="2015"/>
                    <a:pt x="2159" y="2015"/>
                  </a:cubicBezTo>
                  <a:cubicBezTo>
                    <a:pt x="2067" y="2016"/>
                    <a:pt x="1974" y="2016"/>
                    <a:pt x="1882" y="2016"/>
                  </a:cubicBezTo>
                  <a:cubicBezTo>
                    <a:pt x="1788" y="2016"/>
                    <a:pt x="1695" y="2016"/>
                    <a:pt x="1602" y="2017"/>
                  </a:cubicBezTo>
                  <a:cubicBezTo>
                    <a:pt x="1114" y="2017"/>
                    <a:pt x="626" y="2017"/>
                    <a:pt x="138" y="2015"/>
                  </a:cubicBezTo>
                  <a:cubicBezTo>
                    <a:pt x="37" y="2014"/>
                    <a:pt x="-1" y="2041"/>
                    <a:pt x="0" y="2148"/>
                  </a:cubicBezTo>
                  <a:cubicBezTo>
                    <a:pt x="5" y="2622"/>
                    <a:pt x="5" y="3095"/>
                    <a:pt x="1" y="3568"/>
                  </a:cubicBezTo>
                  <a:cubicBezTo>
                    <a:pt x="0" y="3667"/>
                    <a:pt x="29" y="3683"/>
                    <a:pt x="120" y="3664"/>
                  </a:cubicBezTo>
                  <a:cubicBezTo>
                    <a:pt x="771" y="3525"/>
                    <a:pt x="1411" y="3796"/>
                    <a:pt x="1769" y="43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3843720" y="1836360"/>
              <a:ext cx="1670040" cy="2286720"/>
            </a:xfrm>
            <a:custGeom>
              <a:avLst/>
              <a:gdLst/>
              <a:ahLst/>
              <a:cxnLst/>
              <a:rect l="l" t="t" r="r" b="b"/>
              <a:pathLst>
                <a:path w="4639" h="6352" extrusionOk="0">
                  <a:moveTo>
                    <a:pt x="403" y="3148"/>
                  </a:moveTo>
                  <a:lnTo>
                    <a:pt x="410" y="3154"/>
                  </a:lnTo>
                  <a:lnTo>
                    <a:pt x="417" y="3161"/>
                  </a:lnTo>
                  <a:cubicBezTo>
                    <a:pt x="432" y="3176"/>
                    <a:pt x="454" y="3193"/>
                    <a:pt x="479" y="3210"/>
                  </a:cubicBezTo>
                  <a:cubicBezTo>
                    <a:pt x="438" y="3308"/>
                    <a:pt x="417" y="3413"/>
                    <a:pt x="420" y="3520"/>
                  </a:cubicBezTo>
                  <a:cubicBezTo>
                    <a:pt x="431" y="3889"/>
                    <a:pt x="521" y="4207"/>
                    <a:pt x="701" y="4523"/>
                  </a:cubicBezTo>
                  <a:cubicBezTo>
                    <a:pt x="782" y="4664"/>
                    <a:pt x="884" y="4787"/>
                    <a:pt x="1005" y="4887"/>
                  </a:cubicBezTo>
                  <a:lnTo>
                    <a:pt x="1125" y="4987"/>
                  </a:lnTo>
                  <a:cubicBezTo>
                    <a:pt x="1133" y="5017"/>
                    <a:pt x="1145" y="5046"/>
                    <a:pt x="1159" y="5073"/>
                  </a:cubicBezTo>
                  <a:cubicBezTo>
                    <a:pt x="1245" y="5239"/>
                    <a:pt x="1355" y="5433"/>
                    <a:pt x="1514" y="5606"/>
                  </a:cubicBezTo>
                  <a:cubicBezTo>
                    <a:pt x="1607" y="5706"/>
                    <a:pt x="1702" y="5780"/>
                    <a:pt x="1804" y="5832"/>
                  </a:cubicBezTo>
                  <a:cubicBezTo>
                    <a:pt x="1882" y="5871"/>
                    <a:pt x="1964" y="5893"/>
                    <a:pt x="2049" y="5899"/>
                  </a:cubicBezTo>
                  <a:cubicBezTo>
                    <a:pt x="2071" y="5901"/>
                    <a:pt x="2088" y="5901"/>
                    <a:pt x="2105" y="5901"/>
                  </a:cubicBezTo>
                  <a:cubicBezTo>
                    <a:pt x="2120" y="5901"/>
                    <a:pt x="2133" y="5901"/>
                    <a:pt x="2145" y="5900"/>
                  </a:cubicBezTo>
                  <a:lnTo>
                    <a:pt x="2154" y="5899"/>
                  </a:lnTo>
                  <a:cubicBezTo>
                    <a:pt x="2452" y="6269"/>
                    <a:pt x="2807" y="6352"/>
                    <a:pt x="3067" y="6352"/>
                  </a:cubicBezTo>
                  <a:cubicBezTo>
                    <a:pt x="3076" y="6352"/>
                    <a:pt x="3086" y="6352"/>
                    <a:pt x="3095" y="6352"/>
                  </a:cubicBezTo>
                  <a:cubicBezTo>
                    <a:pt x="3131" y="6351"/>
                    <a:pt x="3167" y="6349"/>
                    <a:pt x="3202" y="6345"/>
                  </a:cubicBezTo>
                  <a:cubicBezTo>
                    <a:pt x="3108" y="6266"/>
                    <a:pt x="3020" y="6172"/>
                    <a:pt x="2939" y="6063"/>
                  </a:cubicBezTo>
                  <a:cubicBezTo>
                    <a:pt x="2936" y="6059"/>
                    <a:pt x="2933" y="6055"/>
                    <a:pt x="2930" y="6051"/>
                  </a:cubicBezTo>
                  <a:cubicBezTo>
                    <a:pt x="2814" y="5892"/>
                    <a:pt x="2729" y="5729"/>
                    <a:pt x="2676" y="5561"/>
                  </a:cubicBezTo>
                  <a:cubicBezTo>
                    <a:pt x="2657" y="5501"/>
                    <a:pt x="2642" y="5440"/>
                    <a:pt x="2632" y="5379"/>
                  </a:cubicBezTo>
                  <a:cubicBezTo>
                    <a:pt x="2575" y="5056"/>
                    <a:pt x="2634" y="4723"/>
                    <a:pt x="2810" y="4390"/>
                  </a:cubicBezTo>
                  <a:cubicBezTo>
                    <a:pt x="2876" y="4267"/>
                    <a:pt x="2953" y="4157"/>
                    <a:pt x="3040" y="4060"/>
                  </a:cubicBezTo>
                  <a:cubicBezTo>
                    <a:pt x="3112" y="3980"/>
                    <a:pt x="3191" y="3910"/>
                    <a:pt x="3275" y="3850"/>
                  </a:cubicBezTo>
                  <a:cubicBezTo>
                    <a:pt x="3623" y="3598"/>
                    <a:pt x="4065" y="3508"/>
                    <a:pt x="4519" y="3599"/>
                  </a:cubicBezTo>
                  <a:cubicBezTo>
                    <a:pt x="4538" y="3602"/>
                    <a:pt x="4554" y="3605"/>
                    <a:pt x="4568" y="3606"/>
                  </a:cubicBezTo>
                  <a:cubicBezTo>
                    <a:pt x="4621" y="3609"/>
                    <a:pt x="4640" y="3588"/>
                    <a:pt x="4639" y="3507"/>
                  </a:cubicBezTo>
                  <a:cubicBezTo>
                    <a:pt x="4638" y="3348"/>
                    <a:pt x="4637" y="3189"/>
                    <a:pt x="4636" y="3030"/>
                  </a:cubicBezTo>
                  <a:cubicBezTo>
                    <a:pt x="4635" y="2832"/>
                    <a:pt x="4636" y="2635"/>
                    <a:pt x="4637" y="2437"/>
                  </a:cubicBezTo>
                  <a:cubicBezTo>
                    <a:pt x="4637" y="2338"/>
                    <a:pt x="4638" y="2239"/>
                    <a:pt x="4639" y="2140"/>
                  </a:cubicBezTo>
                  <a:cubicBezTo>
                    <a:pt x="4640" y="2044"/>
                    <a:pt x="4608" y="2014"/>
                    <a:pt x="4514" y="2015"/>
                  </a:cubicBezTo>
                  <a:cubicBezTo>
                    <a:pt x="4424" y="2015"/>
                    <a:pt x="4335" y="2016"/>
                    <a:pt x="4245" y="2016"/>
                  </a:cubicBezTo>
                  <a:cubicBezTo>
                    <a:pt x="3936" y="2017"/>
                    <a:pt x="3628" y="2017"/>
                    <a:pt x="3320" y="2017"/>
                  </a:cubicBezTo>
                  <a:cubicBezTo>
                    <a:pt x="3232" y="2017"/>
                    <a:pt x="3143" y="2017"/>
                    <a:pt x="3055" y="2017"/>
                  </a:cubicBezTo>
                  <a:cubicBezTo>
                    <a:pt x="2871" y="2017"/>
                    <a:pt x="2688" y="2016"/>
                    <a:pt x="2504" y="2016"/>
                  </a:cubicBezTo>
                  <a:cubicBezTo>
                    <a:pt x="2485" y="2016"/>
                    <a:pt x="2469" y="2016"/>
                    <a:pt x="2454" y="2016"/>
                  </a:cubicBezTo>
                  <a:cubicBezTo>
                    <a:pt x="2307" y="2015"/>
                    <a:pt x="2300" y="2001"/>
                    <a:pt x="2376" y="1872"/>
                  </a:cubicBezTo>
                  <a:cubicBezTo>
                    <a:pt x="2383" y="1859"/>
                    <a:pt x="2391" y="1845"/>
                    <a:pt x="2400" y="1830"/>
                  </a:cubicBezTo>
                  <a:cubicBezTo>
                    <a:pt x="2505" y="1654"/>
                    <a:pt x="2597" y="1476"/>
                    <a:pt x="2628" y="1270"/>
                  </a:cubicBezTo>
                  <a:cubicBezTo>
                    <a:pt x="2630" y="1253"/>
                    <a:pt x="2633" y="1235"/>
                    <a:pt x="2634" y="1217"/>
                  </a:cubicBezTo>
                  <a:cubicBezTo>
                    <a:pt x="2640" y="1157"/>
                    <a:pt x="2641" y="1098"/>
                    <a:pt x="2636" y="1038"/>
                  </a:cubicBezTo>
                  <a:cubicBezTo>
                    <a:pt x="2609" y="668"/>
                    <a:pt x="2392" y="313"/>
                    <a:pt x="2061" y="137"/>
                  </a:cubicBezTo>
                  <a:cubicBezTo>
                    <a:pt x="1999" y="104"/>
                    <a:pt x="1935" y="77"/>
                    <a:pt x="1871" y="56"/>
                  </a:cubicBezTo>
                  <a:cubicBezTo>
                    <a:pt x="1794" y="31"/>
                    <a:pt x="1716" y="14"/>
                    <a:pt x="1638" y="6"/>
                  </a:cubicBezTo>
                  <a:cubicBezTo>
                    <a:pt x="1330" y="-27"/>
                    <a:pt x="1029" y="70"/>
                    <a:pt x="801" y="262"/>
                  </a:cubicBezTo>
                  <a:cubicBezTo>
                    <a:pt x="677" y="365"/>
                    <a:pt x="575" y="497"/>
                    <a:pt x="505" y="650"/>
                  </a:cubicBezTo>
                  <a:cubicBezTo>
                    <a:pt x="504" y="650"/>
                    <a:pt x="504" y="650"/>
                    <a:pt x="504" y="650"/>
                  </a:cubicBezTo>
                  <a:cubicBezTo>
                    <a:pt x="443" y="783"/>
                    <a:pt x="406" y="932"/>
                    <a:pt x="400" y="1094"/>
                  </a:cubicBezTo>
                  <a:cubicBezTo>
                    <a:pt x="398" y="1124"/>
                    <a:pt x="399" y="1154"/>
                    <a:pt x="401" y="1183"/>
                  </a:cubicBezTo>
                  <a:cubicBezTo>
                    <a:pt x="406" y="1272"/>
                    <a:pt x="423" y="1357"/>
                    <a:pt x="449" y="1439"/>
                  </a:cubicBezTo>
                  <a:cubicBezTo>
                    <a:pt x="495" y="1583"/>
                    <a:pt x="568" y="1718"/>
                    <a:pt x="650" y="1850"/>
                  </a:cubicBezTo>
                  <a:cubicBezTo>
                    <a:pt x="679" y="1897"/>
                    <a:pt x="747" y="1946"/>
                    <a:pt x="717" y="2000"/>
                  </a:cubicBezTo>
                  <a:cubicBezTo>
                    <a:pt x="690" y="2048"/>
                    <a:pt x="615" y="2015"/>
                    <a:pt x="562" y="2015"/>
                  </a:cubicBezTo>
                  <a:cubicBezTo>
                    <a:pt x="470" y="2016"/>
                    <a:pt x="377" y="2016"/>
                    <a:pt x="285" y="2016"/>
                  </a:cubicBezTo>
                  <a:cubicBezTo>
                    <a:pt x="191" y="2016"/>
                    <a:pt x="98" y="2016"/>
                    <a:pt x="5" y="2017"/>
                  </a:cubicBezTo>
                  <a:cubicBezTo>
                    <a:pt x="-22" y="2375"/>
                    <a:pt x="37" y="2759"/>
                    <a:pt x="403" y="31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5018760" y="3092040"/>
              <a:ext cx="469440" cy="130320"/>
            </a:xfrm>
            <a:custGeom>
              <a:avLst/>
              <a:gdLst/>
              <a:ahLst/>
              <a:cxnLst/>
              <a:rect l="l" t="t" r="r" b="b"/>
              <a:pathLst>
                <a:path w="1304" h="362" extrusionOk="0">
                  <a:moveTo>
                    <a:pt x="1255" y="111"/>
                  </a:moveTo>
                  <a:cubicBezTo>
                    <a:pt x="1274" y="114"/>
                    <a:pt x="1290" y="117"/>
                    <a:pt x="1304" y="118"/>
                  </a:cubicBezTo>
                  <a:cubicBezTo>
                    <a:pt x="1268" y="90"/>
                    <a:pt x="1225" y="66"/>
                    <a:pt x="1174" y="48"/>
                  </a:cubicBezTo>
                  <a:cubicBezTo>
                    <a:pt x="1084" y="16"/>
                    <a:pt x="971" y="0"/>
                    <a:pt x="837" y="0"/>
                  </a:cubicBezTo>
                  <a:cubicBezTo>
                    <a:pt x="812" y="0"/>
                    <a:pt x="787" y="1"/>
                    <a:pt x="761" y="2"/>
                  </a:cubicBezTo>
                  <a:cubicBezTo>
                    <a:pt x="732" y="3"/>
                    <a:pt x="704" y="4"/>
                    <a:pt x="675" y="5"/>
                  </a:cubicBezTo>
                  <a:cubicBezTo>
                    <a:pt x="522" y="9"/>
                    <a:pt x="378" y="13"/>
                    <a:pt x="244" y="76"/>
                  </a:cubicBezTo>
                  <a:cubicBezTo>
                    <a:pt x="142" y="123"/>
                    <a:pt x="67" y="182"/>
                    <a:pt x="13" y="256"/>
                  </a:cubicBezTo>
                  <a:cubicBezTo>
                    <a:pt x="-1" y="276"/>
                    <a:pt x="-1" y="284"/>
                    <a:pt x="0" y="292"/>
                  </a:cubicBezTo>
                  <a:cubicBezTo>
                    <a:pt x="4" y="314"/>
                    <a:pt x="8" y="338"/>
                    <a:pt x="11" y="362"/>
                  </a:cubicBezTo>
                  <a:cubicBezTo>
                    <a:pt x="359" y="110"/>
                    <a:pt x="801" y="20"/>
                    <a:pt x="1255" y="1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8"/>
            <p:cNvSpPr/>
            <p:nvPr/>
          </p:nvSpPr>
          <p:spPr>
            <a:xfrm>
              <a:off x="4664880" y="3799440"/>
              <a:ext cx="236880" cy="219600"/>
            </a:xfrm>
            <a:custGeom>
              <a:avLst/>
              <a:gdLst/>
              <a:ahLst/>
              <a:cxnLst/>
              <a:rect l="l" t="t" r="r" b="b"/>
              <a:pathLst>
                <a:path w="658" h="610" extrusionOk="0">
                  <a:moveTo>
                    <a:pt x="20" y="0"/>
                  </a:moveTo>
                  <a:cubicBezTo>
                    <a:pt x="-6" y="54"/>
                    <a:pt x="-7" y="118"/>
                    <a:pt x="22" y="164"/>
                  </a:cubicBezTo>
                  <a:cubicBezTo>
                    <a:pt x="190" y="438"/>
                    <a:pt x="399" y="584"/>
                    <a:pt x="658" y="610"/>
                  </a:cubicBezTo>
                  <a:cubicBezTo>
                    <a:pt x="655" y="606"/>
                    <a:pt x="652" y="602"/>
                    <a:pt x="649" y="598"/>
                  </a:cubicBezTo>
                  <a:cubicBezTo>
                    <a:pt x="533" y="439"/>
                    <a:pt x="448" y="276"/>
                    <a:pt x="395" y="108"/>
                  </a:cubicBezTo>
                  <a:cubicBezTo>
                    <a:pt x="280" y="104"/>
                    <a:pt x="159" y="69"/>
                    <a:pt x="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8"/>
            <p:cNvSpPr/>
            <p:nvPr/>
          </p:nvSpPr>
          <p:spPr>
            <a:xfrm>
              <a:off x="4442760" y="2997360"/>
              <a:ext cx="498240" cy="775440"/>
            </a:xfrm>
            <a:custGeom>
              <a:avLst/>
              <a:gdLst/>
              <a:ahLst/>
              <a:cxnLst/>
              <a:rect l="l" t="t" r="r" b="b"/>
              <a:pathLst>
                <a:path w="1384" h="2154" extrusionOk="0">
                  <a:moveTo>
                    <a:pt x="0" y="298"/>
                  </a:moveTo>
                  <a:cubicBezTo>
                    <a:pt x="9" y="573"/>
                    <a:pt x="89" y="752"/>
                    <a:pt x="261" y="877"/>
                  </a:cubicBezTo>
                  <a:cubicBezTo>
                    <a:pt x="353" y="943"/>
                    <a:pt x="449" y="977"/>
                    <a:pt x="547" y="977"/>
                  </a:cubicBezTo>
                  <a:cubicBezTo>
                    <a:pt x="635" y="977"/>
                    <a:pt x="724" y="950"/>
                    <a:pt x="812" y="895"/>
                  </a:cubicBezTo>
                  <a:cubicBezTo>
                    <a:pt x="841" y="877"/>
                    <a:pt x="870" y="856"/>
                    <a:pt x="901" y="835"/>
                  </a:cubicBezTo>
                  <a:cubicBezTo>
                    <a:pt x="915" y="824"/>
                    <a:pt x="930" y="814"/>
                    <a:pt x="945" y="803"/>
                  </a:cubicBezTo>
                  <a:cubicBezTo>
                    <a:pt x="955" y="796"/>
                    <a:pt x="967" y="792"/>
                    <a:pt x="979" y="792"/>
                  </a:cubicBezTo>
                  <a:cubicBezTo>
                    <a:pt x="993" y="792"/>
                    <a:pt x="1008" y="798"/>
                    <a:pt x="1019" y="807"/>
                  </a:cubicBezTo>
                  <a:cubicBezTo>
                    <a:pt x="1039" y="826"/>
                    <a:pt x="1045" y="856"/>
                    <a:pt x="1032" y="880"/>
                  </a:cubicBezTo>
                  <a:cubicBezTo>
                    <a:pt x="968" y="1000"/>
                    <a:pt x="838" y="1099"/>
                    <a:pt x="686" y="1143"/>
                  </a:cubicBezTo>
                  <a:cubicBezTo>
                    <a:pt x="471" y="1205"/>
                    <a:pt x="337" y="1433"/>
                    <a:pt x="395" y="1641"/>
                  </a:cubicBezTo>
                  <a:cubicBezTo>
                    <a:pt x="400" y="1661"/>
                    <a:pt x="407" y="1682"/>
                    <a:pt x="414" y="1703"/>
                  </a:cubicBezTo>
                  <a:cubicBezTo>
                    <a:pt x="496" y="1947"/>
                    <a:pt x="750" y="2101"/>
                    <a:pt x="968" y="2154"/>
                  </a:cubicBezTo>
                  <a:cubicBezTo>
                    <a:pt x="911" y="1831"/>
                    <a:pt x="970" y="1498"/>
                    <a:pt x="1146" y="1165"/>
                  </a:cubicBezTo>
                  <a:cubicBezTo>
                    <a:pt x="1212" y="1042"/>
                    <a:pt x="1289" y="932"/>
                    <a:pt x="1376" y="835"/>
                  </a:cubicBezTo>
                  <a:cubicBezTo>
                    <a:pt x="1378" y="807"/>
                    <a:pt x="1380" y="782"/>
                    <a:pt x="1381" y="761"/>
                  </a:cubicBezTo>
                  <a:cubicBezTo>
                    <a:pt x="1383" y="728"/>
                    <a:pt x="1385" y="699"/>
                    <a:pt x="1384" y="684"/>
                  </a:cubicBezTo>
                  <a:cubicBezTo>
                    <a:pt x="1375" y="455"/>
                    <a:pt x="1273" y="285"/>
                    <a:pt x="1070" y="162"/>
                  </a:cubicBezTo>
                  <a:cubicBezTo>
                    <a:pt x="945" y="86"/>
                    <a:pt x="802" y="35"/>
                    <a:pt x="620" y="0"/>
                  </a:cubicBezTo>
                  <a:cubicBezTo>
                    <a:pt x="618" y="0"/>
                    <a:pt x="616" y="0"/>
                    <a:pt x="614" y="0"/>
                  </a:cubicBezTo>
                  <a:cubicBezTo>
                    <a:pt x="611" y="0"/>
                    <a:pt x="609" y="0"/>
                    <a:pt x="604" y="5"/>
                  </a:cubicBezTo>
                  <a:cubicBezTo>
                    <a:pt x="457" y="162"/>
                    <a:pt x="265" y="254"/>
                    <a:pt x="18" y="286"/>
                  </a:cubicBezTo>
                  <a:cubicBezTo>
                    <a:pt x="7" y="287"/>
                    <a:pt x="2" y="289"/>
                    <a:pt x="1" y="289"/>
                  </a:cubicBezTo>
                  <a:cubicBezTo>
                    <a:pt x="1" y="289"/>
                    <a:pt x="0" y="292"/>
                    <a:pt x="0" y="2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8"/>
            <p:cNvSpPr/>
            <p:nvPr/>
          </p:nvSpPr>
          <p:spPr>
            <a:xfrm>
              <a:off x="4098600" y="2970000"/>
              <a:ext cx="518760" cy="884520"/>
            </a:xfrm>
            <a:custGeom>
              <a:avLst/>
              <a:gdLst/>
              <a:ahLst/>
              <a:cxnLst/>
              <a:rect l="l" t="t" r="r" b="b"/>
              <a:pathLst>
                <a:path w="1441" h="2457" extrusionOk="0">
                  <a:moveTo>
                    <a:pt x="236" y="1245"/>
                  </a:moveTo>
                  <a:cubicBezTo>
                    <a:pt x="82" y="975"/>
                    <a:pt x="9" y="715"/>
                    <a:pt x="0" y="400"/>
                  </a:cubicBezTo>
                  <a:cubicBezTo>
                    <a:pt x="-4" y="263"/>
                    <a:pt x="78" y="124"/>
                    <a:pt x="208" y="45"/>
                  </a:cubicBezTo>
                  <a:cubicBezTo>
                    <a:pt x="260" y="13"/>
                    <a:pt x="293" y="0"/>
                    <a:pt x="316" y="0"/>
                  </a:cubicBezTo>
                  <a:cubicBezTo>
                    <a:pt x="337" y="0"/>
                    <a:pt x="363" y="13"/>
                    <a:pt x="418" y="80"/>
                  </a:cubicBezTo>
                  <a:cubicBezTo>
                    <a:pt x="455" y="125"/>
                    <a:pt x="490" y="163"/>
                    <a:pt x="525" y="196"/>
                  </a:cubicBezTo>
                  <a:cubicBezTo>
                    <a:pt x="597" y="264"/>
                    <a:pt x="668" y="306"/>
                    <a:pt x="744" y="323"/>
                  </a:cubicBezTo>
                  <a:cubicBezTo>
                    <a:pt x="750" y="324"/>
                    <a:pt x="754" y="325"/>
                    <a:pt x="756" y="326"/>
                  </a:cubicBezTo>
                  <a:cubicBezTo>
                    <a:pt x="757" y="330"/>
                    <a:pt x="757" y="336"/>
                    <a:pt x="757" y="347"/>
                  </a:cubicBezTo>
                  <a:cubicBezTo>
                    <a:pt x="757" y="681"/>
                    <a:pt x="873" y="928"/>
                    <a:pt x="1110" y="1101"/>
                  </a:cubicBezTo>
                  <a:cubicBezTo>
                    <a:pt x="1113" y="1103"/>
                    <a:pt x="1114" y="1104"/>
                    <a:pt x="1114" y="1105"/>
                  </a:cubicBezTo>
                  <a:cubicBezTo>
                    <a:pt x="1114" y="1105"/>
                    <a:pt x="1116" y="1109"/>
                    <a:pt x="1114" y="1125"/>
                  </a:cubicBezTo>
                  <a:cubicBezTo>
                    <a:pt x="1102" y="1228"/>
                    <a:pt x="1098" y="1314"/>
                    <a:pt x="1100" y="1394"/>
                  </a:cubicBezTo>
                  <a:cubicBezTo>
                    <a:pt x="1107" y="1613"/>
                    <a:pt x="1143" y="1893"/>
                    <a:pt x="1367" y="2115"/>
                  </a:cubicBezTo>
                  <a:cubicBezTo>
                    <a:pt x="1391" y="2139"/>
                    <a:pt x="1417" y="2161"/>
                    <a:pt x="1441" y="2181"/>
                  </a:cubicBezTo>
                  <a:cubicBezTo>
                    <a:pt x="1385" y="2246"/>
                    <a:pt x="1354" y="2325"/>
                    <a:pt x="1348" y="2417"/>
                  </a:cubicBezTo>
                  <a:cubicBezTo>
                    <a:pt x="1346" y="2438"/>
                    <a:pt x="1345" y="2450"/>
                    <a:pt x="1343" y="2457"/>
                  </a:cubicBezTo>
                  <a:cubicBezTo>
                    <a:pt x="1341" y="2457"/>
                    <a:pt x="1337" y="2457"/>
                    <a:pt x="1332" y="2457"/>
                  </a:cubicBezTo>
                  <a:cubicBezTo>
                    <a:pt x="1323" y="2457"/>
                    <a:pt x="1313" y="2457"/>
                    <a:pt x="1301" y="2456"/>
                  </a:cubicBezTo>
                  <a:cubicBezTo>
                    <a:pt x="1267" y="2454"/>
                    <a:pt x="1234" y="2445"/>
                    <a:pt x="1202" y="2428"/>
                  </a:cubicBezTo>
                  <a:cubicBezTo>
                    <a:pt x="1138" y="2396"/>
                    <a:pt x="1079" y="2349"/>
                    <a:pt x="1016" y="2281"/>
                  </a:cubicBezTo>
                  <a:cubicBezTo>
                    <a:pt x="884" y="2138"/>
                    <a:pt x="788" y="1968"/>
                    <a:pt x="712" y="1821"/>
                  </a:cubicBezTo>
                  <a:cubicBezTo>
                    <a:pt x="708" y="1814"/>
                    <a:pt x="707" y="1806"/>
                    <a:pt x="706" y="1794"/>
                  </a:cubicBezTo>
                  <a:cubicBezTo>
                    <a:pt x="697" y="1497"/>
                    <a:pt x="637" y="1191"/>
                    <a:pt x="517" y="831"/>
                  </a:cubicBezTo>
                  <a:cubicBezTo>
                    <a:pt x="485" y="734"/>
                    <a:pt x="452" y="640"/>
                    <a:pt x="402" y="553"/>
                  </a:cubicBezTo>
                  <a:cubicBezTo>
                    <a:pt x="391" y="534"/>
                    <a:pt x="371" y="523"/>
                    <a:pt x="350" y="523"/>
                  </a:cubicBezTo>
                  <a:cubicBezTo>
                    <a:pt x="343" y="523"/>
                    <a:pt x="336" y="524"/>
                    <a:pt x="330" y="526"/>
                  </a:cubicBezTo>
                  <a:cubicBezTo>
                    <a:pt x="302" y="536"/>
                    <a:pt x="286" y="564"/>
                    <a:pt x="291" y="593"/>
                  </a:cubicBezTo>
                  <a:cubicBezTo>
                    <a:pt x="311" y="709"/>
                    <a:pt x="335" y="826"/>
                    <a:pt x="358" y="940"/>
                  </a:cubicBezTo>
                  <a:cubicBezTo>
                    <a:pt x="395" y="1126"/>
                    <a:pt x="434" y="1317"/>
                    <a:pt x="457" y="1509"/>
                  </a:cubicBezTo>
                  <a:cubicBezTo>
                    <a:pt x="369" y="1437"/>
                    <a:pt x="295" y="1348"/>
                    <a:pt x="236" y="1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4717440" y="2562120"/>
              <a:ext cx="795600" cy="560160"/>
            </a:xfrm>
            <a:custGeom>
              <a:avLst/>
              <a:gdLst/>
              <a:ahLst/>
              <a:cxnLst/>
              <a:rect l="l" t="t" r="r" b="b"/>
              <a:pathLst>
                <a:path w="2210" h="1556" extrusionOk="0">
                  <a:moveTo>
                    <a:pt x="0" y="972"/>
                  </a:moveTo>
                  <a:cubicBezTo>
                    <a:pt x="312" y="1055"/>
                    <a:pt x="629" y="1199"/>
                    <a:pt x="782" y="1556"/>
                  </a:cubicBezTo>
                  <a:cubicBezTo>
                    <a:pt x="919" y="1374"/>
                    <a:pt x="1123" y="1272"/>
                    <a:pt x="1403" y="1246"/>
                  </a:cubicBezTo>
                  <a:cubicBezTo>
                    <a:pt x="1479" y="1239"/>
                    <a:pt x="1557" y="1238"/>
                    <a:pt x="1632" y="1237"/>
                  </a:cubicBezTo>
                  <a:cubicBezTo>
                    <a:pt x="1669" y="1236"/>
                    <a:pt x="1707" y="1235"/>
                    <a:pt x="1745" y="1234"/>
                  </a:cubicBezTo>
                  <a:cubicBezTo>
                    <a:pt x="1884" y="1229"/>
                    <a:pt x="1999" y="1194"/>
                    <a:pt x="2096" y="1127"/>
                  </a:cubicBezTo>
                  <a:cubicBezTo>
                    <a:pt x="2142" y="1095"/>
                    <a:pt x="2180" y="1057"/>
                    <a:pt x="2210" y="1014"/>
                  </a:cubicBezTo>
                  <a:cubicBezTo>
                    <a:pt x="2208" y="816"/>
                    <a:pt x="2209" y="619"/>
                    <a:pt x="2210" y="421"/>
                  </a:cubicBezTo>
                  <a:cubicBezTo>
                    <a:pt x="2164" y="313"/>
                    <a:pt x="2093" y="217"/>
                    <a:pt x="1999" y="131"/>
                  </a:cubicBezTo>
                  <a:cubicBezTo>
                    <a:pt x="1942" y="79"/>
                    <a:pt x="1882" y="35"/>
                    <a:pt x="1818" y="0"/>
                  </a:cubicBezTo>
                  <a:cubicBezTo>
                    <a:pt x="1509" y="1"/>
                    <a:pt x="1201" y="1"/>
                    <a:pt x="893" y="1"/>
                  </a:cubicBezTo>
                  <a:cubicBezTo>
                    <a:pt x="857" y="19"/>
                    <a:pt x="821" y="40"/>
                    <a:pt x="786" y="63"/>
                  </a:cubicBezTo>
                  <a:cubicBezTo>
                    <a:pt x="756" y="83"/>
                    <a:pt x="725" y="105"/>
                    <a:pt x="695" y="127"/>
                  </a:cubicBezTo>
                  <a:cubicBezTo>
                    <a:pt x="680" y="137"/>
                    <a:pt x="664" y="148"/>
                    <a:pt x="649" y="159"/>
                  </a:cubicBezTo>
                  <a:cubicBezTo>
                    <a:pt x="639" y="166"/>
                    <a:pt x="627" y="170"/>
                    <a:pt x="615" y="170"/>
                  </a:cubicBezTo>
                  <a:cubicBezTo>
                    <a:pt x="599" y="170"/>
                    <a:pt x="584" y="164"/>
                    <a:pt x="573" y="152"/>
                  </a:cubicBezTo>
                  <a:cubicBezTo>
                    <a:pt x="552" y="131"/>
                    <a:pt x="549" y="99"/>
                    <a:pt x="566" y="75"/>
                  </a:cubicBezTo>
                  <a:cubicBezTo>
                    <a:pt x="586" y="49"/>
                    <a:pt x="606" y="24"/>
                    <a:pt x="628" y="1"/>
                  </a:cubicBezTo>
                  <a:cubicBezTo>
                    <a:pt x="444" y="1"/>
                    <a:pt x="261" y="0"/>
                    <a:pt x="77" y="0"/>
                  </a:cubicBezTo>
                  <a:cubicBezTo>
                    <a:pt x="58" y="0"/>
                    <a:pt x="42" y="0"/>
                    <a:pt x="27" y="0"/>
                  </a:cubicBezTo>
                  <a:cubicBezTo>
                    <a:pt x="66" y="91"/>
                    <a:pt x="94" y="195"/>
                    <a:pt x="115" y="315"/>
                  </a:cubicBezTo>
                  <a:cubicBezTo>
                    <a:pt x="154" y="553"/>
                    <a:pt x="311" y="701"/>
                    <a:pt x="524" y="701"/>
                  </a:cubicBezTo>
                  <a:cubicBezTo>
                    <a:pt x="551" y="701"/>
                    <a:pt x="578" y="699"/>
                    <a:pt x="606" y="694"/>
                  </a:cubicBezTo>
                  <a:cubicBezTo>
                    <a:pt x="697" y="679"/>
                    <a:pt x="784" y="653"/>
                    <a:pt x="876" y="626"/>
                  </a:cubicBezTo>
                  <a:cubicBezTo>
                    <a:pt x="943" y="606"/>
                    <a:pt x="1012" y="585"/>
                    <a:pt x="1083" y="569"/>
                  </a:cubicBezTo>
                  <a:cubicBezTo>
                    <a:pt x="1098" y="566"/>
                    <a:pt x="1114" y="562"/>
                    <a:pt x="1129" y="558"/>
                  </a:cubicBezTo>
                  <a:cubicBezTo>
                    <a:pt x="1216" y="538"/>
                    <a:pt x="1306" y="518"/>
                    <a:pt x="1399" y="518"/>
                  </a:cubicBezTo>
                  <a:cubicBezTo>
                    <a:pt x="1439" y="518"/>
                    <a:pt x="1477" y="521"/>
                    <a:pt x="1514" y="529"/>
                  </a:cubicBezTo>
                  <a:cubicBezTo>
                    <a:pt x="1573" y="541"/>
                    <a:pt x="1620" y="561"/>
                    <a:pt x="1660" y="590"/>
                  </a:cubicBezTo>
                  <a:cubicBezTo>
                    <a:pt x="1683" y="607"/>
                    <a:pt x="1691" y="638"/>
                    <a:pt x="1679" y="663"/>
                  </a:cubicBezTo>
                  <a:cubicBezTo>
                    <a:pt x="1669" y="685"/>
                    <a:pt x="1648" y="698"/>
                    <a:pt x="1625" y="698"/>
                  </a:cubicBezTo>
                  <a:cubicBezTo>
                    <a:pt x="1620" y="698"/>
                    <a:pt x="1616" y="697"/>
                    <a:pt x="1611" y="696"/>
                  </a:cubicBezTo>
                  <a:cubicBezTo>
                    <a:pt x="1565" y="685"/>
                    <a:pt x="1519" y="680"/>
                    <a:pt x="1470" y="680"/>
                  </a:cubicBezTo>
                  <a:cubicBezTo>
                    <a:pt x="1325" y="680"/>
                    <a:pt x="1189" y="729"/>
                    <a:pt x="1045" y="780"/>
                  </a:cubicBezTo>
                  <a:cubicBezTo>
                    <a:pt x="993" y="799"/>
                    <a:pt x="939" y="818"/>
                    <a:pt x="885" y="835"/>
                  </a:cubicBezTo>
                  <a:cubicBezTo>
                    <a:pt x="868" y="840"/>
                    <a:pt x="851" y="846"/>
                    <a:pt x="834" y="851"/>
                  </a:cubicBezTo>
                  <a:cubicBezTo>
                    <a:pt x="746" y="879"/>
                    <a:pt x="654" y="909"/>
                    <a:pt x="556" y="917"/>
                  </a:cubicBezTo>
                  <a:cubicBezTo>
                    <a:pt x="538" y="918"/>
                    <a:pt x="520" y="919"/>
                    <a:pt x="503" y="919"/>
                  </a:cubicBezTo>
                  <a:cubicBezTo>
                    <a:pt x="346" y="919"/>
                    <a:pt x="207" y="860"/>
                    <a:pt x="86" y="744"/>
                  </a:cubicBezTo>
                  <a:cubicBezTo>
                    <a:pt x="80" y="777"/>
                    <a:pt x="73" y="811"/>
                    <a:pt x="60" y="844"/>
                  </a:cubicBezTo>
                  <a:cubicBezTo>
                    <a:pt x="43" y="888"/>
                    <a:pt x="22" y="930"/>
                    <a:pt x="0" y="9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38"/>
            <p:cNvSpPr/>
            <p:nvPr/>
          </p:nvSpPr>
          <p:spPr>
            <a:xfrm>
              <a:off x="4515840" y="1856520"/>
              <a:ext cx="276840" cy="353520"/>
            </a:xfrm>
            <a:custGeom>
              <a:avLst/>
              <a:gdLst/>
              <a:ahLst/>
              <a:cxnLst/>
              <a:rect l="l" t="t" r="r" b="b"/>
              <a:pathLst>
                <a:path w="769" h="982" extrusionOk="0">
                  <a:moveTo>
                    <a:pt x="0" y="66"/>
                  </a:moveTo>
                  <a:cubicBezTo>
                    <a:pt x="-3" y="300"/>
                    <a:pt x="81" y="507"/>
                    <a:pt x="166" y="680"/>
                  </a:cubicBezTo>
                  <a:cubicBezTo>
                    <a:pt x="197" y="675"/>
                    <a:pt x="229" y="672"/>
                    <a:pt x="259" y="672"/>
                  </a:cubicBezTo>
                  <a:cubicBezTo>
                    <a:pt x="417" y="672"/>
                    <a:pt x="557" y="742"/>
                    <a:pt x="690" y="887"/>
                  </a:cubicBezTo>
                  <a:cubicBezTo>
                    <a:pt x="719" y="919"/>
                    <a:pt x="745" y="951"/>
                    <a:pt x="769" y="982"/>
                  </a:cubicBezTo>
                  <a:cubicBezTo>
                    <a:pt x="742" y="612"/>
                    <a:pt x="525" y="257"/>
                    <a:pt x="194" y="81"/>
                  </a:cubicBezTo>
                  <a:cubicBezTo>
                    <a:pt x="132" y="48"/>
                    <a:pt x="68" y="21"/>
                    <a:pt x="4" y="0"/>
                  </a:cubicBezTo>
                  <a:cubicBezTo>
                    <a:pt x="2" y="21"/>
                    <a:pt x="0" y="43"/>
                    <a:pt x="0" y="6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38"/>
            <p:cNvSpPr/>
            <p:nvPr/>
          </p:nvSpPr>
          <p:spPr>
            <a:xfrm>
              <a:off x="4132080" y="1836360"/>
              <a:ext cx="358920" cy="310320"/>
            </a:xfrm>
            <a:custGeom>
              <a:avLst/>
              <a:gdLst/>
              <a:ahLst/>
              <a:cxnLst/>
              <a:rect l="l" t="t" r="r" b="b"/>
              <a:pathLst>
                <a:path w="997" h="862" extrusionOk="0">
                  <a:moveTo>
                    <a:pt x="0" y="261"/>
                  </a:moveTo>
                  <a:cubicBezTo>
                    <a:pt x="65" y="276"/>
                    <a:pt x="130" y="304"/>
                    <a:pt x="195" y="348"/>
                  </a:cubicBezTo>
                  <a:cubicBezTo>
                    <a:pt x="316" y="429"/>
                    <a:pt x="405" y="538"/>
                    <a:pt x="469" y="623"/>
                  </a:cubicBezTo>
                  <a:lnTo>
                    <a:pt x="484" y="644"/>
                  </a:lnTo>
                  <a:cubicBezTo>
                    <a:pt x="512" y="681"/>
                    <a:pt x="540" y="720"/>
                    <a:pt x="570" y="756"/>
                  </a:cubicBezTo>
                  <a:cubicBezTo>
                    <a:pt x="627" y="827"/>
                    <a:pt x="692" y="862"/>
                    <a:pt x="768" y="862"/>
                  </a:cubicBezTo>
                  <a:cubicBezTo>
                    <a:pt x="801" y="862"/>
                    <a:pt x="836" y="855"/>
                    <a:pt x="872" y="843"/>
                  </a:cubicBezTo>
                  <a:cubicBezTo>
                    <a:pt x="912" y="830"/>
                    <a:pt x="952" y="813"/>
                    <a:pt x="991" y="796"/>
                  </a:cubicBezTo>
                  <a:cubicBezTo>
                    <a:pt x="993" y="795"/>
                    <a:pt x="995" y="795"/>
                    <a:pt x="997" y="794"/>
                  </a:cubicBezTo>
                  <a:cubicBezTo>
                    <a:pt x="995" y="791"/>
                    <a:pt x="994" y="787"/>
                    <a:pt x="992" y="784"/>
                  </a:cubicBezTo>
                  <a:cubicBezTo>
                    <a:pt x="891" y="571"/>
                    <a:pt x="838" y="366"/>
                    <a:pt x="828" y="156"/>
                  </a:cubicBezTo>
                  <a:cubicBezTo>
                    <a:pt x="826" y="103"/>
                    <a:pt x="829" y="53"/>
                    <a:pt x="837" y="6"/>
                  </a:cubicBezTo>
                  <a:cubicBezTo>
                    <a:pt x="529" y="-27"/>
                    <a:pt x="228" y="70"/>
                    <a:pt x="0" y="2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38"/>
            <p:cNvSpPr/>
            <p:nvPr/>
          </p:nvSpPr>
          <p:spPr>
            <a:xfrm>
              <a:off x="3943800" y="2019240"/>
              <a:ext cx="846000" cy="984600"/>
            </a:xfrm>
            <a:custGeom>
              <a:avLst/>
              <a:gdLst/>
              <a:ahLst/>
              <a:cxnLst/>
              <a:rect l="l" t="t" r="r" b="b"/>
              <a:pathLst>
                <a:path w="2350" h="2735" extrusionOk="0">
                  <a:moveTo>
                    <a:pt x="306" y="2402"/>
                  </a:moveTo>
                  <a:cubicBezTo>
                    <a:pt x="322" y="2417"/>
                    <a:pt x="406" y="2466"/>
                    <a:pt x="480" y="2466"/>
                  </a:cubicBezTo>
                  <a:cubicBezTo>
                    <a:pt x="518" y="2466"/>
                    <a:pt x="546" y="2453"/>
                    <a:pt x="566" y="2425"/>
                  </a:cubicBezTo>
                  <a:cubicBezTo>
                    <a:pt x="614" y="2360"/>
                    <a:pt x="663" y="2156"/>
                    <a:pt x="457" y="1529"/>
                  </a:cubicBezTo>
                  <a:cubicBezTo>
                    <a:pt x="449" y="1505"/>
                    <a:pt x="456" y="1480"/>
                    <a:pt x="475" y="1464"/>
                  </a:cubicBezTo>
                  <a:cubicBezTo>
                    <a:pt x="486" y="1455"/>
                    <a:pt x="500" y="1450"/>
                    <a:pt x="513" y="1450"/>
                  </a:cubicBezTo>
                  <a:cubicBezTo>
                    <a:pt x="523" y="1450"/>
                    <a:pt x="533" y="1453"/>
                    <a:pt x="542" y="1457"/>
                  </a:cubicBezTo>
                  <a:cubicBezTo>
                    <a:pt x="589" y="1483"/>
                    <a:pt x="622" y="1520"/>
                    <a:pt x="649" y="1554"/>
                  </a:cubicBezTo>
                  <a:cubicBezTo>
                    <a:pt x="824" y="1765"/>
                    <a:pt x="906" y="2025"/>
                    <a:pt x="900" y="2350"/>
                  </a:cubicBezTo>
                  <a:cubicBezTo>
                    <a:pt x="900" y="2361"/>
                    <a:pt x="898" y="2373"/>
                    <a:pt x="897" y="2384"/>
                  </a:cubicBezTo>
                  <a:cubicBezTo>
                    <a:pt x="896" y="2394"/>
                    <a:pt x="895" y="2404"/>
                    <a:pt x="895" y="2411"/>
                  </a:cubicBezTo>
                  <a:cubicBezTo>
                    <a:pt x="908" y="2602"/>
                    <a:pt x="1186" y="2735"/>
                    <a:pt x="1427" y="2735"/>
                  </a:cubicBezTo>
                  <a:cubicBezTo>
                    <a:pt x="1508" y="2735"/>
                    <a:pt x="1584" y="2720"/>
                    <a:pt x="1647" y="2693"/>
                  </a:cubicBezTo>
                  <a:cubicBezTo>
                    <a:pt x="1900" y="2582"/>
                    <a:pt x="2039" y="2376"/>
                    <a:pt x="2071" y="2061"/>
                  </a:cubicBezTo>
                  <a:cubicBezTo>
                    <a:pt x="2083" y="1942"/>
                    <a:pt x="2072" y="1814"/>
                    <a:pt x="2036" y="1660"/>
                  </a:cubicBezTo>
                  <a:cubicBezTo>
                    <a:pt x="1985" y="1446"/>
                    <a:pt x="1874" y="1296"/>
                    <a:pt x="1697" y="1200"/>
                  </a:cubicBezTo>
                  <a:cubicBezTo>
                    <a:pt x="1672" y="1186"/>
                    <a:pt x="1660" y="1157"/>
                    <a:pt x="1669" y="1130"/>
                  </a:cubicBezTo>
                  <a:cubicBezTo>
                    <a:pt x="1676" y="1104"/>
                    <a:pt x="1700" y="1087"/>
                    <a:pt x="1726" y="1087"/>
                  </a:cubicBezTo>
                  <a:cubicBezTo>
                    <a:pt x="1728" y="1087"/>
                    <a:pt x="1729" y="1087"/>
                    <a:pt x="1731" y="1088"/>
                  </a:cubicBezTo>
                  <a:cubicBezTo>
                    <a:pt x="1798" y="1094"/>
                    <a:pt x="1888" y="1139"/>
                    <a:pt x="1959" y="1203"/>
                  </a:cubicBezTo>
                  <a:cubicBezTo>
                    <a:pt x="2012" y="1252"/>
                    <a:pt x="2059" y="1304"/>
                    <a:pt x="2098" y="1364"/>
                  </a:cubicBezTo>
                  <a:cubicBezTo>
                    <a:pt x="2105" y="1351"/>
                    <a:pt x="2113" y="1337"/>
                    <a:pt x="2122" y="1322"/>
                  </a:cubicBezTo>
                  <a:cubicBezTo>
                    <a:pt x="2227" y="1146"/>
                    <a:pt x="2319" y="968"/>
                    <a:pt x="2350" y="762"/>
                  </a:cubicBezTo>
                  <a:cubicBezTo>
                    <a:pt x="2340" y="751"/>
                    <a:pt x="2331" y="739"/>
                    <a:pt x="2322" y="727"/>
                  </a:cubicBezTo>
                  <a:cubicBezTo>
                    <a:pt x="2289" y="684"/>
                    <a:pt x="2258" y="644"/>
                    <a:pt x="2224" y="606"/>
                  </a:cubicBezTo>
                  <a:cubicBezTo>
                    <a:pt x="2163" y="539"/>
                    <a:pt x="2105" y="493"/>
                    <a:pt x="2043" y="458"/>
                  </a:cubicBezTo>
                  <a:cubicBezTo>
                    <a:pt x="1987" y="428"/>
                    <a:pt x="1933" y="413"/>
                    <a:pt x="1878" y="413"/>
                  </a:cubicBezTo>
                  <a:cubicBezTo>
                    <a:pt x="1828" y="413"/>
                    <a:pt x="1778" y="426"/>
                    <a:pt x="1726" y="451"/>
                  </a:cubicBezTo>
                  <a:cubicBezTo>
                    <a:pt x="1710" y="458"/>
                    <a:pt x="1693" y="467"/>
                    <a:pt x="1677" y="475"/>
                  </a:cubicBezTo>
                  <a:cubicBezTo>
                    <a:pt x="1629" y="498"/>
                    <a:pt x="1580" y="523"/>
                    <a:pt x="1527" y="542"/>
                  </a:cubicBezTo>
                  <a:cubicBezTo>
                    <a:pt x="1442" y="571"/>
                    <a:pt x="1368" y="586"/>
                    <a:pt x="1300" y="586"/>
                  </a:cubicBezTo>
                  <a:cubicBezTo>
                    <a:pt x="1153" y="586"/>
                    <a:pt x="1031" y="517"/>
                    <a:pt x="906" y="362"/>
                  </a:cubicBezTo>
                  <a:cubicBezTo>
                    <a:pt x="851" y="293"/>
                    <a:pt x="791" y="220"/>
                    <a:pt x="729" y="151"/>
                  </a:cubicBezTo>
                  <a:cubicBezTo>
                    <a:pt x="689" y="106"/>
                    <a:pt x="638" y="66"/>
                    <a:pt x="573" y="30"/>
                  </a:cubicBezTo>
                  <a:cubicBezTo>
                    <a:pt x="539" y="10"/>
                    <a:pt x="505" y="0"/>
                    <a:pt x="472" y="0"/>
                  </a:cubicBezTo>
                  <a:cubicBezTo>
                    <a:pt x="438" y="0"/>
                    <a:pt x="403" y="11"/>
                    <a:pt x="368" y="31"/>
                  </a:cubicBezTo>
                  <a:cubicBezTo>
                    <a:pt x="318" y="60"/>
                    <a:pt x="270" y="98"/>
                    <a:pt x="227" y="142"/>
                  </a:cubicBezTo>
                  <a:cubicBezTo>
                    <a:pt x="226" y="142"/>
                    <a:pt x="226" y="142"/>
                    <a:pt x="226" y="142"/>
                  </a:cubicBezTo>
                  <a:cubicBezTo>
                    <a:pt x="165" y="275"/>
                    <a:pt x="128" y="424"/>
                    <a:pt x="122" y="586"/>
                  </a:cubicBezTo>
                  <a:cubicBezTo>
                    <a:pt x="121" y="616"/>
                    <a:pt x="121" y="646"/>
                    <a:pt x="123" y="675"/>
                  </a:cubicBezTo>
                  <a:cubicBezTo>
                    <a:pt x="144" y="660"/>
                    <a:pt x="167" y="647"/>
                    <a:pt x="191" y="635"/>
                  </a:cubicBezTo>
                  <a:cubicBezTo>
                    <a:pt x="280" y="589"/>
                    <a:pt x="382" y="565"/>
                    <a:pt x="484" y="565"/>
                  </a:cubicBezTo>
                  <a:cubicBezTo>
                    <a:pt x="639" y="565"/>
                    <a:pt x="788" y="619"/>
                    <a:pt x="904" y="717"/>
                  </a:cubicBezTo>
                  <a:cubicBezTo>
                    <a:pt x="1034" y="827"/>
                    <a:pt x="1131" y="964"/>
                    <a:pt x="1199" y="1138"/>
                  </a:cubicBezTo>
                  <a:cubicBezTo>
                    <a:pt x="1280" y="1341"/>
                    <a:pt x="1350" y="1712"/>
                    <a:pt x="1349" y="1933"/>
                  </a:cubicBezTo>
                  <a:cubicBezTo>
                    <a:pt x="1349" y="1963"/>
                    <a:pt x="1326" y="1989"/>
                    <a:pt x="1296" y="1992"/>
                  </a:cubicBezTo>
                  <a:cubicBezTo>
                    <a:pt x="1294" y="1992"/>
                    <a:pt x="1292" y="1992"/>
                    <a:pt x="1290" y="1992"/>
                  </a:cubicBezTo>
                  <a:cubicBezTo>
                    <a:pt x="1262" y="1992"/>
                    <a:pt x="1237" y="1973"/>
                    <a:pt x="1231" y="1945"/>
                  </a:cubicBezTo>
                  <a:cubicBezTo>
                    <a:pt x="1222" y="1902"/>
                    <a:pt x="1213" y="1861"/>
                    <a:pt x="1205" y="1820"/>
                  </a:cubicBezTo>
                  <a:cubicBezTo>
                    <a:pt x="1187" y="1735"/>
                    <a:pt x="1170" y="1655"/>
                    <a:pt x="1151" y="1576"/>
                  </a:cubicBezTo>
                  <a:cubicBezTo>
                    <a:pt x="1086" y="1317"/>
                    <a:pt x="997" y="1123"/>
                    <a:pt x="872" y="966"/>
                  </a:cubicBezTo>
                  <a:cubicBezTo>
                    <a:pt x="780" y="852"/>
                    <a:pt x="641" y="783"/>
                    <a:pt x="498" y="783"/>
                  </a:cubicBezTo>
                  <a:cubicBezTo>
                    <a:pt x="370" y="783"/>
                    <a:pt x="256" y="836"/>
                    <a:pt x="171" y="931"/>
                  </a:cubicBezTo>
                  <a:cubicBezTo>
                    <a:pt x="217" y="1075"/>
                    <a:pt x="290" y="1210"/>
                    <a:pt x="372" y="1342"/>
                  </a:cubicBezTo>
                  <a:cubicBezTo>
                    <a:pt x="401" y="1389"/>
                    <a:pt x="469" y="1438"/>
                    <a:pt x="439" y="1492"/>
                  </a:cubicBezTo>
                  <a:cubicBezTo>
                    <a:pt x="412" y="1540"/>
                    <a:pt x="337" y="1507"/>
                    <a:pt x="284" y="1507"/>
                  </a:cubicBezTo>
                  <a:cubicBezTo>
                    <a:pt x="192" y="1508"/>
                    <a:pt x="99" y="1508"/>
                    <a:pt x="7" y="1508"/>
                  </a:cubicBezTo>
                  <a:cubicBezTo>
                    <a:pt x="-22" y="1814"/>
                    <a:pt x="22" y="2101"/>
                    <a:pt x="306" y="24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5" name="Google Shape;525;p38"/>
          <p:cNvGrpSpPr/>
          <p:nvPr/>
        </p:nvGrpSpPr>
        <p:grpSpPr>
          <a:xfrm rot="2100537">
            <a:off x="1824220" y="536632"/>
            <a:ext cx="2314659" cy="1407565"/>
            <a:chOff x="4949280" y="2561760"/>
            <a:chExt cx="3684600" cy="2240640"/>
          </a:xfrm>
        </p:grpSpPr>
        <p:sp>
          <p:nvSpPr>
            <p:cNvPr id="526" name="Google Shape;526;p38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8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8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38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38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8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8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4" name="Google Shape;534;p38"/>
          <p:cNvGrpSpPr/>
          <p:nvPr/>
        </p:nvGrpSpPr>
        <p:grpSpPr>
          <a:xfrm rot="-2100537" flipH="1">
            <a:off x="2036553" y="4706865"/>
            <a:ext cx="2314659" cy="1407565"/>
            <a:chOff x="4949280" y="2561760"/>
            <a:chExt cx="3684600" cy="2240640"/>
          </a:xfrm>
        </p:grpSpPr>
        <p:sp>
          <p:nvSpPr>
            <p:cNvPr id="535" name="Google Shape;535;p38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38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8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8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8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8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8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38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77480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9"/>
          <p:cNvSpPr/>
          <p:nvPr/>
        </p:nvSpPr>
        <p:spPr>
          <a:xfrm rot="-3600628">
            <a:off x="10288684" y="-210549"/>
            <a:ext cx="1904721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9"/>
          <p:cNvSpPr/>
          <p:nvPr/>
        </p:nvSpPr>
        <p:spPr>
          <a:xfrm rot="-7200640">
            <a:off x="11114646" y="4557511"/>
            <a:ext cx="1904733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9"/>
          <p:cNvSpPr/>
          <p:nvPr/>
        </p:nvSpPr>
        <p:spPr>
          <a:xfrm rot="-10799969">
            <a:off x="-203201" y="2380495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9"/>
          <p:cNvSpPr txBox="1">
            <a:spLocks noGrp="1"/>
          </p:cNvSpPr>
          <p:nvPr>
            <p:ph type="title" hasCustomPrompt="1"/>
          </p:nvPr>
        </p:nvSpPr>
        <p:spPr>
          <a:xfrm>
            <a:off x="1238533" y="2819333"/>
            <a:ext cx="1380800" cy="5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8" name="Google Shape;548;p39"/>
          <p:cNvSpPr txBox="1">
            <a:spLocks noGrp="1"/>
          </p:cNvSpPr>
          <p:nvPr>
            <p:ph type="subTitle" idx="1"/>
          </p:nvPr>
        </p:nvSpPr>
        <p:spPr>
          <a:xfrm>
            <a:off x="1059767" y="4965532"/>
            <a:ext cx="25600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49" name="Google Shape;549;p39"/>
          <p:cNvSpPr txBox="1">
            <a:spLocks noGrp="1"/>
          </p:cNvSpPr>
          <p:nvPr>
            <p:ph type="subTitle" idx="2"/>
          </p:nvPr>
        </p:nvSpPr>
        <p:spPr>
          <a:xfrm>
            <a:off x="4455567" y="4965533"/>
            <a:ext cx="25600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0" name="Google Shape;550;p39"/>
          <p:cNvSpPr txBox="1">
            <a:spLocks noGrp="1"/>
          </p:cNvSpPr>
          <p:nvPr>
            <p:ph type="subTitle" idx="3"/>
          </p:nvPr>
        </p:nvSpPr>
        <p:spPr>
          <a:xfrm>
            <a:off x="7851367" y="4965535"/>
            <a:ext cx="2560000" cy="97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1" name="Google Shape;551;p39"/>
          <p:cNvSpPr txBox="1">
            <a:spLocks noGrp="1"/>
          </p:cNvSpPr>
          <p:nvPr>
            <p:ph type="title" idx="4" hasCustomPrompt="1"/>
          </p:nvPr>
        </p:nvSpPr>
        <p:spPr>
          <a:xfrm>
            <a:off x="4634800" y="2819333"/>
            <a:ext cx="1380800" cy="5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2" name="Google Shape;552;p39"/>
          <p:cNvSpPr txBox="1">
            <a:spLocks noGrp="1"/>
          </p:cNvSpPr>
          <p:nvPr>
            <p:ph type="title" idx="5" hasCustomPrompt="1"/>
          </p:nvPr>
        </p:nvSpPr>
        <p:spPr>
          <a:xfrm>
            <a:off x="8031067" y="2819333"/>
            <a:ext cx="1380800" cy="5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3" name="Google Shape;553;p39"/>
          <p:cNvSpPr txBox="1">
            <a:spLocks noGrp="1"/>
          </p:cNvSpPr>
          <p:nvPr>
            <p:ph type="subTitle" idx="6"/>
          </p:nvPr>
        </p:nvSpPr>
        <p:spPr>
          <a:xfrm>
            <a:off x="1059767" y="4566996"/>
            <a:ext cx="2560000" cy="5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4" name="Google Shape;554;p39"/>
          <p:cNvSpPr txBox="1">
            <a:spLocks noGrp="1"/>
          </p:cNvSpPr>
          <p:nvPr>
            <p:ph type="subTitle" idx="7"/>
          </p:nvPr>
        </p:nvSpPr>
        <p:spPr>
          <a:xfrm>
            <a:off x="4455567" y="4566996"/>
            <a:ext cx="2560000" cy="5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5" name="Google Shape;555;p39"/>
          <p:cNvSpPr txBox="1">
            <a:spLocks noGrp="1"/>
          </p:cNvSpPr>
          <p:nvPr>
            <p:ph type="subTitle" idx="8"/>
          </p:nvPr>
        </p:nvSpPr>
        <p:spPr>
          <a:xfrm>
            <a:off x="7851367" y="4566996"/>
            <a:ext cx="2560000" cy="5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Montagu Slab SemiBold"/>
                <a:ea typeface="Montagu Slab SemiBold"/>
                <a:cs typeface="Montagu Slab SemiBold"/>
                <a:sym typeface="Montagu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6" name="Google Shape;556;p39"/>
          <p:cNvSpPr txBox="1">
            <a:spLocks noGrp="1"/>
          </p:cNvSpPr>
          <p:nvPr>
            <p:ph type="title" idx="9"/>
          </p:nvPr>
        </p:nvSpPr>
        <p:spPr>
          <a:xfrm>
            <a:off x="950967" y="719333"/>
            <a:ext cx="921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149471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0"/>
          <p:cNvSpPr/>
          <p:nvPr/>
        </p:nvSpPr>
        <p:spPr>
          <a:xfrm rot="-2700653">
            <a:off x="-625589" y="5095596"/>
            <a:ext cx="1904720" cy="115827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0"/>
          <p:cNvSpPr/>
          <p:nvPr/>
        </p:nvSpPr>
        <p:spPr>
          <a:xfrm rot="10799969" flipH="1">
            <a:off x="11749032" y="2006813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0"/>
          <p:cNvSpPr txBox="1">
            <a:spLocks noGrp="1"/>
          </p:cNvSpPr>
          <p:nvPr>
            <p:ph type="title"/>
          </p:nvPr>
        </p:nvSpPr>
        <p:spPr>
          <a:xfrm>
            <a:off x="5502296" y="943700"/>
            <a:ext cx="5535600" cy="16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61" name="Google Shape;561;p40"/>
          <p:cNvSpPr txBox="1">
            <a:spLocks noGrp="1"/>
          </p:cNvSpPr>
          <p:nvPr>
            <p:ph type="subTitle" idx="1"/>
          </p:nvPr>
        </p:nvSpPr>
        <p:spPr>
          <a:xfrm>
            <a:off x="5502233" y="2283565"/>
            <a:ext cx="55356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2" name="Google Shape;562;p40"/>
          <p:cNvSpPr txBox="1"/>
          <p:nvPr/>
        </p:nvSpPr>
        <p:spPr>
          <a:xfrm>
            <a:off x="5544000" y="4312100"/>
            <a:ext cx="5494000" cy="10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CREDITS:</a:t>
            </a:r>
            <a:r>
              <a:rPr lang="en"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endParaRPr sz="1200" b="1" u="sng">
              <a:solidFill>
                <a:schemeClr val="dk1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grpSp>
        <p:nvGrpSpPr>
          <p:cNvPr id="563" name="Google Shape;563;p40"/>
          <p:cNvGrpSpPr/>
          <p:nvPr/>
        </p:nvGrpSpPr>
        <p:grpSpPr>
          <a:xfrm rot="1800704" flipH="1">
            <a:off x="1815893" y="496823"/>
            <a:ext cx="2373203" cy="1442385"/>
            <a:chOff x="2544840" y="154440"/>
            <a:chExt cx="3692520" cy="2244240"/>
          </a:xfrm>
        </p:grpSpPr>
        <p:sp>
          <p:nvSpPr>
            <p:cNvPr id="564" name="Google Shape;564;p40"/>
            <p:cNvSpPr/>
            <p:nvPr/>
          </p:nvSpPr>
          <p:spPr>
            <a:xfrm>
              <a:off x="2544840" y="154440"/>
              <a:ext cx="3692520" cy="2244240"/>
            </a:xfrm>
            <a:custGeom>
              <a:avLst/>
              <a:gdLst/>
              <a:ahLst/>
              <a:cxnLst/>
              <a:rect l="l" t="t" r="r" b="b"/>
              <a:pathLst>
                <a:path w="10257" h="6234" extrusionOk="0">
                  <a:moveTo>
                    <a:pt x="309" y="3816"/>
                  </a:moveTo>
                  <a:cubicBezTo>
                    <a:pt x="685" y="4204"/>
                    <a:pt x="1175" y="4286"/>
                    <a:pt x="1651" y="4038"/>
                  </a:cubicBezTo>
                  <a:cubicBezTo>
                    <a:pt x="1739" y="3992"/>
                    <a:pt x="1824" y="3938"/>
                    <a:pt x="1911" y="3888"/>
                  </a:cubicBezTo>
                  <a:cubicBezTo>
                    <a:pt x="1995" y="3841"/>
                    <a:pt x="2012" y="3850"/>
                    <a:pt x="2013" y="3946"/>
                  </a:cubicBezTo>
                  <a:cubicBezTo>
                    <a:pt x="2015" y="4129"/>
                    <a:pt x="2013" y="4312"/>
                    <a:pt x="2013" y="4495"/>
                  </a:cubicBezTo>
                  <a:cubicBezTo>
                    <a:pt x="2013" y="4678"/>
                    <a:pt x="2013" y="4861"/>
                    <a:pt x="2013" y="5045"/>
                  </a:cubicBezTo>
                  <a:lnTo>
                    <a:pt x="2014" y="5045"/>
                  </a:lnTo>
                  <a:cubicBezTo>
                    <a:pt x="2014" y="5393"/>
                    <a:pt x="2013" y="5742"/>
                    <a:pt x="2014" y="6091"/>
                  </a:cubicBezTo>
                  <a:cubicBezTo>
                    <a:pt x="2014" y="6230"/>
                    <a:pt x="2016" y="6233"/>
                    <a:pt x="2150" y="6233"/>
                  </a:cubicBezTo>
                  <a:cubicBezTo>
                    <a:pt x="2595" y="6233"/>
                    <a:pt x="3041" y="6233"/>
                    <a:pt x="3486" y="6233"/>
                  </a:cubicBezTo>
                  <a:cubicBezTo>
                    <a:pt x="3623" y="6232"/>
                    <a:pt x="3625" y="6231"/>
                    <a:pt x="3597" y="6100"/>
                  </a:cubicBezTo>
                  <a:cubicBezTo>
                    <a:pt x="3507" y="5672"/>
                    <a:pt x="3588" y="5270"/>
                    <a:pt x="3831" y="4914"/>
                  </a:cubicBezTo>
                  <a:cubicBezTo>
                    <a:pt x="3837" y="4904"/>
                    <a:pt x="3843" y="4895"/>
                    <a:pt x="3850" y="4886"/>
                  </a:cubicBezTo>
                  <a:cubicBezTo>
                    <a:pt x="3937" y="4763"/>
                    <a:pt x="4040" y="4655"/>
                    <a:pt x="4153" y="4564"/>
                  </a:cubicBezTo>
                  <a:cubicBezTo>
                    <a:pt x="4528" y="4264"/>
                    <a:pt x="5026" y="4146"/>
                    <a:pt x="5511" y="4273"/>
                  </a:cubicBezTo>
                  <a:cubicBezTo>
                    <a:pt x="5531" y="4278"/>
                    <a:pt x="5551" y="4284"/>
                    <a:pt x="5570" y="4290"/>
                  </a:cubicBezTo>
                  <a:cubicBezTo>
                    <a:pt x="5742" y="4341"/>
                    <a:pt x="5899" y="4418"/>
                    <a:pt x="6037" y="4516"/>
                  </a:cubicBezTo>
                  <a:cubicBezTo>
                    <a:pt x="6426" y="4791"/>
                    <a:pt x="6671" y="5230"/>
                    <a:pt x="6695" y="5735"/>
                  </a:cubicBezTo>
                  <a:cubicBezTo>
                    <a:pt x="6701" y="5870"/>
                    <a:pt x="6681" y="6004"/>
                    <a:pt x="6651" y="6135"/>
                  </a:cubicBezTo>
                  <a:cubicBezTo>
                    <a:pt x="6633" y="6213"/>
                    <a:pt x="6661" y="6234"/>
                    <a:pt x="6733" y="6234"/>
                  </a:cubicBezTo>
                  <a:cubicBezTo>
                    <a:pt x="6917" y="6233"/>
                    <a:pt x="7100" y="6233"/>
                    <a:pt x="7284" y="6232"/>
                  </a:cubicBezTo>
                  <a:cubicBezTo>
                    <a:pt x="7361" y="6232"/>
                    <a:pt x="7438" y="6232"/>
                    <a:pt x="7515" y="6232"/>
                  </a:cubicBezTo>
                  <a:cubicBezTo>
                    <a:pt x="7724" y="6232"/>
                    <a:pt x="7933" y="6232"/>
                    <a:pt x="8142" y="6234"/>
                  </a:cubicBezTo>
                  <a:cubicBezTo>
                    <a:pt x="8237" y="6234"/>
                    <a:pt x="8246" y="6185"/>
                    <a:pt x="8246" y="6109"/>
                  </a:cubicBezTo>
                  <a:cubicBezTo>
                    <a:pt x="8246" y="5855"/>
                    <a:pt x="8245" y="5601"/>
                    <a:pt x="8245" y="5347"/>
                  </a:cubicBezTo>
                  <a:cubicBezTo>
                    <a:pt x="8245" y="4920"/>
                    <a:pt x="8245" y="4495"/>
                    <a:pt x="8246" y="4068"/>
                  </a:cubicBezTo>
                  <a:cubicBezTo>
                    <a:pt x="8246" y="4022"/>
                    <a:pt x="8223" y="3959"/>
                    <a:pt x="8268" y="3933"/>
                  </a:cubicBezTo>
                  <a:cubicBezTo>
                    <a:pt x="8320" y="3901"/>
                    <a:pt x="8361" y="3960"/>
                    <a:pt x="8402" y="3986"/>
                  </a:cubicBezTo>
                  <a:cubicBezTo>
                    <a:pt x="8493" y="4044"/>
                    <a:pt x="8585" y="4096"/>
                    <a:pt x="8681" y="4137"/>
                  </a:cubicBezTo>
                  <a:cubicBezTo>
                    <a:pt x="8841" y="4206"/>
                    <a:pt x="9010" y="4247"/>
                    <a:pt x="9197" y="4241"/>
                  </a:cubicBezTo>
                  <a:cubicBezTo>
                    <a:pt x="9220" y="4241"/>
                    <a:pt x="9244" y="4240"/>
                    <a:pt x="9266" y="4237"/>
                  </a:cubicBezTo>
                  <a:lnTo>
                    <a:pt x="9267" y="4237"/>
                  </a:lnTo>
                  <a:cubicBezTo>
                    <a:pt x="9392" y="4225"/>
                    <a:pt x="9510" y="4191"/>
                    <a:pt x="9618" y="4139"/>
                  </a:cubicBezTo>
                  <a:cubicBezTo>
                    <a:pt x="9846" y="4030"/>
                    <a:pt x="10028" y="3841"/>
                    <a:pt x="10138" y="3617"/>
                  </a:cubicBezTo>
                  <a:cubicBezTo>
                    <a:pt x="10179" y="3535"/>
                    <a:pt x="10210" y="3448"/>
                    <a:pt x="10230" y="3359"/>
                  </a:cubicBezTo>
                  <a:cubicBezTo>
                    <a:pt x="10283" y="3123"/>
                    <a:pt x="10260" y="2869"/>
                    <a:pt x="10140" y="2637"/>
                  </a:cubicBezTo>
                  <a:cubicBezTo>
                    <a:pt x="9888" y="2153"/>
                    <a:pt x="9349" y="1893"/>
                    <a:pt x="8821" y="2050"/>
                  </a:cubicBezTo>
                  <a:cubicBezTo>
                    <a:pt x="8800" y="2056"/>
                    <a:pt x="8778" y="2063"/>
                    <a:pt x="8757" y="2071"/>
                  </a:cubicBezTo>
                  <a:cubicBezTo>
                    <a:pt x="8623" y="2120"/>
                    <a:pt x="8507" y="2202"/>
                    <a:pt x="8382" y="2268"/>
                  </a:cubicBezTo>
                  <a:cubicBezTo>
                    <a:pt x="8345" y="2288"/>
                    <a:pt x="8309" y="2340"/>
                    <a:pt x="8264" y="2313"/>
                  </a:cubicBezTo>
                  <a:cubicBezTo>
                    <a:pt x="8226" y="2290"/>
                    <a:pt x="8246" y="2236"/>
                    <a:pt x="8246" y="2197"/>
                  </a:cubicBezTo>
                  <a:cubicBezTo>
                    <a:pt x="8246" y="2058"/>
                    <a:pt x="8246" y="1919"/>
                    <a:pt x="8246" y="1780"/>
                  </a:cubicBezTo>
                  <a:cubicBezTo>
                    <a:pt x="8245" y="1239"/>
                    <a:pt x="8245" y="697"/>
                    <a:pt x="8245" y="155"/>
                  </a:cubicBezTo>
                  <a:cubicBezTo>
                    <a:pt x="8245" y="1"/>
                    <a:pt x="8244" y="1"/>
                    <a:pt x="8090" y="1"/>
                  </a:cubicBezTo>
                  <a:cubicBezTo>
                    <a:pt x="7624" y="1"/>
                    <a:pt x="7158" y="5"/>
                    <a:pt x="6692" y="2"/>
                  </a:cubicBezTo>
                  <a:cubicBezTo>
                    <a:pt x="6598" y="1"/>
                    <a:pt x="6573" y="25"/>
                    <a:pt x="6591" y="122"/>
                  </a:cubicBezTo>
                  <a:cubicBezTo>
                    <a:pt x="6715" y="792"/>
                    <a:pt x="6498" y="1336"/>
                    <a:pt x="5951" y="1737"/>
                  </a:cubicBezTo>
                  <a:cubicBezTo>
                    <a:pt x="5027" y="2415"/>
                    <a:pt x="3663" y="1819"/>
                    <a:pt x="3516" y="681"/>
                  </a:cubicBezTo>
                  <a:cubicBezTo>
                    <a:pt x="3492" y="493"/>
                    <a:pt x="3499" y="310"/>
                    <a:pt x="3535" y="126"/>
                  </a:cubicBezTo>
                  <a:cubicBezTo>
                    <a:pt x="3558" y="9"/>
                    <a:pt x="3552" y="1"/>
                    <a:pt x="3431" y="1"/>
                  </a:cubicBezTo>
                  <a:cubicBezTo>
                    <a:pt x="3103" y="1"/>
                    <a:pt x="2775" y="-1"/>
                    <a:pt x="2447" y="1"/>
                  </a:cubicBezTo>
                  <a:cubicBezTo>
                    <a:pt x="2162" y="4"/>
                    <a:pt x="2014" y="155"/>
                    <a:pt x="2013" y="439"/>
                  </a:cubicBezTo>
                  <a:cubicBezTo>
                    <a:pt x="2013" y="1009"/>
                    <a:pt x="2014" y="1579"/>
                    <a:pt x="2014" y="2149"/>
                  </a:cubicBezTo>
                  <a:cubicBezTo>
                    <a:pt x="2014" y="2277"/>
                    <a:pt x="2009" y="2280"/>
                    <a:pt x="1898" y="2219"/>
                  </a:cubicBezTo>
                  <a:cubicBezTo>
                    <a:pt x="1714" y="2118"/>
                    <a:pt x="1541" y="1998"/>
                    <a:pt x="1328" y="1958"/>
                  </a:cubicBezTo>
                  <a:cubicBezTo>
                    <a:pt x="865" y="1871"/>
                    <a:pt x="369" y="2096"/>
                    <a:pt x="147" y="2504"/>
                  </a:cubicBezTo>
                  <a:cubicBezTo>
                    <a:pt x="-96" y="2952"/>
                    <a:pt x="-33" y="3462"/>
                    <a:pt x="309" y="3816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0"/>
            <p:cNvSpPr/>
            <p:nvPr/>
          </p:nvSpPr>
          <p:spPr>
            <a:xfrm>
              <a:off x="3929400" y="741960"/>
              <a:ext cx="2307960" cy="1656720"/>
            </a:xfrm>
            <a:custGeom>
              <a:avLst/>
              <a:gdLst/>
              <a:ahLst/>
              <a:cxnLst/>
              <a:rect l="l" t="t" r="r" b="b"/>
              <a:pathLst>
                <a:path w="6411" h="4602" extrusionOk="0">
                  <a:moveTo>
                    <a:pt x="4" y="3254"/>
                  </a:moveTo>
                  <a:cubicBezTo>
                    <a:pt x="91" y="3131"/>
                    <a:pt x="194" y="3023"/>
                    <a:pt x="307" y="2932"/>
                  </a:cubicBezTo>
                  <a:cubicBezTo>
                    <a:pt x="682" y="2632"/>
                    <a:pt x="1180" y="2514"/>
                    <a:pt x="1665" y="2641"/>
                  </a:cubicBezTo>
                  <a:cubicBezTo>
                    <a:pt x="1685" y="2646"/>
                    <a:pt x="1705" y="2652"/>
                    <a:pt x="1724" y="2658"/>
                  </a:cubicBezTo>
                  <a:cubicBezTo>
                    <a:pt x="1896" y="2709"/>
                    <a:pt x="2053" y="2786"/>
                    <a:pt x="2191" y="2884"/>
                  </a:cubicBezTo>
                  <a:cubicBezTo>
                    <a:pt x="2580" y="3159"/>
                    <a:pt x="2825" y="3598"/>
                    <a:pt x="2849" y="4103"/>
                  </a:cubicBezTo>
                  <a:cubicBezTo>
                    <a:pt x="2855" y="4238"/>
                    <a:pt x="2835" y="4372"/>
                    <a:pt x="2805" y="4503"/>
                  </a:cubicBezTo>
                  <a:cubicBezTo>
                    <a:pt x="2787" y="4581"/>
                    <a:pt x="2815" y="4602"/>
                    <a:pt x="2887" y="4602"/>
                  </a:cubicBezTo>
                  <a:cubicBezTo>
                    <a:pt x="3071" y="4601"/>
                    <a:pt x="3254" y="4601"/>
                    <a:pt x="3438" y="4600"/>
                  </a:cubicBezTo>
                  <a:cubicBezTo>
                    <a:pt x="3515" y="4600"/>
                    <a:pt x="3592" y="4600"/>
                    <a:pt x="3669" y="4600"/>
                  </a:cubicBezTo>
                  <a:cubicBezTo>
                    <a:pt x="3878" y="4600"/>
                    <a:pt x="4087" y="4600"/>
                    <a:pt x="4296" y="4602"/>
                  </a:cubicBezTo>
                  <a:cubicBezTo>
                    <a:pt x="4391" y="4602"/>
                    <a:pt x="4400" y="4553"/>
                    <a:pt x="4400" y="4477"/>
                  </a:cubicBezTo>
                  <a:cubicBezTo>
                    <a:pt x="4400" y="4223"/>
                    <a:pt x="4399" y="3969"/>
                    <a:pt x="4399" y="3715"/>
                  </a:cubicBezTo>
                  <a:cubicBezTo>
                    <a:pt x="4399" y="3288"/>
                    <a:pt x="4399" y="2863"/>
                    <a:pt x="4400" y="2436"/>
                  </a:cubicBezTo>
                  <a:cubicBezTo>
                    <a:pt x="4400" y="2390"/>
                    <a:pt x="4377" y="2327"/>
                    <a:pt x="4422" y="2301"/>
                  </a:cubicBezTo>
                  <a:cubicBezTo>
                    <a:pt x="4474" y="2269"/>
                    <a:pt x="4515" y="2328"/>
                    <a:pt x="4556" y="2354"/>
                  </a:cubicBezTo>
                  <a:cubicBezTo>
                    <a:pt x="4647" y="2412"/>
                    <a:pt x="4739" y="2464"/>
                    <a:pt x="4835" y="2505"/>
                  </a:cubicBezTo>
                  <a:cubicBezTo>
                    <a:pt x="4995" y="2574"/>
                    <a:pt x="5164" y="2615"/>
                    <a:pt x="5351" y="2609"/>
                  </a:cubicBezTo>
                  <a:cubicBezTo>
                    <a:pt x="5374" y="2609"/>
                    <a:pt x="5398" y="2608"/>
                    <a:pt x="5420" y="2605"/>
                  </a:cubicBezTo>
                  <a:lnTo>
                    <a:pt x="5421" y="2605"/>
                  </a:lnTo>
                  <a:cubicBezTo>
                    <a:pt x="5546" y="2593"/>
                    <a:pt x="5664" y="2559"/>
                    <a:pt x="5772" y="2507"/>
                  </a:cubicBezTo>
                  <a:cubicBezTo>
                    <a:pt x="6000" y="2398"/>
                    <a:pt x="6182" y="2209"/>
                    <a:pt x="6292" y="1985"/>
                  </a:cubicBezTo>
                  <a:cubicBezTo>
                    <a:pt x="6333" y="1903"/>
                    <a:pt x="6364" y="1816"/>
                    <a:pt x="6384" y="1727"/>
                  </a:cubicBezTo>
                  <a:cubicBezTo>
                    <a:pt x="6437" y="1491"/>
                    <a:pt x="6414" y="1237"/>
                    <a:pt x="6294" y="1005"/>
                  </a:cubicBezTo>
                  <a:cubicBezTo>
                    <a:pt x="6042" y="521"/>
                    <a:pt x="5503" y="261"/>
                    <a:pt x="4975" y="418"/>
                  </a:cubicBezTo>
                  <a:cubicBezTo>
                    <a:pt x="4954" y="424"/>
                    <a:pt x="4932" y="431"/>
                    <a:pt x="4911" y="439"/>
                  </a:cubicBezTo>
                  <a:cubicBezTo>
                    <a:pt x="4777" y="488"/>
                    <a:pt x="4661" y="570"/>
                    <a:pt x="4536" y="636"/>
                  </a:cubicBezTo>
                  <a:cubicBezTo>
                    <a:pt x="4499" y="656"/>
                    <a:pt x="4463" y="708"/>
                    <a:pt x="4419" y="681"/>
                  </a:cubicBezTo>
                  <a:cubicBezTo>
                    <a:pt x="4380" y="658"/>
                    <a:pt x="4400" y="604"/>
                    <a:pt x="4400" y="565"/>
                  </a:cubicBezTo>
                  <a:cubicBezTo>
                    <a:pt x="4400" y="426"/>
                    <a:pt x="4400" y="287"/>
                    <a:pt x="4400" y="148"/>
                  </a:cubicBezTo>
                  <a:cubicBezTo>
                    <a:pt x="4244" y="50"/>
                    <a:pt x="4082" y="26"/>
                    <a:pt x="4008" y="15"/>
                  </a:cubicBezTo>
                  <a:cubicBezTo>
                    <a:pt x="3943" y="5"/>
                    <a:pt x="3878" y="0"/>
                    <a:pt x="3815" y="0"/>
                  </a:cubicBezTo>
                  <a:lnTo>
                    <a:pt x="3814" y="0"/>
                  </a:lnTo>
                  <a:cubicBezTo>
                    <a:pt x="3496" y="0"/>
                    <a:pt x="3191" y="123"/>
                    <a:pt x="2906" y="364"/>
                  </a:cubicBezTo>
                  <a:cubicBezTo>
                    <a:pt x="2835" y="424"/>
                    <a:pt x="2769" y="492"/>
                    <a:pt x="2704" y="569"/>
                  </a:cubicBezTo>
                  <a:lnTo>
                    <a:pt x="2650" y="569"/>
                  </a:lnTo>
                  <a:cubicBezTo>
                    <a:pt x="2436" y="569"/>
                    <a:pt x="2172" y="656"/>
                    <a:pt x="2011" y="848"/>
                  </a:cubicBezTo>
                  <a:cubicBezTo>
                    <a:pt x="1979" y="840"/>
                    <a:pt x="1947" y="834"/>
                    <a:pt x="1913" y="829"/>
                  </a:cubicBezTo>
                  <a:cubicBezTo>
                    <a:pt x="1870" y="822"/>
                    <a:pt x="1827" y="819"/>
                    <a:pt x="1784" y="819"/>
                  </a:cubicBezTo>
                  <a:cubicBezTo>
                    <a:pt x="1518" y="819"/>
                    <a:pt x="1275" y="947"/>
                    <a:pt x="1100" y="1181"/>
                  </a:cubicBezTo>
                  <a:cubicBezTo>
                    <a:pt x="1015" y="1294"/>
                    <a:pt x="953" y="1423"/>
                    <a:pt x="913" y="1571"/>
                  </a:cubicBezTo>
                  <a:cubicBezTo>
                    <a:pt x="840" y="1595"/>
                    <a:pt x="770" y="1630"/>
                    <a:pt x="702" y="1675"/>
                  </a:cubicBezTo>
                  <a:cubicBezTo>
                    <a:pt x="478" y="1825"/>
                    <a:pt x="349" y="2093"/>
                    <a:pt x="367" y="2364"/>
                  </a:cubicBezTo>
                  <a:cubicBezTo>
                    <a:pt x="100" y="2592"/>
                    <a:pt x="-25" y="2896"/>
                    <a:pt x="4" y="3254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0"/>
            <p:cNvSpPr/>
            <p:nvPr/>
          </p:nvSpPr>
          <p:spPr>
            <a:xfrm>
              <a:off x="5656320" y="875880"/>
              <a:ext cx="581040" cy="805680"/>
            </a:xfrm>
            <a:custGeom>
              <a:avLst/>
              <a:gdLst/>
              <a:ahLst/>
              <a:cxnLst/>
              <a:rect l="l" t="t" r="r" b="b"/>
              <a:pathLst>
                <a:path w="1614" h="2238" extrusionOk="0">
                  <a:moveTo>
                    <a:pt x="58" y="1951"/>
                  </a:moveTo>
                  <a:cubicBezTo>
                    <a:pt x="48" y="2011"/>
                    <a:pt x="42" y="2071"/>
                    <a:pt x="38" y="2133"/>
                  </a:cubicBezTo>
                  <a:cubicBezTo>
                    <a:pt x="198" y="2202"/>
                    <a:pt x="367" y="2243"/>
                    <a:pt x="554" y="2238"/>
                  </a:cubicBezTo>
                  <a:cubicBezTo>
                    <a:pt x="577" y="2237"/>
                    <a:pt x="601" y="2235"/>
                    <a:pt x="623" y="2233"/>
                  </a:cubicBezTo>
                  <a:lnTo>
                    <a:pt x="624" y="2233"/>
                  </a:lnTo>
                  <a:cubicBezTo>
                    <a:pt x="727" y="2174"/>
                    <a:pt x="781" y="2068"/>
                    <a:pt x="842" y="1949"/>
                  </a:cubicBezTo>
                  <a:cubicBezTo>
                    <a:pt x="850" y="1934"/>
                    <a:pt x="857" y="1919"/>
                    <a:pt x="865" y="1903"/>
                  </a:cubicBezTo>
                  <a:cubicBezTo>
                    <a:pt x="876" y="1883"/>
                    <a:pt x="886" y="1862"/>
                    <a:pt x="896" y="1841"/>
                  </a:cubicBezTo>
                  <a:cubicBezTo>
                    <a:pt x="910" y="1811"/>
                    <a:pt x="925" y="1780"/>
                    <a:pt x="942" y="1750"/>
                  </a:cubicBezTo>
                  <a:cubicBezTo>
                    <a:pt x="1007" y="1635"/>
                    <a:pt x="1087" y="1545"/>
                    <a:pt x="1180" y="1483"/>
                  </a:cubicBezTo>
                  <a:cubicBezTo>
                    <a:pt x="1298" y="1403"/>
                    <a:pt x="1442" y="1358"/>
                    <a:pt x="1587" y="1355"/>
                  </a:cubicBezTo>
                  <a:cubicBezTo>
                    <a:pt x="1640" y="1119"/>
                    <a:pt x="1617" y="865"/>
                    <a:pt x="1497" y="633"/>
                  </a:cubicBezTo>
                  <a:cubicBezTo>
                    <a:pt x="1245" y="149"/>
                    <a:pt x="706" y="-111"/>
                    <a:pt x="178" y="46"/>
                  </a:cubicBezTo>
                  <a:cubicBezTo>
                    <a:pt x="141" y="82"/>
                    <a:pt x="113" y="125"/>
                    <a:pt x="91" y="178"/>
                  </a:cubicBezTo>
                  <a:cubicBezTo>
                    <a:pt x="63" y="247"/>
                    <a:pt x="34" y="323"/>
                    <a:pt x="21" y="401"/>
                  </a:cubicBezTo>
                  <a:cubicBezTo>
                    <a:pt x="-29" y="689"/>
                    <a:pt x="10" y="982"/>
                    <a:pt x="139" y="1294"/>
                  </a:cubicBezTo>
                  <a:cubicBezTo>
                    <a:pt x="276" y="1167"/>
                    <a:pt x="446" y="1078"/>
                    <a:pt x="653" y="1024"/>
                  </a:cubicBezTo>
                  <a:cubicBezTo>
                    <a:pt x="551" y="769"/>
                    <a:pt x="522" y="598"/>
                    <a:pt x="648" y="491"/>
                  </a:cubicBezTo>
                  <a:cubicBezTo>
                    <a:pt x="659" y="482"/>
                    <a:pt x="673" y="477"/>
                    <a:pt x="687" y="477"/>
                  </a:cubicBezTo>
                  <a:cubicBezTo>
                    <a:pt x="696" y="477"/>
                    <a:pt x="706" y="479"/>
                    <a:pt x="715" y="484"/>
                  </a:cubicBezTo>
                  <a:cubicBezTo>
                    <a:pt x="737" y="496"/>
                    <a:pt x="749" y="521"/>
                    <a:pt x="746" y="545"/>
                  </a:cubicBezTo>
                  <a:cubicBezTo>
                    <a:pt x="727" y="673"/>
                    <a:pt x="761" y="793"/>
                    <a:pt x="861" y="948"/>
                  </a:cubicBezTo>
                  <a:cubicBezTo>
                    <a:pt x="890" y="992"/>
                    <a:pt x="908" y="1000"/>
                    <a:pt x="929" y="1000"/>
                  </a:cubicBezTo>
                  <a:cubicBezTo>
                    <a:pt x="935" y="1000"/>
                    <a:pt x="941" y="1000"/>
                    <a:pt x="947" y="999"/>
                  </a:cubicBezTo>
                  <a:cubicBezTo>
                    <a:pt x="961" y="996"/>
                    <a:pt x="975" y="995"/>
                    <a:pt x="992" y="995"/>
                  </a:cubicBezTo>
                  <a:cubicBezTo>
                    <a:pt x="1014" y="995"/>
                    <a:pt x="1035" y="997"/>
                    <a:pt x="1056" y="999"/>
                  </a:cubicBezTo>
                  <a:lnTo>
                    <a:pt x="1060" y="1000"/>
                  </a:lnTo>
                  <a:lnTo>
                    <a:pt x="1084" y="1002"/>
                  </a:lnTo>
                  <a:cubicBezTo>
                    <a:pt x="1175" y="1012"/>
                    <a:pt x="1269" y="1021"/>
                    <a:pt x="1360" y="1058"/>
                  </a:cubicBezTo>
                  <a:cubicBezTo>
                    <a:pt x="1385" y="1068"/>
                    <a:pt x="1400" y="1093"/>
                    <a:pt x="1397" y="1119"/>
                  </a:cubicBezTo>
                  <a:cubicBezTo>
                    <a:pt x="1394" y="1146"/>
                    <a:pt x="1374" y="1167"/>
                    <a:pt x="1348" y="1172"/>
                  </a:cubicBezTo>
                  <a:cubicBezTo>
                    <a:pt x="1320" y="1177"/>
                    <a:pt x="1294" y="1177"/>
                    <a:pt x="1274" y="1177"/>
                  </a:cubicBezTo>
                  <a:lnTo>
                    <a:pt x="1258" y="1177"/>
                  </a:lnTo>
                  <a:lnTo>
                    <a:pt x="1223" y="1177"/>
                  </a:lnTo>
                  <a:cubicBezTo>
                    <a:pt x="1006" y="1177"/>
                    <a:pt x="818" y="1207"/>
                    <a:pt x="649" y="1269"/>
                  </a:cubicBezTo>
                  <a:cubicBezTo>
                    <a:pt x="304" y="1395"/>
                    <a:pt x="110" y="1619"/>
                    <a:pt x="58" y="195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0"/>
            <p:cNvSpPr/>
            <p:nvPr/>
          </p:nvSpPr>
          <p:spPr>
            <a:xfrm>
              <a:off x="4039920" y="842040"/>
              <a:ext cx="1482480" cy="1556640"/>
            </a:xfrm>
            <a:custGeom>
              <a:avLst/>
              <a:gdLst/>
              <a:ahLst/>
              <a:cxnLst/>
              <a:rect l="l" t="t" r="r" b="b"/>
              <a:pathLst>
                <a:path w="4118" h="4324" extrusionOk="0">
                  <a:moveTo>
                    <a:pt x="2001" y="1670"/>
                  </a:moveTo>
                  <a:cubicBezTo>
                    <a:pt x="2129" y="1527"/>
                    <a:pt x="2310" y="1448"/>
                    <a:pt x="2510" y="1448"/>
                  </a:cubicBezTo>
                  <a:cubicBezTo>
                    <a:pt x="2663" y="1448"/>
                    <a:pt x="2815" y="1494"/>
                    <a:pt x="2938" y="1577"/>
                  </a:cubicBezTo>
                  <a:cubicBezTo>
                    <a:pt x="3031" y="1639"/>
                    <a:pt x="3111" y="1729"/>
                    <a:pt x="3176" y="1844"/>
                  </a:cubicBezTo>
                  <a:cubicBezTo>
                    <a:pt x="3193" y="1874"/>
                    <a:pt x="3208" y="1905"/>
                    <a:pt x="3222" y="1935"/>
                  </a:cubicBezTo>
                  <a:cubicBezTo>
                    <a:pt x="3232" y="1956"/>
                    <a:pt x="3242" y="1977"/>
                    <a:pt x="3252" y="1998"/>
                  </a:cubicBezTo>
                  <a:cubicBezTo>
                    <a:pt x="3260" y="2013"/>
                    <a:pt x="3268" y="2028"/>
                    <a:pt x="3276" y="2043"/>
                  </a:cubicBezTo>
                  <a:cubicBezTo>
                    <a:pt x="3351" y="2190"/>
                    <a:pt x="3415" y="2316"/>
                    <a:pt x="3575" y="2360"/>
                  </a:cubicBezTo>
                  <a:cubicBezTo>
                    <a:pt x="3602" y="2367"/>
                    <a:pt x="3620" y="2392"/>
                    <a:pt x="3619" y="2420"/>
                  </a:cubicBezTo>
                  <a:cubicBezTo>
                    <a:pt x="3618" y="2448"/>
                    <a:pt x="3598" y="2471"/>
                    <a:pt x="3571" y="2476"/>
                  </a:cubicBezTo>
                  <a:cubicBezTo>
                    <a:pt x="3553" y="2480"/>
                    <a:pt x="3534" y="2482"/>
                    <a:pt x="3516" y="2482"/>
                  </a:cubicBezTo>
                  <a:cubicBezTo>
                    <a:pt x="3465" y="2482"/>
                    <a:pt x="3415" y="2468"/>
                    <a:pt x="3358" y="2440"/>
                  </a:cubicBezTo>
                  <a:cubicBezTo>
                    <a:pt x="3270" y="2395"/>
                    <a:pt x="3198" y="2323"/>
                    <a:pt x="3133" y="2213"/>
                  </a:cubicBezTo>
                  <a:lnTo>
                    <a:pt x="3111" y="2177"/>
                  </a:lnTo>
                  <a:cubicBezTo>
                    <a:pt x="3065" y="2100"/>
                    <a:pt x="3017" y="2021"/>
                    <a:pt x="2972" y="1942"/>
                  </a:cubicBezTo>
                  <a:cubicBezTo>
                    <a:pt x="2877" y="1779"/>
                    <a:pt x="2743" y="1703"/>
                    <a:pt x="2550" y="1703"/>
                  </a:cubicBezTo>
                  <a:cubicBezTo>
                    <a:pt x="2518" y="1703"/>
                    <a:pt x="2483" y="1706"/>
                    <a:pt x="2447" y="1710"/>
                  </a:cubicBezTo>
                  <a:cubicBezTo>
                    <a:pt x="2254" y="1734"/>
                    <a:pt x="2109" y="1840"/>
                    <a:pt x="2004" y="2034"/>
                  </a:cubicBezTo>
                  <a:cubicBezTo>
                    <a:pt x="1994" y="2053"/>
                    <a:pt x="1973" y="2065"/>
                    <a:pt x="1951" y="2065"/>
                  </a:cubicBezTo>
                  <a:cubicBezTo>
                    <a:pt x="1927" y="2065"/>
                    <a:pt x="1905" y="2051"/>
                    <a:pt x="1896" y="2029"/>
                  </a:cubicBezTo>
                  <a:cubicBezTo>
                    <a:pt x="1878" y="1990"/>
                    <a:pt x="1897" y="1785"/>
                    <a:pt x="2001" y="1670"/>
                  </a:cubicBezTo>
                  <a:moveTo>
                    <a:pt x="0" y="2654"/>
                  </a:moveTo>
                  <a:cubicBezTo>
                    <a:pt x="375" y="2354"/>
                    <a:pt x="873" y="2236"/>
                    <a:pt x="1358" y="2363"/>
                  </a:cubicBezTo>
                  <a:cubicBezTo>
                    <a:pt x="1378" y="2368"/>
                    <a:pt x="1398" y="2374"/>
                    <a:pt x="1417" y="2380"/>
                  </a:cubicBezTo>
                  <a:cubicBezTo>
                    <a:pt x="1474" y="2359"/>
                    <a:pt x="1536" y="2349"/>
                    <a:pt x="1602" y="2349"/>
                  </a:cubicBezTo>
                  <a:cubicBezTo>
                    <a:pt x="1731" y="2349"/>
                    <a:pt x="1846" y="2389"/>
                    <a:pt x="1879" y="2408"/>
                  </a:cubicBezTo>
                  <a:cubicBezTo>
                    <a:pt x="1998" y="2474"/>
                    <a:pt x="2096" y="2563"/>
                    <a:pt x="2169" y="2674"/>
                  </a:cubicBezTo>
                  <a:cubicBezTo>
                    <a:pt x="2186" y="2698"/>
                    <a:pt x="2181" y="2732"/>
                    <a:pt x="2159" y="2751"/>
                  </a:cubicBezTo>
                  <a:cubicBezTo>
                    <a:pt x="2148" y="2761"/>
                    <a:pt x="2134" y="2766"/>
                    <a:pt x="2119" y="2766"/>
                  </a:cubicBezTo>
                  <a:cubicBezTo>
                    <a:pt x="2106" y="2766"/>
                    <a:pt x="2092" y="2762"/>
                    <a:pt x="2081" y="2752"/>
                  </a:cubicBezTo>
                  <a:cubicBezTo>
                    <a:pt x="2024" y="2704"/>
                    <a:pt x="1957" y="2649"/>
                    <a:pt x="1884" y="2606"/>
                  </a:cubicBezTo>
                  <a:cubicBezTo>
                    <a:pt x="2273" y="2881"/>
                    <a:pt x="2518" y="3320"/>
                    <a:pt x="2542" y="3825"/>
                  </a:cubicBezTo>
                  <a:cubicBezTo>
                    <a:pt x="2548" y="3960"/>
                    <a:pt x="2528" y="4094"/>
                    <a:pt x="2498" y="4225"/>
                  </a:cubicBezTo>
                  <a:cubicBezTo>
                    <a:pt x="2480" y="4303"/>
                    <a:pt x="2508" y="4324"/>
                    <a:pt x="2580" y="4324"/>
                  </a:cubicBezTo>
                  <a:cubicBezTo>
                    <a:pt x="2764" y="4323"/>
                    <a:pt x="2947" y="4323"/>
                    <a:pt x="3131" y="4322"/>
                  </a:cubicBezTo>
                  <a:cubicBezTo>
                    <a:pt x="3134" y="4060"/>
                    <a:pt x="3074" y="3830"/>
                    <a:pt x="2957" y="3675"/>
                  </a:cubicBezTo>
                  <a:cubicBezTo>
                    <a:pt x="2943" y="3657"/>
                    <a:pt x="2941" y="3632"/>
                    <a:pt x="2952" y="3611"/>
                  </a:cubicBezTo>
                  <a:cubicBezTo>
                    <a:pt x="2963" y="3592"/>
                    <a:pt x="2983" y="3580"/>
                    <a:pt x="3005" y="3580"/>
                  </a:cubicBezTo>
                  <a:lnTo>
                    <a:pt x="3009" y="3580"/>
                  </a:lnTo>
                  <a:cubicBezTo>
                    <a:pt x="3054" y="3583"/>
                    <a:pt x="3080" y="3609"/>
                    <a:pt x="3094" y="3623"/>
                  </a:cubicBezTo>
                  <a:cubicBezTo>
                    <a:pt x="3096" y="3625"/>
                    <a:pt x="3098" y="3627"/>
                    <a:pt x="3100" y="3628"/>
                  </a:cubicBezTo>
                  <a:cubicBezTo>
                    <a:pt x="3280" y="3795"/>
                    <a:pt x="3329" y="4016"/>
                    <a:pt x="3352" y="4190"/>
                  </a:cubicBezTo>
                  <a:cubicBezTo>
                    <a:pt x="3357" y="4231"/>
                    <a:pt x="3360" y="4274"/>
                    <a:pt x="3362" y="4322"/>
                  </a:cubicBezTo>
                  <a:cubicBezTo>
                    <a:pt x="3571" y="4322"/>
                    <a:pt x="3780" y="4322"/>
                    <a:pt x="3989" y="4324"/>
                  </a:cubicBezTo>
                  <a:cubicBezTo>
                    <a:pt x="4084" y="4324"/>
                    <a:pt x="4093" y="4275"/>
                    <a:pt x="4093" y="4199"/>
                  </a:cubicBezTo>
                  <a:cubicBezTo>
                    <a:pt x="4093" y="3945"/>
                    <a:pt x="4092" y="3691"/>
                    <a:pt x="4092" y="3437"/>
                  </a:cubicBezTo>
                  <a:cubicBezTo>
                    <a:pt x="4089" y="3427"/>
                    <a:pt x="4085" y="3418"/>
                    <a:pt x="4082" y="3409"/>
                  </a:cubicBezTo>
                  <a:cubicBezTo>
                    <a:pt x="4005" y="3206"/>
                    <a:pt x="3859" y="3096"/>
                    <a:pt x="3648" y="3082"/>
                  </a:cubicBezTo>
                  <a:cubicBezTo>
                    <a:pt x="3625" y="3080"/>
                    <a:pt x="3605" y="3065"/>
                    <a:pt x="3596" y="3044"/>
                  </a:cubicBezTo>
                  <a:cubicBezTo>
                    <a:pt x="3588" y="3022"/>
                    <a:pt x="3592" y="2998"/>
                    <a:pt x="3608" y="2981"/>
                  </a:cubicBezTo>
                  <a:cubicBezTo>
                    <a:pt x="3649" y="2937"/>
                    <a:pt x="3707" y="2914"/>
                    <a:pt x="3775" y="2914"/>
                  </a:cubicBezTo>
                  <a:cubicBezTo>
                    <a:pt x="3844" y="2914"/>
                    <a:pt x="3924" y="2937"/>
                    <a:pt x="4013" y="2982"/>
                  </a:cubicBezTo>
                  <a:cubicBezTo>
                    <a:pt x="4020" y="2949"/>
                    <a:pt x="4026" y="2914"/>
                    <a:pt x="4032" y="2879"/>
                  </a:cubicBezTo>
                  <a:cubicBezTo>
                    <a:pt x="4034" y="2865"/>
                    <a:pt x="4036" y="2852"/>
                    <a:pt x="4038" y="2839"/>
                  </a:cubicBezTo>
                  <a:cubicBezTo>
                    <a:pt x="4091" y="2535"/>
                    <a:pt x="4098" y="2282"/>
                    <a:pt x="4060" y="2045"/>
                  </a:cubicBezTo>
                  <a:cubicBezTo>
                    <a:pt x="4008" y="1713"/>
                    <a:pt x="3814" y="1489"/>
                    <a:pt x="3469" y="1363"/>
                  </a:cubicBezTo>
                  <a:cubicBezTo>
                    <a:pt x="3300" y="1301"/>
                    <a:pt x="3112" y="1271"/>
                    <a:pt x="2895" y="1271"/>
                  </a:cubicBezTo>
                  <a:lnTo>
                    <a:pt x="2860" y="1271"/>
                  </a:lnTo>
                  <a:lnTo>
                    <a:pt x="2844" y="1271"/>
                  </a:lnTo>
                  <a:cubicBezTo>
                    <a:pt x="2825" y="1271"/>
                    <a:pt x="2799" y="1271"/>
                    <a:pt x="2771" y="1266"/>
                  </a:cubicBezTo>
                  <a:cubicBezTo>
                    <a:pt x="2744" y="1261"/>
                    <a:pt x="2724" y="1240"/>
                    <a:pt x="2721" y="1213"/>
                  </a:cubicBezTo>
                  <a:cubicBezTo>
                    <a:pt x="2718" y="1187"/>
                    <a:pt x="2734" y="1162"/>
                    <a:pt x="2758" y="1152"/>
                  </a:cubicBezTo>
                  <a:cubicBezTo>
                    <a:pt x="2849" y="1115"/>
                    <a:pt x="2943" y="1106"/>
                    <a:pt x="3034" y="1096"/>
                  </a:cubicBezTo>
                  <a:lnTo>
                    <a:pt x="3058" y="1094"/>
                  </a:lnTo>
                  <a:lnTo>
                    <a:pt x="3063" y="1093"/>
                  </a:lnTo>
                  <a:cubicBezTo>
                    <a:pt x="3083" y="1091"/>
                    <a:pt x="3104" y="1089"/>
                    <a:pt x="3126" y="1089"/>
                  </a:cubicBezTo>
                  <a:cubicBezTo>
                    <a:pt x="3142" y="1089"/>
                    <a:pt x="3157" y="1090"/>
                    <a:pt x="3171" y="1093"/>
                  </a:cubicBezTo>
                  <a:cubicBezTo>
                    <a:pt x="3177" y="1094"/>
                    <a:pt x="3183" y="1094"/>
                    <a:pt x="3188" y="1094"/>
                  </a:cubicBezTo>
                  <a:cubicBezTo>
                    <a:pt x="3210" y="1094"/>
                    <a:pt x="3228" y="1086"/>
                    <a:pt x="3257" y="1042"/>
                  </a:cubicBezTo>
                  <a:cubicBezTo>
                    <a:pt x="3356" y="887"/>
                    <a:pt x="3391" y="767"/>
                    <a:pt x="3372" y="639"/>
                  </a:cubicBezTo>
                  <a:cubicBezTo>
                    <a:pt x="3369" y="615"/>
                    <a:pt x="3381" y="590"/>
                    <a:pt x="3403" y="578"/>
                  </a:cubicBezTo>
                  <a:cubicBezTo>
                    <a:pt x="3412" y="573"/>
                    <a:pt x="3421" y="571"/>
                    <a:pt x="3432" y="571"/>
                  </a:cubicBezTo>
                  <a:cubicBezTo>
                    <a:pt x="3446" y="571"/>
                    <a:pt x="3459" y="576"/>
                    <a:pt x="3470" y="585"/>
                  </a:cubicBezTo>
                  <a:cubicBezTo>
                    <a:pt x="3596" y="692"/>
                    <a:pt x="3567" y="863"/>
                    <a:pt x="3465" y="1118"/>
                  </a:cubicBezTo>
                  <a:cubicBezTo>
                    <a:pt x="3673" y="1172"/>
                    <a:pt x="3842" y="1261"/>
                    <a:pt x="3979" y="1388"/>
                  </a:cubicBezTo>
                  <a:cubicBezTo>
                    <a:pt x="4108" y="1076"/>
                    <a:pt x="4147" y="783"/>
                    <a:pt x="4097" y="495"/>
                  </a:cubicBezTo>
                  <a:cubicBezTo>
                    <a:pt x="4084" y="417"/>
                    <a:pt x="4055" y="341"/>
                    <a:pt x="4026" y="271"/>
                  </a:cubicBezTo>
                  <a:cubicBezTo>
                    <a:pt x="3965" y="121"/>
                    <a:pt x="3846" y="44"/>
                    <a:pt x="3628" y="11"/>
                  </a:cubicBezTo>
                  <a:cubicBezTo>
                    <a:pt x="3581" y="4"/>
                    <a:pt x="3534" y="0"/>
                    <a:pt x="3489" y="0"/>
                  </a:cubicBezTo>
                  <a:cubicBezTo>
                    <a:pt x="3255" y="0"/>
                    <a:pt x="3034" y="92"/>
                    <a:pt x="2813" y="280"/>
                  </a:cubicBezTo>
                  <a:cubicBezTo>
                    <a:pt x="2718" y="361"/>
                    <a:pt x="2631" y="459"/>
                    <a:pt x="2540" y="591"/>
                  </a:cubicBezTo>
                  <a:cubicBezTo>
                    <a:pt x="2516" y="626"/>
                    <a:pt x="2501" y="669"/>
                    <a:pt x="2485" y="714"/>
                  </a:cubicBezTo>
                  <a:cubicBezTo>
                    <a:pt x="2474" y="746"/>
                    <a:pt x="2463" y="778"/>
                    <a:pt x="2448" y="809"/>
                  </a:cubicBezTo>
                  <a:lnTo>
                    <a:pt x="2447" y="813"/>
                  </a:lnTo>
                  <a:cubicBezTo>
                    <a:pt x="2442" y="829"/>
                    <a:pt x="2430" y="865"/>
                    <a:pt x="2385" y="881"/>
                  </a:cubicBezTo>
                  <a:cubicBezTo>
                    <a:pt x="2378" y="883"/>
                    <a:pt x="2372" y="884"/>
                    <a:pt x="2365" y="884"/>
                  </a:cubicBezTo>
                  <a:cubicBezTo>
                    <a:pt x="2356" y="884"/>
                    <a:pt x="2346" y="882"/>
                    <a:pt x="2338" y="878"/>
                  </a:cubicBezTo>
                  <a:cubicBezTo>
                    <a:pt x="2323" y="870"/>
                    <a:pt x="2313" y="857"/>
                    <a:pt x="2308" y="842"/>
                  </a:cubicBezTo>
                  <a:cubicBezTo>
                    <a:pt x="2283" y="759"/>
                    <a:pt x="2280" y="672"/>
                    <a:pt x="2298" y="583"/>
                  </a:cubicBezTo>
                  <a:lnTo>
                    <a:pt x="2296" y="583"/>
                  </a:lnTo>
                  <a:cubicBezTo>
                    <a:pt x="2163" y="583"/>
                    <a:pt x="1986" y="646"/>
                    <a:pt x="1919" y="763"/>
                  </a:cubicBezTo>
                  <a:cubicBezTo>
                    <a:pt x="1916" y="769"/>
                    <a:pt x="1914" y="773"/>
                    <a:pt x="1913" y="775"/>
                  </a:cubicBezTo>
                  <a:cubicBezTo>
                    <a:pt x="1914" y="777"/>
                    <a:pt x="1917" y="779"/>
                    <a:pt x="1920" y="782"/>
                  </a:cubicBezTo>
                  <a:cubicBezTo>
                    <a:pt x="2055" y="910"/>
                    <a:pt x="2117" y="1060"/>
                    <a:pt x="2106" y="1229"/>
                  </a:cubicBezTo>
                  <a:cubicBezTo>
                    <a:pt x="2105" y="1237"/>
                    <a:pt x="2105" y="1249"/>
                    <a:pt x="2102" y="1260"/>
                  </a:cubicBezTo>
                  <a:cubicBezTo>
                    <a:pt x="2098" y="1281"/>
                    <a:pt x="2086" y="1293"/>
                    <a:pt x="2082" y="1296"/>
                  </a:cubicBezTo>
                  <a:cubicBezTo>
                    <a:pt x="2071" y="1310"/>
                    <a:pt x="2054" y="1317"/>
                    <a:pt x="2037" y="1317"/>
                  </a:cubicBezTo>
                  <a:cubicBezTo>
                    <a:pt x="2033" y="1317"/>
                    <a:pt x="2030" y="1317"/>
                    <a:pt x="2026" y="1316"/>
                  </a:cubicBezTo>
                  <a:cubicBezTo>
                    <a:pt x="2005" y="1313"/>
                    <a:pt x="1968" y="1298"/>
                    <a:pt x="1960" y="1242"/>
                  </a:cubicBezTo>
                  <a:cubicBezTo>
                    <a:pt x="1878" y="1017"/>
                    <a:pt x="1713" y="879"/>
                    <a:pt x="1483" y="844"/>
                  </a:cubicBezTo>
                  <a:cubicBezTo>
                    <a:pt x="1458" y="840"/>
                    <a:pt x="1434" y="838"/>
                    <a:pt x="1411" y="838"/>
                  </a:cubicBezTo>
                  <a:cubicBezTo>
                    <a:pt x="1263" y="838"/>
                    <a:pt x="1129" y="912"/>
                    <a:pt x="1024" y="1053"/>
                  </a:cubicBezTo>
                  <a:cubicBezTo>
                    <a:pt x="947" y="1155"/>
                    <a:pt x="897" y="1281"/>
                    <a:pt x="872" y="1439"/>
                  </a:cubicBezTo>
                  <a:cubicBezTo>
                    <a:pt x="859" y="1519"/>
                    <a:pt x="817" y="1559"/>
                    <a:pt x="736" y="1568"/>
                  </a:cubicBezTo>
                  <a:cubicBezTo>
                    <a:pt x="662" y="1576"/>
                    <a:pt x="590" y="1603"/>
                    <a:pt x="521" y="1649"/>
                  </a:cubicBezTo>
                  <a:cubicBezTo>
                    <a:pt x="403" y="1729"/>
                    <a:pt x="337" y="1876"/>
                    <a:pt x="353" y="2018"/>
                  </a:cubicBezTo>
                  <a:cubicBezTo>
                    <a:pt x="539" y="2023"/>
                    <a:pt x="655" y="2052"/>
                    <a:pt x="752" y="2168"/>
                  </a:cubicBezTo>
                  <a:cubicBezTo>
                    <a:pt x="768" y="2188"/>
                    <a:pt x="770" y="2216"/>
                    <a:pt x="756" y="2238"/>
                  </a:cubicBezTo>
                  <a:cubicBezTo>
                    <a:pt x="745" y="2256"/>
                    <a:pt x="726" y="2266"/>
                    <a:pt x="706" y="2266"/>
                  </a:cubicBezTo>
                  <a:cubicBezTo>
                    <a:pt x="701" y="2266"/>
                    <a:pt x="696" y="2265"/>
                    <a:pt x="691" y="2264"/>
                  </a:cubicBezTo>
                  <a:cubicBezTo>
                    <a:pt x="595" y="2240"/>
                    <a:pt x="515" y="2229"/>
                    <a:pt x="441" y="2229"/>
                  </a:cubicBezTo>
                  <a:lnTo>
                    <a:pt x="427" y="2229"/>
                  </a:lnTo>
                  <a:cubicBezTo>
                    <a:pt x="370" y="2230"/>
                    <a:pt x="319" y="2248"/>
                    <a:pt x="270" y="2283"/>
                  </a:cubicBezTo>
                  <a:cubicBezTo>
                    <a:pt x="129" y="2386"/>
                    <a:pt x="39" y="2508"/>
                    <a:pt x="0" y="2654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8" name="Google Shape;568;p40"/>
          <p:cNvGrpSpPr/>
          <p:nvPr/>
        </p:nvGrpSpPr>
        <p:grpSpPr>
          <a:xfrm rot="-1800704" flipH="1">
            <a:off x="718079" y="2067298"/>
            <a:ext cx="1442848" cy="2373203"/>
            <a:chOff x="3268800" y="1836360"/>
            <a:chExt cx="2244960" cy="3692520"/>
          </a:xfrm>
        </p:grpSpPr>
        <p:sp>
          <p:nvSpPr>
            <p:cNvPr id="569" name="Google Shape;569;p40"/>
            <p:cNvSpPr/>
            <p:nvPr/>
          </p:nvSpPr>
          <p:spPr>
            <a:xfrm>
              <a:off x="3268800" y="1836360"/>
              <a:ext cx="2244960" cy="3692520"/>
            </a:xfrm>
            <a:custGeom>
              <a:avLst/>
              <a:gdLst/>
              <a:ahLst/>
              <a:cxnLst/>
              <a:rect l="l" t="t" r="r" b="b"/>
              <a:pathLst>
                <a:path w="6236" h="10257" extrusionOk="0">
                  <a:moveTo>
                    <a:pt x="1769" y="4357"/>
                  </a:moveTo>
                  <a:cubicBezTo>
                    <a:pt x="2125" y="4913"/>
                    <a:pt x="2094" y="5603"/>
                    <a:pt x="1691" y="6143"/>
                  </a:cubicBezTo>
                  <a:cubicBezTo>
                    <a:pt x="1334" y="6622"/>
                    <a:pt x="717" y="6846"/>
                    <a:pt x="138" y="6706"/>
                  </a:cubicBezTo>
                  <a:cubicBezTo>
                    <a:pt x="7" y="6674"/>
                    <a:pt x="3" y="6677"/>
                    <a:pt x="3" y="6811"/>
                  </a:cubicBezTo>
                  <a:cubicBezTo>
                    <a:pt x="2" y="7146"/>
                    <a:pt x="2" y="7481"/>
                    <a:pt x="3" y="7816"/>
                  </a:cubicBezTo>
                  <a:cubicBezTo>
                    <a:pt x="3" y="8094"/>
                    <a:pt x="151" y="8246"/>
                    <a:pt x="432" y="8247"/>
                  </a:cubicBezTo>
                  <a:cubicBezTo>
                    <a:pt x="902" y="8250"/>
                    <a:pt x="1372" y="8249"/>
                    <a:pt x="1841" y="8248"/>
                  </a:cubicBezTo>
                  <a:cubicBezTo>
                    <a:pt x="1962" y="8248"/>
                    <a:pt x="2083" y="8250"/>
                    <a:pt x="2204" y="8246"/>
                  </a:cubicBezTo>
                  <a:cubicBezTo>
                    <a:pt x="2271" y="8243"/>
                    <a:pt x="2276" y="8270"/>
                    <a:pt x="2248" y="8319"/>
                  </a:cubicBezTo>
                  <a:cubicBezTo>
                    <a:pt x="2198" y="8406"/>
                    <a:pt x="2146" y="8492"/>
                    <a:pt x="2095" y="8578"/>
                  </a:cubicBezTo>
                  <a:cubicBezTo>
                    <a:pt x="1700" y="9244"/>
                    <a:pt x="2120" y="10129"/>
                    <a:pt x="2885" y="10242"/>
                  </a:cubicBezTo>
                  <a:cubicBezTo>
                    <a:pt x="3357" y="10312"/>
                    <a:pt x="3730" y="10133"/>
                    <a:pt x="3991" y="9748"/>
                  </a:cubicBezTo>
                  <a:cubicBezTo>
                    <a:pt x="4247" y="9372"/>
                    <a:pt x="4252" y="8972"/>
                    <a:pt x="4026" y="8574"/>
                  </a:cubicBezTo>
                  <a:cubicBezTo>
                    <a:pt x="3980" y="8493"/>
                    <a:pt x="3937" y="8410"/>
                    <a:pt x="3884" y="8333"/>
                  </a:cubicBezTo>
                  <a:cubicBezTo>
                    <a:pt x="3838" y="8265"/>
                    <a:pt x="3849" y="8245"/>
                    <a:pt x="3930" y="8246"/>
                  </a:cubicBezTo>
                  <a:cubicBezTo>
                    <a:pt x="4265" y="8248"/>
                    <a:pt x="4600" y="8248"/>
                    <a:pt x="4935" y="8248"/>
                  </a:cubicBezTo>
                  <a:lnTo>
                    <a:pt x="5039" y="8248"/>
                  </a:lnTo>
                  <a:cubicBezTo>
                    <a:pt x="5398" y="8248"/>
                    <a:pt x="5757" y="8246"/>
                    <a:pt x="6116" y="8250"/>
                  </a:cubicBezTo>
                  <a:cubicBezTo>
                    <a:pt x="6205" y="8251"/>
                    <a:pt x="6237" y="8224"/>
                    <a:pt x="6236" y="8132"/>
                  </a:cubicBezTo>
                  <a:cubicBezTo>
                    <a:pt x="6232" y="7665"/>
                    <a:pt x="6232" y="7199"/>
                    <a:pt x="6236" y="6733"/>
                  </a:cubicBezTo>
                  <a:cubicBezTo>
                    <a:pt x="6236" y="6645"/>
                    <a:pt x="6212" y="6632"/>
                    <a:pt x="6128" y="6649"/>
                  </a:cubicBezTo>
                  <a:cubicBezTo>
                    <a:pt x="5613" y="6748"/>
                    <a:pt x="5161" y="6653"/>
                    <a:pt x="4799" y="6345"/>
                  </a:cubicBezTo>
                  <a:cubicBezTo>
                    <a:pt x="4705" y="6266"/>
                    <a:pt x="4617" y="6172"/>
                    <a:pt x="4536" y="6063"/>
                  </a:cubicBezTo>
                  <a:cubicBezTo>
                    <a:pt x="4533" y="6059"/>
                    <a:pt x="4530" y="6055"/>
                    <a:pt x="4527" y="6051"/>
                  </a:cubicBezTo>
                  <a:cubicBezTo>
                    <a:pt x="4411" y="5892"/>
                    <a:pt x="4326" y="5729"/>
                    <a:pt x="4273" y="5561"/>
                  </a:cubicBezTo>
                  <a:cubicBezTo>
                    <a:pt x="4254" y="5501"/>
                    <a:pt x="4239" y="5440"/>
                    <a:pt x="4229" y="5379"/>
                  </a:cubicBezTo>
                  <a:cubicBezTo>
                    <a:pt x="4172" y="5056"/>
                    <a:pt x="4231" y="4723"/>
                    <a:pt x="4407" y="4390"/>
                  </a:cubicBezTo>
                  <a:cubicBezTo>
                    <a:pt x="4473" y="4267"/>
                    <a:pt x="4550" y="4157"/>
                    <a:pt x="4637" y="4060"/>
                  </a:cubicBezTo>
                  <a:cubicBezTo>
                    <a:pt x="4709" y="3980"/>
                    <a:pt x="4788" y="3910"/>
                    <a:pt x="4872" y="3850"/>
                  </a:cubicBezTo>
                  <a:cubicBezTo>
                    <a:pt x="5220" y="3598"/>
                    <a:pt x="5662" y="3508"/>
                    <a:pt x="6116" y="3599"/>
                  </a:cubicBezTo>
                  <a:cubicBezTo>
                    <a:pt x="6135" y="3602"/>
                    <a:pt x="6151" y="3605"/>
                    <a:pt x="6165" y="3606"/>
                  </a:cubicBezTo>
                  <a:cubicBezTo>
                    <a:pt x="6218" y="3609"/>
                    <a:pt x="6237" y="3588"/>
                    <a:pt x="6236" y="3507"/>
                  </a:cubicBezTo>
                  <a:cubicBezTo>
                    <a:pt x="6235" y="3348"/>
                    <a:pt x="6234" y="3189"/>
                    <a:pt x="6233" y="3030"/>
                  </a:cubicBezTo>
                  <a:cubicBezTo>
                    <a:pt x="6232" y="2832"/>
                    <a:pt x="6233" y="2635"/>
                    <a:pt x="6234" y="2437"/>
                  </a:cubicBezTo>
                  <a:cubicBezTo>
                    <a:pt x="6234" y="2338"/>
                    <a:pt x="6235" y="2239"/>
                    <a:pt x="6236" y="2140"/>
                  </a:cubicBezTo>
                  <a:cubicBezTo>
                    <a:pt x="6237" y="2044"/>
                    <a:pt x="6205" y="2014"/>
                    <a:pt x="6111" y="2015"/>
                  </a:cubicBezTo>
                  <a:cubicBezTo>
                    <a:pt x="6021" y="2015"/>
                    <a:pt x="5932" y="2016"/>
                    <a:pt x="5842" y="2016"/>
                  </a:cubicBezTo>
                  <a:cubicBezTo>
                    <a:pt x="5533" y="2017"/>
                    <a:pt x="5225" y="2017"/>
                    <a:pt x="4917" y="2017"/>
                  </a:cubicBezTo>
                  <a:cubicBezTo>
                    <a:pt x="4828" y="2017"/>
                    <a:pt x="4740" y="2017"/>
                    <a:pt x="4652" y="2017"/>
                  </a:cubicBezTo>
                  <a:cubicBezTo>
                    <a:pt x="4468" y="2017"/>
                    <a:pt x="4285" y="2016"/>
                    <a:pt x="4101" y="2016"/>
                  </a:cubicBezTo>
                  <a:cubicBezTo>
                    <a:pt x="4082" y="2016"/>
                    <a:pt x="4066" y="2016"/>
                    <a:pt x="4051" y="2016"/>
                  </a:cubicBezTo>
                  <a:cubicBezTo>
                    <a:pt x="3904" y="2015"/>
                    <a:pt x="3897" y="2001"/>
                    <a:pt x="3973" y="1872"/>
                  </a:cubicBezTo>
                  <a:cubicBezTo>
                    <a:pt x="3980" y="1859"/>
                    <a:pt x="3988" y="1845"/>
                    <a:pt x="3997" y="1830"/>
                  </a:cubicBezTo>
                  <a:cubicBezTo>
                    <a:pt x="4102" y="1654"/>
                    <a:pt x="4194" y="1476"/>
                    <a:pt x="4225" y="1270"/>
                  </a:cubicBezTo>
                  <a:cubicBezTo>
                    <a:pt x="4227" y="1253"/>
                    <a:pt x="4230" y="1235"/>
                    <a:pt x="4231" y="1217"/>
                  </a:cubicBezTo>
                  <a:cubicBezTo>
                    <a:pt x="4237" y="1157"/>
                    <a:pt x="4238" y="1098"/>
                    <a:pt x="4233" y="1038"/>
                  </a:cubicBezTo>
                  <a:cubicBezTo>
                    <a:pt x="4206" y="668"/>
                    <a:pt x="3989" y="313"/>
                    <a:pt x="3658" y="137"/>
                  </a:cubicBezTo>
                  <a:cubicBezTo>
                    <a:pt x="3596" y="104"/>
                    <a:pt x="3532" y="77"/>
                    <a:pt x="3468" y="56"/>
                  </a:cubicBezTo>
                  <a:cubicBezTo>
                    <a:pt x="3391" y="31"/>
                    <a:pt x="3313" y="14"/>
                    <a:pt x="3235" y="6"/>
                  </a:cubicBezTo>
                  <a:cubicBezTo>
                    <a:pt x="2927" y="-27"/>
                    <a:pt x="2626" y="70"/>
                    <a:pt x="2398" y="261"/>
                  </a:cubicBezTo>
                  <a:cubicBezTo>
                    <a:pt x="2274" y="365"/>
                    <a:pt x="2172" y="497"/>
                    <a:pt x="2102" y="650"/>
                  </a:cubicBezTo>
                  <a:cubicBezTo>
                    <a:pt x="2101" y="650"/>
                    <a:pt x="2101" y="650"/>
                    <a:pt x="2101" y="650"/>
                  </a:cubicBezTo>
                  <a:cubicBezTo>
                    <a:pt x="2040" y="783"/>
                    <a:pt x="2003" y="932"/>
                    <a:pt x="1997" y="1094"/>
                  </a:cubicBezTo>
                  <a:cubicBezTo>
                    <a:pt x="1996" y="1124"/>
                    <a:pt x="1996" y="1154"/>
                    <a:pt x="1998" y="1183"/>
                  </a:cubicBezTo>
                  <a:cubicBezTo>
                    <a:pt x="2002" y="1272"/>
                    <a:pt x="2020" y="1357"/>
                    <a:pt x="2046" y="1439"/>
                  </a:cubicBezTo>
                  <a:cubicBezTo>
                    <a:pt x="2092" y="1583"/>
                    <a:pt x="2165" y="1718"/>
                    <a:pt x="2247" y="1850"/>
                  </a:cubicBezTo>
                  <a:cubicBezTo>
                    <a:pt x="2276" y="1897"/>
                    <a:pt x="2344" y="1946"/>
                    <a:pt x="2314" y="2000"/>
                  </a:cubicBezTo>
                  <a:cubicBezTo>
                    <a:pt x="2287" y="2048"/>
                    <a:pt x="2212" y="2015"/>
                    <a:pt x="2159" y="2015"/>
                  </a:cubicBezTo>
                  <a:cubicBezTo>
                    <a:pt x="2067" y="2016"/>
                    <a:pt x="1974" y="2016"/>
                    <a:pt x="1882" y="2016"/>
                  </a:cubicBezTo>
                  <a:cubicBezTo>
                    <a:pt x="1788" y="2016"/>
                    <a:pt x="1695" y="2016"/>
                    <a:pt x="1602" y="2017"/>
                  </a:cubicBezTo>
                  <a:cubicBezTo>
                    <a:pt x="1114" y="2017"/>
                    <a:pt x="626" y="2017"/>
                    <a:pt x="138" y="2015"/>
                  </a:cubicBezTo>
                  <a:cubicBezTo>
                    <a:pt x="37" y="2014"/>
                    <a:pt x="-1" y="2041"/>
                    <a:pt x="0" y="2148"/>
                  </a:cubicBezTo>
                  <a:cubicBezTo>
                    <a:pt x="5" y="2622"/>
                    <a:pt x="5" y="3095"/>
                    <a:pt x="1" y="3568"/>
                  </a:cubicBezTo>
                  <a:cubicBezTo>
                    <a:pt x="0" y="3667"/>
                    <a:pt x="29" y="3683"/>
                    <a:pt x="120" y="3664"/>
                  </a:cubicBezTo>
                  <a:cubicBezTo>
                    <a:pt x="771" y="3525"/>
                    <a:pt x="1411" y="3796"/>
                    <a:pt x="1769" y="4357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0"/>
            <p:cNvSpPr/>
            <p:nvPr/>
          </p:nvSpPr>
          <p:spPr>
            <a:xfrm>
              <a:off x="3843720" y="1836360"/>
              <a:ext cx="1670040" cy="2286720"/>
            </a:xfrm>
            <a:custGeom>
              <a:avLst/>
              <a:gdLst/>
              <a:ahLst/>
              <a:cxnLst/>
              <a:rect l="l" t="t" r="r" b="b"/>
              <a:pathLst>
                <a:path w="4639" h="6352" extrusionOk="0">
                  <a:moveTo>
                    <a:pt x="403" y="3148"/>
                  </a:moveTo>
                  <a:lnTo>
                    <a:pt x="410" y="3154"/>
                  </a:lnTo>
                  <a:lnTo>
                    <a:pt x="417" y="3161"/>
                  </a:lnTo>
                  <a:cubicBezTo>
                    <a:pt x="432" y="3176"/>
                    <a:pt x="454" y="3193"/>
                    <a:pt x="479" y="3210"/>
                  </a:cubicBezTo>
                  <a:cubicBezTo>
                    <a:pt x="438" y="3308"/>
                    <a:pt x="417" y="3413"/>
                    <a:pt x="420" y="3520"/>
                  </a:cubicBezTo>
                  <a:cubicBezTo>
                    <a:pt x="431" y="3889"/>
                    <a:pt x="521" y="4207"/>
                    <a:pt x="701" y="4523"/>
                  </a:cubicBezTo>
                  <a:cubicBezTo>
                    <a:pt x="782" y="4664"/>
                    <a:pt x="884" y="4787"/>
                    <a:pt x="1005" y="4887"/>
                  </a:cubicBezTo>
                  <a:lnTo>
                    <a:pt x="1125" y="4987"/>
                  </a:lnTo>
                  <a:cubicBezTo>
                    <a:pt x="1133" y="5017"/>
                    <a:pt x="1145" y="5046"/>
                    <a:pt x="1159" y="5073"/>
                  </a:cubicBezTo>
                  <a:cubicBezTo>
                    <a:pt x="1245" y="5239"/>
                    <a:pt x="1355" y="5433"/>
                    <a:pt x="1514" y="5606"/>
                  </a:cubicBezTo>
                  <a:cubicBezTo>
                    <a:pt x="1607" y="5706"/>
                    <a:pt x="1702" y="5780"/>
                    <a:pt x="1804" y="5832"/>
                  </a:cubicBezTo>
                  <a:cubicBezTo>
                    <a:pt x="1882" y="5871"/>
                    <a:pt x="1964" y="5893"/>
                    <a:pt x="2049" y="5899"/>
                  </a:cubicBezTo>
                  <a:cubicBezTo>
                    <a:pt x="2071" y="5901"/>
                    <a:pt x="2088" y="5901"/>
                    <a:pt x="2105" y="5901"/>
                  </a:cubicBezTo>
                  <a:cubicBezTo>
                    <a:pt x="2120" y="5901"/>
                    <a:pt x="2133" y="5901"/>
                    <a:pt x="2145" y="5900"/>
                  </a:cubicBezTo>
                  <a:lnTo>
                    <a:pt x="2154" y="5899"/>
                  </a:lnTo>
                  <a:cubicBezTo>
                    <a:pt x="2452" y="6269"/>
                    <a:pt x="2807" y="6352"/>
                    <a:pt x="3067" y="6352"/>
                  </a:cubicBezTo>
                  <a:cubicBezTo>
                    <a:pt x="3076" y="6352"/>
                    <a:pt x="3086" y="6352"/>
                    <a:pt x="3095" y="6352"/>
                  </a:cubicBezTo>
                  <a:cubicBezTo>
                    <a:pt x="3131" y="6351"/>
                    <a:pt x="3167" y="6349"/>
                    <a:pt x="3202" y="6345"/>
                  </a:cubicBezTo>
                  <a:cubicBezTo>
                    <a:pt x="3108" y="6266"/>
                    <a:pt x="3020" y="6172"/>
                    <a:pt x="2939" y="6063"/>
                  </a:cubicBezTo>
                  <a:cubicBezTo>
                    <a:pt x="2936" y="6059"/>
                    <a:pt x="2933" y="6055"/>
                    <a:pt x="2930" y="6051"/>
                  </a:cubicBezTo>
                  <a:cubicBezTo>
                    <a:pt x="2814" y="5892"/>
                    <a:pt x="2729" y="5729"/>
                    <a:pt x="2676" y="5561"/>
                  </a:cubicBezTo>
                  <a:cubicBezTo>
                    <a:pt x="2657" y="5501"/>
                    <a:pt x="2642" y="5440"/>
                    <a:pt x="2632" y="5379"/>
                  </a:cubicBezTo>
                  <a:cubicBezTo>
                    <a:pt x="2575" y="5056"/>
                    <a:pt x="2634" y="4723"/>
                    <a:pt x="2810" y="4390"/>
                  </a:cubicBezTo>
                  <a:cubicBezTo>
                    <a:pt x="2876" y="4267"/>
                    <a:pt x="2953" y="4157"/>
                    <a:pt x="3040" y="4060"/>
                  </a:cubicBezTo>
                  <a:cubicBezTo>
                    <a:pt x="3112" y="3980"/>
                    <a:pt x="3191" y="3910"/>
                    <a:pt x="3275" y="3850"/>
                  </a:cubicBezTo>
                  <a:cubicBezTo>
                    <a:pt x="3623" y="3598"/>
                    <a:pt x="4065" y="3508"/>
                    <a:pt x="4519" y="3599"/>
                  </a:cubicBezTo>
                  <a:cubicBezTo>
                    <a:pt x="4538" y="3602"/>
                    <a:pt x="4554" y="3605"/>
                    <a:pt x="4568" y="3606"/>
                  </a:cubicBezTo>
                  <a:cubicBezTo>
                    <a:pt x="4621" y="3609"/>
                    <a:pt x="4640" y="3588"/>
                    <a:pt x="4639" y="3507"/>
                  </a:cubicBezTo>
                  <a:cubicBezTo>
                    <a:pt x="4638" y="3348"/>
                    <a:pt x="4637" y="3189"/>
                    <a:pt x="4636" y="3030"/>
                  </a:cubicBezTo>
                  <a:cubicBezTo>
                    <a:pt x="4635" y="2832"/>
                    <a:pt x="4636" y="2635"/>
                    <a:pt x="4637" y="2437"/>
                  </a:cubicBezTo>
                  <a:cubicBezTo>
                    <a:pt x="4637" y="2338"/>
                    <a:pt x="4638" y="2239"/>
                    <a:pt x="4639" y="2140"/>
                  </a:cubicBezTo>
                  <a:cubicBezTo>
                    <a:pt x="4640" y="2044"/>
                    <a:pt x="4608" y="2014"/>
                    <a:pt x="4514" y="2015"/>
                  </a:cubicBezTo>
                  <a:cubicBezTo>
                    <a:pt x="4424" y="2015"/>
                    <a:pt x="4335" y="2016"/>
                    <a:pt x="4245" y="2016"/>
                  </a:cubicBezTo>
                  <a:cubicBezTo>
                    <a:pt x="3936" y="2017"/>
                    <a:pt x="3628" y="2017"/>
                    <a:pt x="3320" y="2017"/>
                  </a:cubicBezTo>
                  <a:cubicBezTo>
                    <a:pt x="3232" y="2017"/>
                    <a:pt x="3143" y="2017"/>
                    <a:pt x="3055" y="2017"/>
                  </a:cubicBezTo>
                  <a:cubicBezTo>
                    <a:pt x="2871" y="2017"/>
                    <a:pt x="2688" y="2016"/>
                    <a:pt x="2504" y="2016"/>
                  </a:cubicBezTo>
                  <a:cubicBezTo>
                    <a:pt x="2485" y="2016"/>
                    <a:pt x="2469" y="2016"/>
                    <a:pt x="2454" y="2016"/>
                  </a:cubicBezTo>
                  <a:cubicBezTo>
                    <a:pt x="2307" y="2015"/>
                    <a:pt x="2300" y="2001"/>
                    <a:pt x="2376" y="1872"/>
                  </a:cubicBezTo>
                  <a:cubicBezTo>
                    <a:pt x="2383" y="1859"/>
                    <a:pt x="2391" y="1845"/>
                    <a:pt x="2400" y="1830"/>
                  </a:cubicBezTo>
                  <a:cubicBezTo>
                    <a:pt x="2505" y="1654"/>
                    <a:pt x="2597" y="1476"/>
                    <a:pt x="2628" y="1270"/>
                  </a:cubicBezTo>
                  <a:cubicBezTo>
                    <a:pt x="2630" y="1253"/>
                    <a:pt x="2633" y="1235"/>
                    <a:pt x="2634" y="1217"/>
                  </a:cubicBezTo>
                  <a:cubicBezTo>
                    <a:pt x="2640" y="1157"/>
                    <a:pt x="2641" y="1098"/>
                    <a:pt x="2636" y="1038"/>
                  </a:cubicBezTo>
                  <a:cubicBezTo>
                    <a:pt x="2609" y="668"/>
                    <a:pt x="2392" y="313"/>
                    <a:pt x="2061" y="137"/>
                  </a:cubicBezTo>
                  <a:cubicBezTo>
                    <a:pt x="1999" y="104"/>
                    <a:pt x="1935" y="77"/>
                    <a:pt x="1871" y="56"/>
                  </a:cubicBezTo>
                  <a:cubicBezTo>
                    <a:pt x="1794" y="31"/>
                    <a:pt x="1716" y="14"/>
                    <a:pt x="1638" y="6"/>
                  </a:cubicBezTo>
                  <a:cubicBezTo>
                    <a:pt x="1330" y="-27"/>
                    <a:pt x="1029" y="70"/>
                    <a:pt x="801" y="262"/>
                  </a:cubicBezTo>
                  <a:cubicBezTo>
                    <a:pt x="677" y="365"/>
                    <a:pt x="575" y="497"/>
                    <a:pt x="505" y="650"/>
                  </a:cubicBezTo>
                  <a:cubicBezTo>
                    <a:pt x="504" y="650"/>
                    <a:pt x="504" y="650"/>
                    <a:pt x="504" y="650"/>
                  </a:cubicBezTo>
                  <a:cubicBezTo>
                    <a:pt x="443" y="783"/>
                    <a:pt x="406" y="932"/>
                    <a:pt x="400" y="1094"/>
                  </a:cubicBezTo>
                  <a:cubicBezTo>
                    <a:pt x="398" y="1124"/>
                    <a:pt x="399" y="1154"/>
                    <a:pt x="401" y="1183"/>
                  </a:cubicBezTo>
                  <a:cubicBezTo>
                    <a:pt x="406" y="1272"/>
                    <a:pt x="423" y="1357"/>
                    <a:pt x="449" y="1439"/>
                  </a:cubicBezTo>
                  <a:cubicBezTo>
                    <a:pt x="495" y="1583"/>
                    <a:pt x="568" y="1718"/>
                    <a:pt x="650" y="1850"/>
                  </a:cubicBezTo>
                  <a:cubicBezTo>
                    <a:pt x="679" y="1897"/>
                    <a:pt x="747" y="1946"/>
                    <a:pt x="717" y="2000"/>
                  </a:cubicBezTo>
                  <a:cubicBezTo>
                    <a:pt x="690" y="2048"/>
                    <a:pt x="615" y="2015"/>
                    <a:pt x="562" y="2015"/>
                  </a:cubicBezTo>
                  <a:cubicBezTo>
                    <a:pt x="470" y="2016"/>
                    <a:pt x="377" y="2016"/>
                    <a:pt x="285" y="2016"/>
                  </a:cubicBezTo>
                  <a:cubicBezTo>
                    <a:pt x="191" y="2016"/>
                    <a:pt x="98" y="2016"/>
                    <a:pt x="5" y="2017"/>
                  </a:cubicBezTo>
                  <a:cubicBezTo>
                    <a:pt x="-22" y="2375"/>
                    <a:pt x="37" y="2759"/>
                    <a:pt x="403" y="3148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0"/>
            <p:cNvSpPr/>
            <p:nvPr/>
          </p:nvSpPr>
          <p:spPr>
            <a:xfrm>
              <a:off x="5018760" y="3092040"/>
              <a:ext cx="469440" cy="130320"/>
            </a:xfrm>
            <a:custGeom>
              <a:avLst/>
              <a:gdLst/>
              <a:ahLst/>
              <a:cxnLst/>
              <a:rect l="l" t="t" r="r" b="b"/>
              <a:pathLst>
                <a:path w="1304" h="362" extrusionOk="0">
                  <a:moveTo>
                    <a:pt x="1255" y="111"/>
                  </a:moveTo>
                  <a:cubicBezTo>
                    <a:pt x="1274" y="114"/>
                    <a:pt x="1290" y="117"/>
                    <a:pt x="1304" y="118"/>
                  </a:cubicBezTo>
                  <a:cubicBezTo>
                    <a:pt x="1268" y="90"/>
                    <a:pt x="1225" y="66"/>
                    <a:pt x="1174" y="48"/>
                  </a:cubicBezTo>
                  <a:cubicBezTo>
                    <a:pt x="1084" y="16"/>
                    <a:pt x="971" y="0"/>
                    <a:pt x="837" y="0"/>
                  </a:cubicBezTo>
                  <a:cubicBezTo>
                    <a:pt x="812" y="0"/>
                    <a:pt x="787" y="1"/>
                    <a:pt x="761" y="2"/>
                  </a:cubicBezTo>
                  <a:cubicBezTo>
                    <a:pt x="732" y="3"/>
                    <a:pt x="704" y="4"/>
                    <a:pt x="675" y="5"/>
                  </a:cubicBezTo>
                  <a:cubicBezTo>
                    <a:pt x="522" y="9"/>
                    <a:pt x="378" y="13"/>
                    <a:pt x="244" y="76"/>
                  </a:cubicBezTo>
                  <a:cubicBezTo>
                    <a:pt x="142" y="123"/>
                    <a:pt x="67" y="182"/>
                    <a:pt x="13" y="256"/>
                  </a:cubicBezTo>
                  <a:cubicBezTo>
                    <a:pt x="-1" y="276"/>
                    <a:pt x="-1" y="284"/>
                    <a:pt x="0" y="292"/>
                  </a:cubicBezTo>
                  <a:cubicBezTo>
                    <a:pt x="4" y="314"/>
                    <a:pt x="8" y="338"/>
                    <a:pt x="11" y="362"/>
                  </a:cubicBezTo>
                  <a:cubicBezTo>
                    <a:pt x="359" y="110"/>
                    <a:pt x="801" y="20"/>
                    <a:pt x="1255" y="11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0"/>
            <p:cNvSpPr/>
            <p:nvPr/>
          </p:nvSpPr>
          <p:spPr>
            <a:xfrm>
              <a:off x="4664880" y="3799440"/>
              <a:ext cx="236880" cy="219600"/>
            </a:xfrm>
            <a:custGeom>
              <a:avLst/>
              <a:gdLst/>
              <a:ahLst/>
              <a:cxnLst/>
              <a:rect l="l" t="t" r="r" b="b"/>
              <a:pathLst>
                <a:path w="658" h="610" extrusionOk="0">
                  <a:moveTo>
                    <a:pt x="20" y="0"/>
                  </a:moveTo>
                  <a:cubicBezTo>
                    <a:pt x="-6" y="54"/>
                    <a:pt x="-7" y="118"/>
                    <a:pt x="22" y="164"/>
                  </a:cubicBezTo>
                  <a:cubicBezTo>
                    <a:pt x="190" y="438"/>
                    <a:pt x="399" y="584"/>
                    <a:pt x="658" y="610"/>
                  </a:cubicBezTo>
                  <a:cubicBezTo>
                    <a:pt x="655" y="606"/>
                    <a:pt x="652" y="602"/>
                    <a:pt x="649" y="598"/>
                  </a:cubicBezTo>
                  <a:cubicBezTo>
                    <a:pt x="533" y="439"/>
                    <a:pt x="448" y="276"/>
                    <a:pt x="395" y="108"/>
                  </a:cubicBezTo>
                  <a:cubicBezTo>
                    <a:pt x="280" y="104"/>
                    <a:pt x="159" y="69"/>
                    <a:pt x="20" y="0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0"/>
            <p:cNvSpPr/>
            <p:nvPr/>
          </p:nvSpPr>
          <p:spPr>
            <a:xfrm>
              <a:off x="4442760" y="2997360"/>
              <a:ext cx="498240" cy="775440"/>
            </a:xfrm>
            <a:custGeom>
              <a:avLst/>
              <a:gdLst/>
              <a:ahLst/>
              <a:cxnLst/>
              <a:rect l="l" t="t" r="r" b="b"/>
              <a:pathLst>
                <a:path w="1384" h="2154" extrusionOk="0">
                  <a:moveTo>
                    <a:pt x="0" y="298"/>
                  </a:moveTo>
                  <a:cubicBezTo>
                    <a:pt x="9" y="573"/>
                    <a:pt x="89" y="752"/>
                    <a:pt x="261" y="877"/>
                  </a:cubicBezTo>
                  <a:cubicBezTo>
                    <a:pt x="353" y="943"/>
                    <a:pt x="449" y="977"/>
                    <a:pt x="547" y="977"/>
                  </a:cubicBezTo>
                  <a:cubicBezTo>
                    <a:pt x="635" y="977"/>
                    <a:pt x="724" y="950"/>
                    <a:pt x="812" y="895"/>
                  </a:cubicBezTo>
                  <a:cubicBezTo>
                    <a:pt x="841" y="877"/>
                    <a:pt x="870" y="856"/>
                    <a:pt x="901" y="835"/>
                  </a:cubicBezTo>
                  <a:cubicBezTo>
                    <a:pt x="915" y="824"/>
                    <a:pt x="930" y="814"/>
                    <a:pt x="945" y="803"/>
                  </a:cubicBezTo>
                  <a:cubicBezTo>
                    <a:pt x="955" y="796"/>
                    <a:pt x="967" y="792"/>
                    <a:pt x="979" y="792"/>
                  </a:cubicBezTo>
                  <a:cubicBezTo>
                    <a:pt x="993" y="792"/>
                    <a:pt x="1008" y="798"/>
                    <a:pt x="1019" y="807"/>
                  </a:cubicBezTo>
                  <a:cubicBezTo>
                    <a:pt x="1039" y="826"/>
                    <a:pt x="1045" y="856"/>
                    <a:pt x="1032" y="880"/>
                  </a:cubicBezTo>
                  <a:cubicBezTo>
                    <a:pt x="968" y="1000"/>
                    <a:pt x="838" y="1099"/>
                    <a:pt x="686" y="1143"/>
                  </a:cubicBezTo>
                  <a:cubicBezTo>
                    <a:pt x="471" y="1205"/>
                    <a:pt x="337" y="1433"/>
                    <a:pt x="395" y="1641"/>
                  </a:cubicBezTo>
                  <a:cubicBezTo>
                    <a:pt x="400" y="1661"/>
                    <a:pt x="407" y="1682"/>
                    <a:pt x="414" y="1703"/>
                  </a:cubicBezTo>
                  <a:cubicBezTo>
                    <a:pt x="496" y="1947"/>
                    <a:pt x="750" y="2101"/>
                    <a:pt x="968" y="2154"/>
                  </a:cubicBezTo>
                  <a:cubicBezTo>
                    <a:pt x="911" y="1831"/>
                    <a:pt x="970" y="1498"/>
                    <a:pt x="1146" y="1165"/>
                  </a:cubicBezTo>
                  <a:cubicBezTo>
                    <a:pt x="1212" y="1042"/>
                    <a:pt x="1289" y="932"/>
                    <a:pt x="1376" y="835"/>
                  </a:cubicBezTo>
                  <a:cubicBezTo>
                    <a:pt x="1378" y="807"/>
                    <a:pt x="1380" y="782"/>
                    <a:pt x="1381" y="761"/>
                  </a:cubicBezTo>
                  <a:cubicBezTo>
                    <a:pt x="1383" y="728"/>
                    <a:pt x="1385" y="699"/>
                    <a:pt x="1384" y="684"/>
                  </a:cubicBezTo>
                  <a:cubicBezTo>
                    <a:pt x="1375" y="455"/>
                    <a:pt x="1273" y="285"/>
                    <a:pt x="1070" y="162"/>
                  </a:cubicBezTo>
                  <a:cubicBezTo>
                    <a:pt x="945" y="86"/>
                    <a:pt x="802" y="35"/>
                    <a:pt x="620" y="0"/>
                  </a:cubicBezTo>
                  <a:cubicBezTo>
                    <a:pt x="618" y="0"/>
                    <a:pt x="616" y="0"/>
                    <a:pt x="614" y="0"/>
                  </a:cubicBezTo>
                  <a:cubicBezTo>
                    <a:pt x="611" y="0"/>
                    <a:pt x="609" y="0"/>
                    <a:pt x="604" y="5"/>
                  </a:cubicBezTo>
                  <a:cubicBezTo>
                    <a:pt x="457" y="162"/>
                    <a:pt x="265" y="254"/>
                    <a:pt x="18" y="286"/>
                  </a:cubicBezTo>
                  <a:cubicBezTo>
                    <a:pt x="7" y="287"/>
                    <a:pt x="2" y="289"/>
                    <a:pt x="1" y="289"/>
                  </a:cubicBezTo>
                  <a:cubicBezTo>
                    <a:pt x="1" y="289"/>
                    <a:pt x="0" y="292"/>
                    <a:pt x="0" y="298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0"/>
            <p:cNvSpPr/>
            <p:nvPr/>
          </p:nvSpPr>
          <p:spPr>
            <a:xfrm>
              <a:off x="4098600" y="2970000"/>
              <a:ext cx="518760" cy="884520"/>
            </a:xfrm>
            <a:custGeom>
              <a:avLst/>
              <a:gdLst/>
              <a:ahLst/>
              <a:cxnLst/>
              <a:rect l="l" t="t" r="r" b="b"/>
              <a:pathLst>
                <a:path w="1441" h="2457" extrusionOk="0">
                  <a:moveTo>
                    <a:pt x="236" y="1245"/>
                  </a:moveTo>
                  <a:cubicBezTo>
                    <a:pt x="82" y="975"/>
                    <a:pt x="9" y="715"/>
                    <a:pt x="0" y="400"/>
                  </a:cubicBezTo>
                  <a:cubicBezTo>
                    <a:pt x="-4" y="263"/>
                    <a:pt x="78" y="124"/>
                    <a:pt x="208" y="45"/>
                  </a:cubicBezTo>
                  <a:cubicBezTo>
                    <a:pt x="260" y="13"/>
                    <a:pt x="293" y="0"/>
                    <a:pt x="316" y="0"/>
                  </a:cubicBezTo>
                  <a:cubicBezTo>
                    <a:pt x="337" y="0"/>
                    <a:pt x="363" y="13"/>
                    <a:pt x="418" y="80"/>
                  </a:cubicBezTo>
                  <a:cubicBezTo>
                    <a:pt x="455" y="125"/>
                    <a:pt x="490" y="163"/>
                    <a:pt x="525" y="196"/>
                  </a:cubicBezTo>
                  <a:cubicBezTo>
                    <a:pt x="597" y="264"/>
                    <a:pt x="668" y="306"/>
                    <a:pt x="744" y="323"/>
                  </a:cubicBezTo>
                  <a:cubicBezTo>
                    <a:pt x="750" y="324"/>
                    <a:pt x="754" y="325"/>
                    <a:pt x="756" y="326"/>
                  </a:cubicBezTo>
                  <a:cubicBezTo>
                    <a:pt x="757" y="330"/>
                    <a:pt x="757" y="336"/>
                    <a:pt x="757" y="347"/>
                  </a:cubicBezTo>
                  <a:cubicBezTo>
                    <a:pt x="757" y="681"/>
                    <a:pt x="873" y="928"/>
                    <a:pt x="1110" y="1101"/>
                  </a:cubicBezTo>
                  <a:cubicBezTo>
                    <a:pt x="1113" y="1103"/>
                    <a:pt x="1114" y="1104"/>
                    <a:pt x="1114" y="1105"/>
                  </a:cubicBezTo>
                  <a:cubicBezTo>
                    <a:pt x="1114" y="1105"/>
                    <a:pt x="1116" y="1109"/>
                    <a:pt x="1114" y="1125"/>
                  </a:cubicBezTo>
                  <a:cubicBezTo>
                    <a:pt x="1102" y="1228"/>
                    <a:pt x="1098" y="1314"/>
                    <a:pt x="1100" y="1394"/>
                  </a:cubicBezTo>
                  <a:cubicBezTo>
                    <a:pt x="1107" y="1613"/>
                    <a:pt x="1143" y="1893"/>
                    <a:pt x="1367" y="2115"/>
                  </a:cubicBezTo>
                  <a:cubicBezTo>
                    <a:pt x="1391" y="2139"/>
                    <a:pt x="1417" y="2161"/>
                    <a:pt x="1441" y="2181"/>
                  </a:cubicBezTo>
                  <a:cubicBezTo>
                    <a:pt x="1385" y="2246"/>
                    <a:pt x="1354" y="2325"/>
                    <a:pt x="1348" y="2417"/>
                  </a:cubicBezTo>
                  <a:cubicBezTo>
                    <a:pt x="1346" y="2438"/>
                    <a:pt x="1345" y="2450"/>
                    <a:pt x="1343" y="2457"/>
                  </a:cubicBezTo>
                  <a:cubicBezTo>
                    <a:pt x="1341" y="2457"/>
                    <a:pt x="1337" y="2457"/>
                    <a:pt x="1332" y="2457"/>
                  </a:cubicBezTo>
                  <a:cubicBezTo>
                    <a:pt x="1323" y="2457"/>
                    <a:pt x="1313" y="2457"/>
                    <a:pt x="1301" y="2456"/>
                  </a:cubicBezTo>
                  <a:cubicBezTo>
                    <a:pt x="1267" y="2454"/>
                    <a:pt x="1234" y="2445"/>
                    <a:pt x="1202" y="2428"/>
                  </a:cubicBezTo>
                  <a:cubicBezTo>
                    <a:pt x="1138" y="2396"/>
                    <a:pt x="1079" y="2349"/>
                    <a:pt x="1016" y="2281"/>
                  </a:cubicBezTo>
                  <a:cubicBezTo>
                    <a:pt x="884" y="2138"/>
                    <a:pt x="788" y="1968"/>
                    <a:pt x="712" y="1821"/>
                  </a:cubicBezTo>
                  <a:cubicBezTo>
                    <a:pt x="708" y="1814"/>
                    <a:pt x="707" y="1806"/>
                    <a:pt x="706" y="1794"/>
                  </a:cubicBezTo>
                  <a:cubicBezTo>
                    <a:pt x="697" y="1497"/>
                    <a:pt x="637" y="1191"/>
                    <a:pt x="517" y="831"/>
                  </a:cubicBezTo>
                  <a:cubicBezTo>
                    <a:pt x="485" y="734"/>
                    <a:pt x="452" y="640"/>
                    <a:pt x="402" y="553"/>
                  </a:cubicBezTo>
                  <a:cubicBezTo>
                    <a:pt x="391" y="534"/>
                    <a:pt x="371" y="523"/>
                    <a:pt x="350" y="523"/>
                  </a:cubicBezTo>
                  <a:cubicBezTo>
                    <a:pt x="343" y="523"/>
                    <a:pt x="336" y="524"/>
                    <a:pt x="330" y="526"/>
                  </a:cubicBezTo>
                  <a:cubicBezTo>
                    <a:pt x="302" y="536"/>
                    <a:pt x="286" y="564"/>
                    <a:pt x="291" y="593"/>
                  </a:cubicBezTo>
                  <a:cubicBezTo>
                    <a:pt x="311" y="709"/>
                    <a:pt x="335" y="826"/>
                    <a:pt x="358" y="940"/>
                  </a:cubicBezTo>
                  <a:cubicBezTo>
                    <a:pt x="395" y="1126"/>
                    <a:pt x="434" y="1317"/>
                    <a:pt x="457" y="1509"/>
                  </a:cubicBezTo>
                  <a:cubicBezTo>
                    <a:pt x="369" y="1437"/>
                    <a:pt x="295" y="1348"/>
                    <a:pt x="236" y="1245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0"/>
            <p:cNvSpPr/>
            <p:nvPr/>
          </p:nvSpPr>
          <p:spPr>
            <a:xfrm>
              <a:off x="4717440" y="2562120"/>
              <a:ext cx="795600" cy="560160"/>
            </a:xfrm>
            <a:custGeom>
              <a:avLst/>
              <a:gdLst/>
              <a:ahLst/>
              <a:cxnLst/>
              <a:rect l="l" t="t" r="r" b="b"/>
              <a:pathLst>
                <a:path w="2210" h="1556" extrusionOk="0">
                  <a:moveTo>
                    <a:pt x="0" y="972"/>
                  </a:moveTo>
                  <a:cubicBezTo>
                    <a:pt x="312" y="1055"/>
                    <a:pt x="629" y="1199"/>
                    <a:pt x="782" y="1556"/>
                  </a:cubicBezTo>
                  <a:cubicBezTo>
                    <a:pt x="919" y="1374"/>
                    <a:pt x="1123" y="1272"/>
                    <a:pt x="1403" y="1246"/>
                  </a:cubicBezTo>
                  <a:cubicBezTo>
                    <a:pt x="1479" y="1239"/>
                    <a:pt x="1557" y="1238"/>
                    <a:pt x="1632" y="1237"/>
                  </a:cubicBezTo>
                  <a:cubicBezTo>
                    <a:pt x="1669" y="1236"/>
                    <a:pt x="1707" y="1235"/>
                    <a:pt x="1745" y="1234"/>
                  </a:cubicBezTo>
                  <a:cubicBezTo>
                    <a:pt x="1884" y="1229"/>
                    <a:pt x="1999" y="1194"/>
                    <a:pt x="2096" y="1127"/>
                  </a:cubicBezTo>
                  <a:cubicBezTo>
                    <a:pt x="2142" y="1095"/>
                    <a:pt x="2180" y="1057"/>
                    <a:pt x="2210" y="1014"/>
                  </a:cubicBezTo>
                  <a:cubicBezTo>
                    <a:pt x="2208" y="816"/>
                    <a:pt x="2209" y="619"/>
                    <a:pt x="2210" y="421"/>
                  </a:cubicBezTo>
                  <a:cubicBezTo>
                    <a:pt x="2164" y="313"/>
                    <a:pt x="2093" y="217"/>
                    <a:pt x="1999" y="131"/>
                  </a:cubicBezTo>
                  <a:cubicBezTo>
                    <a:pt x="1942" y="79"/>
                    <a:pt x="1882" y="35"/>
                    <a:pt x="1818" y="0"/>
                  </a:cubicBezTo>
                  <a:cubicBezTo>
                    <a:pt x="1509" y="1"/>
                    <a:pt x="1201" y="1"/>
                    <a:pt x="893" y="1"/>
                  </a:cubicBezTo>
                  <a:cubicBezTo>
                    <a:pt x="857" y="19"/>
                    <a:pt x="821" y="40"/>
                    <a:pt x="786" y="63"/>
                  </a:cubicBezTo>
                  <a:cubicBezTo>
                    <a:pt x="756" y="83"/>
                    <a:pt x="725" y="105"/>
                    <a:pt x="695" y="127"/>
                  </a:cubicBezTo>
                  <a:cubicBezTo>
                    <a:pt x="680" y="137"/>
                    <a:pt x="664" y="148"/>
                    <a:pt x="649" y="159"/>
                  </a:cubicBezTo>
                  <a:cubicBezTo>
                    <a:pt x="639" y="166"/>
                    <a:pt x="627" y="170"/>
                    <a:pt x="615" y="170"/>
                  </a:cubicBezTo>
                  <a:cubicBezTo>
                    <a:pt x="599" y="170"/>
                    <a:pt x="584" y="164"/>
                    <a:pt x="573" y="152"/>
                  </a:cubicBezTo>
                  <a:cubicBezTo>
                    <a:pt x="552" y="131"/>
                    <a:pt x="549" y="99"/>
                    <a:pt x="566" y="75"/>
                  </a:cubicBezTo>
                  <a:cubicBezTo>
                    <a:pt x="586" y="49"/>
                    <a:pt x="606" y="24"/>
                    <a:pt x="628" y="1"/>
                  </a:cubicBezTo>
                  <a:cubicBezTo>
                    <a:pt x="444" y="1"/>
                    <a:pt x="261" y="0"/>
                    <a:pt x="77" y="0"/>
                  </a:cubicBezTo>
                  <a:cubicBezTo>
                    <a:pt x="58" y="0"/>
                    <a:pt x="42" y="0"/>
                    <a:pt x="27" y="0"/>
                  </a:cubicBezTo>
                  <a:cubicBezTo>
                    <a:pt x="66" y="91"/>
                    <a:pt x="94" y="195"/>
                    <a:pt x="115" y="315"/>
                  </a:cubicBezTo>
                  <a:cubicBezTo>
                    <a:pt x="154" y="553"/>
                    <a:pt x="311" y="701"/>
                    <a:pt x="524" y="701"/>
                  </a:cubicBezTo>
                  <a:cubicBezTo>
                    <a:pt x="551" y="701"/>
                    <a:pt x="578" y="699"/>
                    <a:pt x="606" y="694"/>
                  </a:cubicBezTo>
                  <a:cubicBezTo>
                    <a:pt x="697" y="679"/>
                    <a:pt x="784" y="653"/>
                    <a:pt x="876" y="626"/>
                  </a:cubicBezTo>
                  <a:cubicBezTo>
                    <a:pt x="943" y="606"/>
                    <a:pt x="1012" y="585"/>
                    <a:pt x="1083" y="569"/>
                  </a:cubicBezTo>
                  <a:cubicBezTo>
                    <a:pt x="1098" y="566"/>
                    <a:pt x="1114" y="562"/>
                    <a:pt x="1129" y="558"/>
                  </a:cubicBezTo>
                  <a:cubicBezTo>
                    <a:pt x="1216" y="538"/>
                    <a:pt x="1306" y="518"/>
                    <a:pt x="1399" y="518"/>
                  </a:cubicBezTo>
                  <a:cubicBezTo>
                    <a:pt x="1439" y="518"/>
                    <a:pt x="1477" y="521"/>
                    <a:pt x="1514" y="529"/>
                  </a:cubicBezTo>
                  <a:cubicBezTo>
                    <a:pt x="1573" y="541"/>
                    <a:pt x="1620" y="561"/>
                    <a:pt x="1660" y="590"/>
                  </a:cubicBezTo>
                  <a:cubicBezTo>
                    <a:pt x="1683" y="607"/>
                    <a:pt x="1691" y="638"/>
                    <a:pt x="1679" y="663"/>
                  </a:cubicBezTo>
                  <a:cubicBezTo>
                    <a:pt x="1669" y="685"/>
                    <a:pt x="1648" y="698"/>
                    <a:pt x="1625" y="698"/>
                  </a:cubicBezTo>
                  <a:cubicBezTo>
                    <a:pt x="1620" y="698"/>
                    <a:pt x="1616" y="697"/>
                    <a:pt x="1611" y="696"/>
                  </a:cubicBezTo>
                  <a:cubicBezTo>
                    <a:pt x="1565" y="685"/>
                    <a:pt x="1519" y="680"/>
                    <a:pt x="1470" y="680"/>
                  </a:cubicBezTo>
                  <a:cubicBezTo>
                    <a:pt x="1325" y="680"/>
                    <a:pt x="1189" y="729"/>
                    <a:pt x="1045" y="780"/>
                  </a:cubicBezTo>
                  <a:cubicBezTo>
                    <a:pt x="993" y="799"/>
                    <a:pt x="939" y="818"/>
                    <a:pt x="885" y="835"/>
                  </a:cubicBezTo>
                  <a:cubicBezTo>
                    <a:pt x="868" y="840"/>
                    <a:pt x="851" y="846"/>
                    <a:pt x="834" y="851"/>
                  </a:cubicBezTo>
                  <a:cubicBezTo>
                    <a:pt x="746" y="879"/>
                    <a:pt x="654" y="909"/>
                    <a:pt x="556" y="917"/>
                  </a:cubicBezTo>
                  <a:cubicBezTo>
                    <a:pt x="538" y="918"/>
                    <a:pt x="520" y="919"/>
                    <a:pt x="503" y="919"/>
                  </a:cubicBezTo>
                  <a:cubicBezTo>
                    <a:pt x="346" y="919"/>
                    <a:pt x="207" y="860"/>
                    <a:pt x="86" y="744"/>
                  </a:cubicBezTo>
                  <a:cubicBezTo>
                    <a:pt x="80" y="777"/>
                    <a:pt x="73" y="811"/>
                    <a:pt x="60" y="844"/>
                  </a:cubicBezTo>
                  <a:cubicBezTo>
                    <a:pt x="43" y="888"/>
                    <a:pt x="22" y="930"/>
                    <a:pt x="0" y="972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0"/>
            <p:cNvSpPr/>
            <p:nvPr/>
          </p:nvSpPr>
          <p:spPr>
            <a:xfrm>
              <a:off x="4515840" y="1856520"/>
              <a:ext cx="276840" cy="353520"/>
            </a:xfrm>
            <a:custGeom>
              <a:avLst/>
              <a:gdLst/>
              <a:ahLst/>
              <a:cxnLst/>
              <a:rect l="l" t="t" r="r" b="b"/>
              <a:pathLst>
                <a:path w="769" h="982" extrusionOk="0">
                  <a:moveTo>
                    <a:pt x="0" y="66"/>
                  </a:moveTo>
                  <a:cubicBezTo>
                    <a:pt x="-3" y="300"/>
                    <a:pt x="81" y="507"/>
                    <a:pt x="166" y="680"/>
                  </a:cubicBezTo>
                  <a:cubicBezTo>
                    <a:pt x="197" y="675"/>
                    <a:pt x="229" y="672"/>
                    <a:pt x="259" y="672"/>
                  </a:cubicBezTo>
                  <a:cubicBezTo>
                    <a:pt x="417" y="672"/>
                    <a:pt x="557" y="742"/>
                    <a:pt x="690" y="887"/>
                  </a:cubicBezTo>
                  <a:cubicBezTo>
                    <a:pt x="719" y="919"/>
                    <a:pt x="745" y="951"/>
                    <a:pt x="769" y="982"/>
                  </a:cubicBezTo>
                  <a:cubicBezTo>
                    <a:pt x="742" y="612"/>
                    <a:pt x="525" y="257"/>
                    <a:pt x="194" y="81"/>
                  </a:cubicBezTo>
                  <a:cubicBezTo>
                    <a:pt x="132" y="48"/>
                    <a:pt x="68" y="21"/>
                    <a:pt x="4" y="0"/>
                  </a:cubicBezTo>
                  <a:cubicBezTo>
                    <a:pt x="2" y="21"/>
                    <a:pt x="0" y="43"/>
                    <a:pt x="0" y="66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0"/>
            <p:cNvSpPr/>
            <p:nvPr/>
          </p:nvSpPr>
          <p:spPr>
            <a:xfrm>
              <a:off x="4132080" y="1836360"/>
              <a:ext cx="358920" cy="310320"/>
            </a:xfrm>
            <a:custGeom>
              <a:avLst/>
              <a:gdLst/>
              <a:ahLst/>
              <a:cxnLst/>
              <a:rect l="l" t="t" r="r" b="b"/>
              <a:pathLst>
                <a:path w="997" h="862" extrusionOk="0">
                  <a:moveTo>
                    <a:pt x="0" y="261"/>
                  </a:moveTo>
                  <a:cubicBezTo>
                    <a:pt x="65" y="276"/>
                    <a:pt x="130" y="304"/>
                    <a:pt x="195" y="348"/>
                  </a:cubicBezTo>
                  <a:cubicBezTo>
                    <a:pt x="316" y="429"/>
                    <a:pt x="405" y="538"/>
                    <a:pt x="469" y="623"/>
                  </a:cubicBezTo>
                  <a:lnTo>
                    <a:pt x="484" y="644"/>
                  </a:lnTo>
                  <a:cubicBezTo>
                    <a:pt x="512" y="681"/>
                    <a:pt x="540" y="720"/>
                    <a:pt x="570" y="756"/>
                  </a:cubicBezTo>
                  <a:cubicBezTo>
                    <a:pt x="627" y="827"/>
                    <a:pt x="692" y="862"/>
                    <a:pt x="768" y="862"/>
                  </a:cubicBezTo>
                  <a:cubicBezTo>
                    <a:pt x="801" y="862"/>
                    <a:pt x="836" y="855"/>
                    <a:pt x="872" y="843"/>
                  </a:cubicBezTo>
                  <a:cubicBezTo>
                    <a:pt x="912" y="830"/>
                    <a:pt x="952" y="813"/>
                    <a:pt x="991" y="796"/>
                  </a:cubicBezTo>
                  <a:cubicBezTo>
                    <a:pt x="993" y="795"/>
                    <a:pt x="995" y="795"/>
                    <a:pt x="997" y="794"/>
                  </a:cubicBezTo>
                  <a:cubicBezTo>
                    <a:pt x="995" y="791"/>
                    <a:pt x="994" y="787"/>
                    <a:pt x="992" y="784"/>
                  </a:cubicBezTo>
                  <a:cubicBezTo>
                    <a:pt x="891" y="571"/>
                    <a:pt x="838" y="366"/>
                    <a:pt x="828" y="156"/>
                  </a:cubicBezTo>
                  <a:cubicBezTo>
                    <a:pt x="826" y="103"/>
                    <a:pt x="829" y="53"/>
                    <a:pt x="837" y="6"/>
                  </a:cubicBezTo>
                  <a:cubicBezTo>
                    <a:pt x="529" y="-27"/>
                    <a:pt x="228" y="70"/>
                    <a:pt x="0" y="26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0"/>
            <p:cNvSpPr/>
            <p:nvPr/>
          </p:nvSpPr>
          <p:spPr>
            <a:xfrm>
              <a:off x="3943800" y="2019240"/>
              <a:ext cx="846000" cy="984600"/>
            </a:xfrm>
            <a:custGeom>
              <a:avLst/>
              <a:gdLst/>
              <a:ahLst/>
              <a:cxnLst/>
              <a:rect l="l" t="t" r="r" b="b"/>
              <a:pathLst>
                <a:path w="2350" h="2735" extrusionOk="0">
                  <a:moveTo>
                    <a:pt x="306" y="2402"/>
                  </a:moveTo>
                  <a:cubicBezTo>
                    <a:pt x="322" y="2417"/>
                    <a:pt x="406" y="2466"/>
                    <a:pt x="480" y="2466"/>
                  </a:cubicBezTo>
                  <a:cubicBezTo>
                    <a:pt x="518" y="2466"/>
                    <a:pt x="546" y="2453"/>
                    <a:pt x="566" y="2425"/>
                  </a:cubicBezTo>
                  <a:cubicBezTo>
                    <a:pt x="614" y="2360"/>
                    <a:pt x="663" y="2156"/>
                    <a:pt x="457" y="1529"/>
                  </a:cubicBezTo>
                  <a:cubicBezTo>
                    <a:pt x="449" y="1505"/>
                    <a:pt x="456" y="1480"/>
                    <a:pt x="475" y="1464"/>
                  </a:cubicBezTo>
                  <a:cubicBezTo>
                    <a:pt x="486" y="1455"/>
                    <a:pt x="500" y="1450"/>
                    <a:pt x="513" y="1450"/>
                  </a:cubicBezTo>
                  <a:cubicBezTo>
                    <a:pt x="523" y="1450"/>
                    <a:pt x="533" y="1453"/>
                    <a:pt x="542" y="1457"/>
                  </a:cubicBezTo>
                  <a:cubicBezTo>
                    <a:pt x="589" y="1483"/>
                    <a:pt x="622" y="1520"/>
                    <a:pt x="649" y="1554"/>
                  </a:cubicBezTo>
                  <a:cubicBezTo>
                    <a:pt x="824" y="1765"/>
                    <a:pt x="906" y="2025"/>
                    <a:pt x="900" y="2350"/>
                  </a:cubicBezTo>
                  <a:cubicBezTo>
                    <a:pt x="900" y="2361"/>
                    <a:pt x="898" y="2373"/>
                    <a:pt x="897" y="2384"/>
                  </a:cubicBezTo>
                  <a:cubicBezTo>
                    <a:pt x="896" y="2394"/>
                    <a:pt x="895" y="2404"/>
                    <a:pt x="895" y="2411"/>
                  </a:cubicBezTo>
                  <a:cubicBezTo>
                    <a:pt x="908" y="2602"/>
                    <a:pt x="1186" y="2735"/>
                    <a:pt x="1427" y="2735"/>
                  </a:cubicBezTo>
                  <a:cubicBezTo>
                    <a:pt x="1508" y="2735"/>
                    <a:pt x="1584" y="2720"/>
                    <a:pt x="1647" y="2693"/>
                  </a:cubicBezTo>
                  <a:cubicBezTo>
                    <a:pt x="1900" y="2582"/>
                    <a:pt x="2039" y="2376"/>
                    <a:pt x="2071" y="2061"/>
                  </a:cubicBezTo>
                  <a:cubicBezTo>
                    <a:pt x="2083" y="1942"/>
                    <a:pt x="2072" y="1814"/>
                    <a:pt x="2036" y="1660"/>
                  </a:cubicBezTo>
                  <a:cubicBezTo>
                    <a:pt x="1985" y="1446"/>
                    <a:pt x="1874" y="1296"/>
                    <a:pt x="1697" y="1200"/>
                  </a:cubicBezTo>
                  <a:cubicBezTo>
                    <a:pt x="1672" y="1186"/>
                    <a:pt x="1660" y="1157"/>
                    <a:pt x="1669" y="1130"/>
                  </a:cubicBezTo>
                  <a:cubicBezTo>
                    <a:pt x="1676" y="1104"/>
                    <a:pt x="1700" y="1087"/>
                    <a:pt x="1726" y="1087"/>
                  </a:cubicBezTo>
                  <a:cubicBezTo>
                    <a:pt x="1728" y="1087"/>
                    <a:pt x="1729" y="1087"/>
                    <a:pt x="1731" y="1088"/>
                  </a:cubicBezTo>
                  <a:cubicBezTo>
                    <a:pt x="1798" y="1094"/>
                    <a:pt x="1888" y="1139"/>
                    <a:pt x="1959" y="1203"/>
                  </a:cubicBezTo>
                  <a:cubicBezTo>
                    <a:pt x="2012" y="1252"/>
                    <a:pt x="2059" y="1304"/>
                    <a:pt x="2098" y="1364"/>
                  </a:cubicBezTo>
                  <a:cubicBezTo>
                    <a:pt x="2105" y="1351"/>
                    <a:pt x="2113" y="1337"/>
                    <a:pt x="2122" y="1322"/>
                  </a:cubicBezTo>
                  <a:cubicBezTo>
                    <a:pt x="2227" y="1146"/>
                    <a:pt x="2319" y="968"/>
                    <a:pt x="2350" y="762"/>
                  </a:cubicBezTo>
                  <a:cubicBezTo>
                    <a:pt x="2340" y="751"/>
                    <a:pt x="2331" y="739"/>
                    <a:pt x="2322" y="727"/>
                  </a:cubicBezTo>
                  <a:cubicBezTo>
                    <a:pt x="2289" y="684"/>
                    <a:pt x="2258" y="644"/>
                    <a:pt x="2224" y="606"/>
                  </a:cubicBezTo>
                  <a:cubicBezTo>
                    <a:pt x="2163" y="539"/>
                    <a:pt x="2105" y="493"/>
                    <a:pt x="2043" y="458"/>
                  </a:cubicBezTo>
                  <a:cubicBezTo>
                    <a:pt x="1987" y="428"/>
                    <a:pt x="1933" y="413"/>
                    <a:pt x="1878" y="413"/>
                  </a:cubicBezTo>
                  <a:cubicBezTo>
                    <a:pt x="1828" y="413"/>
                    <a:pt x="1778" y="426"/>
                    <a:pt x="1726" y="451"/>
                  </a:cubicBezTo>
                  <a:cubicBezTo>
                    <a:pt x="1710" y="458"/>
                    <a:pt x="1693" y="467"/>
                    <a:pt x="1677" y="475"/>
                  </a:cubicBezTo>
                  <a:cubicBezTo>
                    <a:pt x="1629" y="498"/>
                    <a:pt x="1580" y="523"/>
                    <a:pt x="1527" y="542"/>
                  </a:cubicBezTo>
                  <a:cubicBezTo>
                    <a:pt x="1442" y="571"/>
                    <a:pt x="1368" y="586"/>
                    <a:pt x="1300" y="586"/>
                  </a:cubicBezTo>
                  <a:cubicBezTo>
                    <a:pt x="1153" y="586"/>
                    <a:pt x="1031" y="517"/>
                    <a:pt x="906" y="362"/>
                  </a:cubicBezTo>
                  <a:cubicBezTo>
                    <a:pt x="851" y="293"/>
                    <a:pt x="791" y="220"/>
                    <a:pt x="729" y="151"/>
                  </a:cubicBezTo>
                  <a:cubicBezTo>
                    <a:pt x="689" y="106"/>
                    <a:pt x="638" y="66"/>
                    <a:pt x="573" y="30"/>
                  </a:cubicBezTo>
                  <a:cubicBezTo>
                    <a:pt x="539" y="10"/>
                    <a:pt x="505" y="0"/>
                    <a:pt x="472" y="0"/>
                  </a:cubicBezTo>
                  <a:cubicBezTo>
                    <a:pt x="438" y="0"/>
                    <a:pt x="403" y="11"/>
                    <a:pt x="368" y="31"/>
                  </a:cubicBezTo>
                  <a:cubicBezTo>
                    <a:pt x="318" y="60"/>
                    <a:pt x="270" y="98"/>
                    <a:pt x="227" y="142"/>
                  </a:cubicBezTo>
                  <a:cubicBezTo>
                    <a:pt x="226" y="142"/>
                    <a:pt x="226" y="142"/>
                    <a:pt x="226" y="142"/>
                  </a:cubicBezTo>
                  <a:cubicBezTo>
                    <a:pt x="165" y="275"/>
                    <a:pt x="128" y="424"/>
                    <a:pt x="122" y="586"/>
                  </a:cubicBezTo>
                  <a:cubicBezTo>
                    <a:pt x="121" y="616"/>
                    <a:pt x="121" y="646"/>
                    <a:pt x="123" y="675"/>
                  </a:cubicBezTo>
                  <a:cubicBezTo>
                    <a:pt x="144" y="660"/>
                    <a:pt x="167" y="647"/>
                    <a:pt x="191" y="635"/>
                  </a:cubicBezTo>
                  <a:cubicBezTo>
                    <a:pt x="280" y="589"/>
                    <a:pt x="382" y="565"/>
                    <a:pt x="484" y="565"/>
                  </a:cubicBezTo>
                  <a:cubicBezTo>
                    <a:pt x="639" y="565"/>
                    <a:pt x="788" y="619"/>
                    <a:pt x="904" y="717"/>
                  </a:cubicBezTo>
                  <a:cubicBezTo>
                    <a:pt x="1034" y="827"/>
                    <a:pt x="1131" y="964"/>
                    <a:pt x="1199" y="1138"/>
                  </a:cubicBezTo>
                  <a:cubicBezTo>
                    <a:pt x="1280" y="1341"/>
                    <a:pt x="1350" y="1712"/>
                    <a:pt x="1349" y="1933"/>
                  </a:cubicBezTo>
                  <a:cubicBezTo>
                    <a:pt x="1349" y="1963"/>
                    <a:pt x="1326" y="1989"/>
                    <a:pt x="1296" y="1992"/>
                  </a:cubicBezTo>
                  <a:cubicBezTo>
                    <a:pt x="1294" y="1992"/>
                    <a:pt x="1292" y="1992"/>
                    <a:pt x="1290" y="1992"/>
                  </a:cubicBezTo>
                  <a:cubicBezTo>
                    <a:pt x="1262" y="1992"/>
                    <a:pt x="1237" y="1973"/>
                    <a:pt x="1231" y="1945"/>
                  </a:cubicBezTo>
                  <a:cubicBezTo>
                    <a:pt x="1222" y="1902"/>
                    <a:pt x="1213" y="1861"/>
                    <a:pt x="1205" y="1820"/>
                  </a:cubicBezTo>
                  <a:cubicBezTo>
                    <a:pt x="1187" y="1735"/>
                    <a:pt x="1170" y="1655"/>
                    <a:pt x="1151" y="1576"/>
                  </a:cubicBezTo>
                  <a:cubicBezTo>
                    <a:pt x="1086" y="1317"/>
                    <a:pt x="997" y="1123"/>
                    <a:pt x="872" y="966"/>
                  </a:cubicBezTo>
                  <a:cubicBezTo>
                    <a:pt x="780" y="852"/>
                    <a:pt x="641" y="783"/>
                    <a:pt x="498" y="783"/>
                  </a:cubicBezTo>
                  <a:cubicBezTo>
                    <a:pt x="370" y="783"/>
                    <a:pt x="256" y="836"/>
                    <a:pt x="171" y="931"/>
                  </a:cubicBezTo>
                  <a:cubicBezTo>
                    <a:pt x="217" y="1075"/>
                    <a:pt x="290" y="1210"/>
                    <a:pt x="372" y="1342"/>
                  </a:cubicBezTo>
                  <a:cubicBezTo>
                    <a:pt x="401" y="1389"/>
                    <a:pt x="469" y="1438"/>
                    <a:pt x="439" y="1492"/>
                  </a:cubicBezTo>
                  <a:cubicBezTo>
                    <a:pt x="412" y="1540"/>
                    <a:pt x="337" y="1507"/>
                    <a:pt x="284" y="1507"/>
                  </a:cubicBezTo>
                  <a:cubicBezTo>
                    <a:pt x="192" y="1508"/>
                    <a:pt x="99" y="1508"/>
                    <a:pt x="7" y="1508"/>
                  </a:cubicBezTo>
                  <a:cubicBezTo>
                    <a:pt x="-22" y="1814"/>
                    <a:pt x="22" y="2101"/>
                    <a:pt x="306" y="2402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9" name="Google Shape;579;p40"/>
          <p:cNvGrpSpPr/>
          <p:nvPr/>
        </p:nvGrpSpPr>
        <p:grpSpPr>
          <a:xfrm rot="-9900394" flipH="1">
            <a:off x="2450218" y="4876121"/>
            <a:ext cx="1442791" cy="2373108"/>
            <a:chOff x="3268800" y="1836360"/>
            <a:chExt cx="2244960" cy="3692520"/>
          </a:xfrm>
        </p:grpSpPr>
        <p:sp>
          <p:nvSpPr>
            <p:cNvPr id="580" name="Google Shape;580;p40"/>
            <p:cNvSpPr/>
            <p:nvPr/>
          </p:nvSpPr>
          <p:spPr>
            <a:xfrm>
              <a:off x="3268800" y="1836360"/>
              <a:ext cx="2244960" cy="3692520"/>
            </a:xfrm>
            <a:custGeom>
              <a:avLst/>
              <a:gdLst/>
              <a:ahLst/>
              <a:cxnLst/>
              <a:rect l="l" t="t" r="r" b="b"/>
              <a:pathLst>
                <a:path w="6236" h="10257" extrusionOk="0">
                  <a:moveTo>
                    <a:pt x="1769" y="4357"/>
                  </a:moveTo>
                  <a:cubicBezTo>
                    <a:pt x="2125" y="4913"/>
                    <a:pt x="2094" y="5603"/>
                    <a:pt x="1691" y="6143"/>
                  </a:cubicBezTo>
                  <a:cubicBezTo>
                    <a:pt x="1334" y="6622"/>
                    <a:pt x="717" y="6846"/>
                    <a:pt x="138" y="6706"/>
                  </a:cubicBezTo>
                  <a:cubicBezTo>
                    <a:pt x="7" y="6674"/>
                    <a:pt x="3" y="6677"/>
                    <a:pt x="3" y="6811"/>
                  </a:cubicBezTo>
                  <a:cubicBezTo>
                    <a:pt x="2" y="7146"/>
                    <a:pt x="2" y="7481"/>
                    <a:pt x="3" y="7816"/>
                  </a:cubicBezTo>
                  <a:cubicBezTo>
                    <a:pt x="3" y="8094"/>
                    <a:pt x="151" y="8246"/>
                    <a:pt x="432" y="8247"/>
                  </a:cubicBezTo>
                  <a:cubicBezTo>
                    <a:pt x="902" y="8250"/>
                    <a:pt x="1372" y="8249"/>
                    <a:pt x="1841" y="8248"/>
                  </a:cubicBezTo>
                  <a:cubicBezTo>
                    <a:pt x="1962" y="8248"/>
                    <a:pt x="2083" y="8250"/>
                    <a:pt x="2204" y="8246"/>
                  </a:cubicBezTo>
                  <a:cubicBezTo>
                    <a:pt x="2271" y="8243"/>
                    <a:pt x="2276" y="8270"/>
                    <a:pt x="2248" y="8319"/>
                  </a:cubicBezTo>
                  <a:cubicBezTo>
                    <a:pt x="2198" y="8406"/>
                    <a:pt x="2146" y="8492"/>
                    <a:pt x="2095" y="8578"/>
                  </a:cubicBezTo>
                  <a:cubicBezTo>
                    <a:pt x="1700" y="9244"/>
                    <a:pt x="2120" y="10129"/>
                    <a:pt x="2885" y="10242"/>
                  </a:cubicBezTo>
                  <a:cubicBezTo>
                    <a:pt x="3357" y="10312"/>
                    <a:pt x="3730" y="10133"/>
                    <a:pt x="3991" y="9748"/>
                  </a:cubicBezTo>
                  <a:cubicBezTo>
                    <a:pt x="4247" y="9372"/>
                    <a:pt x="4252" y="8972"/>
                    <a:pt x="4026" y="8574"/>
                  </a:cubicBezTo>
                  <a:cubicBezTo>
                    <a:pt x="3980" y="8493"/>
                    <a:pt x="3937" y="8410"/>
                    <a:pt x="3884" y="8333"/>
                  </a:cubicBezTo>
                  <a:cubicBezTo>
                    <a:pt x="3838" y="8265"/>
                    <a:pt x="3849" y="8245"/>
                    <a:pt x="3930" y="8246"/>
                  </a:cubicBezTo>
                  <a:cubicBezTo>
                    <a:pt x="4265" y="8248"/>
                    <a:pt x="4600" y="8248"/>
                    <a:pt x="4935" y="8248"/>
                  </a:cubicBezTo>
                  <a:lnTo>
                    <a:pt x="5039" y="8248"/>
                  </a:lnTo>
                  <a:cubicBezTo>
                    <a:pt x="5398" y="8248"/>
                    <a:pt x="5757" y="8246"/>
                    <a:pt x="6116" y="8250"/>
                  </a:cubicBezTo>
                  <a:cubicBezTo>
                    <a:pt x="6205" y="8251"/>
                    <a:pt x="6237" y="8224"/>
                    <a:pt x="6236" y="8132"/>
                  </a:cubicBezTo>
                  <a:cubicBezTo>
                    <a:pt x="6232" y="7665"/>
                    <a:pt x="6232" y="7199"/>
                    <a:pt x="6236" y="6733"/>
                  </a:cubicBezTo>
                  <a:cubicBezTo>
                    <a:pt x="6236" y="6645"/>
                    <a:pt x="6212" y="6632"/>
                    <a:pt x="6128" y="6649"/>
                  </a:cubicBezTo>
                  <a:cubicBezTo>
                    <a:pt x="5613" y="6748"/>
                    <a:pt x="5161" y="6653"/>
                    <a:pt x="4799" y="6345"/>
                  </a:cubicBezTo>
                  <a:cubicBezTo>
                    <a:pt x="4705" y="6266"/>
                    <a:pt x="4617" y="6172"/>
                    <a:pt x="4536" y="6063"/>
                  </a:cubicBezTo>
                  <a:cubicBezTo>
                    <a:pt x="4533" y="6059"/>
                    <a:pt x="4530" y="6055"/>
                    <a:pt x="4527" y="6051"/>
                  </a:cubicBezTo>
                  <a:cubicBezTo>
                    <a:pt x="4411" y="5892"/>
                    <a:pt x="4326" y="5729"/>
                    <a:pt x="4273" y="5561"/>
                  </a:cubicBezTo>
                  <a:cubicBezTo>
                    <a:pt x="4254" y="5501"/>
                    <a:pt x="4239" y="5440"/>
                    <a:pt x="4229" y="5379"/>
                  </a:cubicBezTo>
                  <a:cubicBezTo>
                    <a:pt x="4172" y="5056"/>
                    <a:pt x="4231" y="4723"/>
                    <a:pt x="4407" y="4390"/>
                  </a:cubicBezTo>
                  <a:cubicBezTo>
                    <a:pt x="4473" y="4267"/>
                    <a:pt x="4550" y="4157"/>
                    <a:pt x="4637" y="4060"/>
                  </a:cubicBezTo>
                  <a:cubicBezTo>
                    <a:pt x="4709" y="3980"/>
                    <a:pt x="4788" y="3910"/>
                    <a:pt x="4872" y="3850"/>
                  </a:cubicBezTo>
                  <a:cubicBezTo>
                    <a:pt x="5220" y="3598"/>
                    <a:pt x="5662" y="3508"/>
                    <a:pt x="6116" y="3599"/>
                  </a:cubicBezTo>
                  <a:cubicBezTo>
                    <a:pt x="6135" y="3602"/>
                    <a:pt x="6151" y="3605"/>
                    <a:pt x="6165" y="3606"/>
                  </a:cubicBezTo>
                  <a:cubicBezTo>
                    <a:pt x="6218" y="3609"/>
                    <a:pt x="6237" y="3588"/>
                    <a:pt x="6236" y="3507"/>
                  </a:cubicBezTo>
                  <a:cubicBezTo>
                    <a:pt x="6235" y="3348"/>
                    <a:pt x="6234" y="3189"/>
                    <a:pt x="6233" y="3030"/>
                  </a:cubicBezTo>
                  <a:cubicBezTo>
                    <a:pt x="6232" y="2832"/>
                    <a:pt x="6233" y="2635"/>
                    <a:pt x="6234" y="2437"/>
                  </a:cubicBezTo>
                  <a:cubicBezTo>
                    <a:pt x="6234" y="2338"/>
                    <a:pt x="6235" y="2239"/>
                    <a:pt x="6236" y="2140"/>
                  </a:cubicBezTo>
                  <a:cubicBezTo>
                    <a:pt x="6237" y="2044"/>
                    <a:pt x="6205" y="2014"/>
                    <a:pt x="6111" y="2015"/>
                  </a:cubicBezTo>
                  <a:cubicBezTo>
                    <a:pt x="6021" y="2015"/>
                    <a:pt x="5932" y="2016"/>
                    <a:pt x="5842" y="2016"/>
                  </a:cubicBezTo>
                  <a:cubicBezTo>
                    <a:pt x="5533" y="2017"/>
                    <a:pt x="5225" y="2017"/>
                    <a:pt x="4917" y="2017"/>
                  </a:cubicBezTo>
                  <a:cubicBezTo>
                    <a:pt x="4828" y="2017"/>
                    <a:pt x="4740" y="2017"/>
                    <a:pt x="4652" y="2017"/>
                  </a:cubicBezTo>
                  <a:cubicBezTo>
                    <a:pt x="4468" y="2017"/>
                    <a:pt x="4285" y="2016"/>
                    <a:pt x="4101" y="2016"/>
                  </a:cubicBezTo>
                  <a:cubicBezTo>
                    <a:pt x="4082" y="2016"/>
                    <a:pt x="4066" y="2016"/>
                    <a:pt x="4051" y="2016"/>
                  </a:cubicBezTo>
                  <a:cubicBezTo>
                    <a:pt x="3904" y="2015"/>
                    <a:pt x="3897" y="2001"/>
                    <a:pt x="3973" y="1872"/>
                  </a:cubicBezTo>
                  <a:cubicBezTo>
                    <a:pt x="3980" y="1859"/>
                    <a:pt x="3988" y="1845"/>
                    <a:pt x="3997" y="1830"/>
                  </a:cubicBezTo>
                  <a:cubicBezTo>
                    <a:pt x="4102" y="1654"/>
                    <a:pt x="4194" y="1476"/>
                    <a:pt x="4225" y="1270"/>
                  </a:cubicBezTo>
                  <a:cubicBezTo>
                    <a:pt x="4227" y="1253"/>
                    <a:pt x="4230" y="1235"/>
                    <a:pt x="4231" y="1217"/>
                  </a:cubicBezTo>
                  <a:cubicBezTo>
                    <a:pt x="4237" y="1157"/>
                    <a:pt x="4238" y="1098"/>
                    <a:pt x="4233" y="1038"/>
                  </a:cubicBezTo>
                  <a:cubicBezTo>
                    <a:pt x="4206" y="668"/>
                    <a:pt x="3989" y="313"/>
                    <a:pt x="3658" y="137"/>
                  </a:cubicBezTo>
                  <a:cubicBezTo>
                    <a:pt x="3596" y="104"/>
                    <a:pt x="3532" y="77"/>
                    <a:pt x="3468" y="56"/>
                  </a:cubicBezTo>
                  <a:cubicBezTo>
                    <a:pt x="3391" y="31"/>
                    <a:pt x="3313" y="14"/>
                    <a:pt x="3235" y="6"/>
                  </a:cubicBezTo>
                  <a:cubicBezTo>
                    <a:pt x="2927" y="-27"/>
                    <a:pt x="2626" y="70"/>
                    <a:pt x="2398" y="261"/>
                  </a:cubicBezTo>
                  <a:cubicBezTo>
                    <a:pt x="2274" y="365"/>
                    <a:pt x="2172" y="497"/>
                    <a:pt x="2102" y="650"/>
                  </a:cubicBezTo>
                  <a:cubicBezTo>
                    <a:pt x="2101" y="650"/>
                    <a:pt x="2101" y="650"/>
                    <a:pt x="2101" y="650"/>
                  </a:cubicBezTo>
                  <a:cubicBezTo>
                    <a:pt x="2040" y="783"/>
                    <a:pt x="2003" y="932"/>
                    <a:pt x="1997" y="1094"/>
                  </a:cubicBezTo>
                  <a:cubicBezTo>
                    <a:pt x="1996" y="1124"/>
                    <a:pt x="1996" y="1154"/>
                    <a:pt x="1998" y="1183"/>
                  </a:cubicBezTo>
                  <a:cubicBezTo>
                    <a:pt x="2002" y="1272"/>
                    <a:pt x="2020" y="1357"/>
                    <a:pt x="2046" y="1439"/>
                  </a:cubicBezTo>
                  <a:cubicBezTo>
                    <a:pt x="2092" y="1583"/>
                    <a:pt x="2165" y="1718"/>
                    <a:pt x="2247" y="1850"/>
                  </a:cubicBezTo>
                  <a:cubicBezTo>
                    <a:pt x="2276" y="1897"/>
                    <a:pt x="2344" y="1946"/>
                    <a:pt x="2314" y="2000"/>
                  </a:cubicBezTo>
                  <a:cubicBezTo>
                    <a:pt x="2287" y="2048"/>
                    <a:pt x="2212" y="2015"/>
                    <a:pt x="2159" y="2015"/>
                  </a:cubicBezTo>
                  <a:cubicBezTo>
                    <a:pt x="2067" y="2016"/>
                    <a:pt x="1974" y="2016"/>
                    <a:pt x="1882" y="2016"/>
                  </a:cubicBezTo>
                  <a:cubicBezTo>
                    <a:pt x="1788" y="2016"/>
                    <a:pt x="1695" y="2016"/>
                    <a:pt x="1602" y="2017"/>
                  </a:cubicBezTo>
                  <a:cubicBezTo>
                    <a:pt x="1114" y="2017"/>
                    <a:pt x="626" y="2017"/>
                    <a:pt x="138" y="2015"/>
                  </a:cubicBezTo>
                  <a:cubicBezTo>
                    <a:pt x="37" y="2014"/>
                    <a:pt x="-1" y="2041"/>
                    <a:pt x="0" y="2148"/>
                  </a:cubicBezTo>
                  <a:cubicBezTo>
                    <a:pt x="5" y="2622"/>
                    <a:pt x="5" y="3095"/>
                    <a:pt x="1" y="3568"/>
                  </a:cubicBezTo>
                  <a:cubicBezTo>
                    <a:pt x="0" y="3667"/>
                    <a:pt x="29" y="3683"/>
                    <a:pt x="120" y="3664"/>
                  </a:cubicBezTo>
                  <a:cubicBezTo>
                    <a:pt x="771" y="3525"/>
                    <a:pt x="1411" y="3796"/>
                    <a:pt x="1769" y="4357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0"/>
            <p:cNvSpPr/>
            <p:nvPr/>
          </p:nvSpPr>
          <p:spPr>
            <a:xfrm>
              <a:off x="3843720" y="1836360"/>
              <a:ext cx="1670040" cy="2286720"/>
            </a:xfrm>
            <a:custGeom>
              <a:avLst/>
              <a:gdLst/>
              <a:ahLst/>
              <a:cxnLst/>
              <a:rect l="l" t="t" r="r" b="b"/>
              <a:pathLst>
                <a:path w="4639" h="6352" extrusionOk="0">
                  <a:moveTo>
                    <a:pt x="403" y="3148"/>
                  </a:moveTo>
                  <a:lnTo>
                    <a:pt x="410" y="3154"/>
                  </a:lnTo>
                  <a:lnTo>
                    <a:pt x="417" y="3161"/>
                  </a:lnTo>
                  <a:cubicBezTo>
                    <a:pt x="432" y="3176"/>
                    <a:pt x="454" y="3193"/>
                    <a:pt x="479" y="3210"/>
                  </a:cubicBezTo>
                  <a:cubicBezTo>
                    <a:pt x="438" y="3308"/>
                    <a:pt x="417" y="3413"/>
                    <a:pt x="420" y="3520"/>
                  </a:cubicBezTo>
                  <a:cubicBezTo>
                    <a:pt x="431" y="3889"/>
                    <a:pt x="521" y="4207"/>
                    <a:pt x="701" y="4523"/>
                  </a:cubicBezTo>
                  <a:cubicBezTo>
                    <a:pt x="782" y="4664"/>
                    <a:pt x="884" y="4787"/>
                    <a:pt x="1005" y="4887"/>
                  </a:cubicBezTo>
                  <a:lnTo>
                    <a:pt x="1125" y="4987"/>
                  </a:lnTo>
                  <a:cubicBezTo>
                    <a:pt x="1133" y="5017"/>
                    <a:pt x="1145" y="5046"/>
                    <a:pt x="1159" y="5073"/>
                  </a:cubicBezTo>
                  <a:cubicBezTo>
                    <a:pt x="1245" y="5239"/>
                    <a:pt x="1355" y="5433"/>
                    <a:pt x="1514" y="5606"/>
                  </a:cubicBezTo>
                  <a:cubicBezTo>
                    <a:pt x="1607" y="5706"/>
                    <a:pt x="1702" y="5780"/>
                    <a:pt x="1804" y="5832"/>
                  </a:cubicBezTo>
                  <a:cubicBezTo>
                    <a:pt x="1882" y="5871"/>
                    <a:pt x="1964" y="5893"/>
                    <a:pt x="2049" y="5899"/>
                  </a:cubicBezTo>
                  <a:cubicBezTo>
                    <a:pt x="2071" y="5901"/>
                    <a:pt x="2088" y="5901"/>
                    <a:pt x="2105" y="5901"/>
                  </a:cubicBezTo>
                  <a:cubicBezTo>
                    <a:pt x="2120" y="5901"/>
                    <a:pt x="2133" y="5901"/>
                    <a:pt x="2145" y="5900"/>
                  </a:cubicBezTo>
                  <a:lnTo>
                    <a:pt x="2154" y="5899"/>
                  </a:lnTo>
                  <a:cubicBezTo>
                    <a:pt x="2452" y="6269"/>
                    <a:pt x="2807" y="6352"/>
                    <a:pt x="3067" y="6352"/>
                  </a:cubicBezTo>
                  <a:cubicBezTo>
                    <a:pt x="3076" y="6352"/>
                    <a:pt x="3086" y="6352"/>
                    <a:pt x="3095" y="6352"/>
                  </a:cubicBezTo>
                  <a:cubicBezTo>
                    <a:pt x="3131" y="6351"/>
                    <a:pt x="3167" y="6349"/>
                    <a:pt x="3202" y="6345"/>
                  </a:cubicBezTo>
                  <a:cubicBezTo>
                    <a:pt x="3108" y="6266"/>
                    <a:pt x="3020" y="6172"/>
                    <a:pt x="2939" y="6063"/>
                  </a:cubicBezTo>
                  <a:cubicBezTo>
                    <a:pt x="2936" y="6059"/>
                    <a:pt x="2933" y="6055"/>
                    <a:pt x="2930" y="6051"/>
                  </a:cubicBezTo>
                  <a:cubicBezTo>
                    <a:pt x="2814" y="5892"/>
                    <a:pt x="2729" y="5729"/>
                    <a:pt x="2676" y="5561"/>
                  </a:cubicBezTo>
                  <a:cubicBezTo>
                    <a:pt x="2657" y="5501"/>
                    <a:pt x="2642" y="5440"/>
                    <a:pt x="2632" y="5379"/>
                  </a:cubicBezTo>
                  <a:cubicBezTo>
                    <a:pt x="2575" y="5056"/>
                    <a:pt x="2634" y="4723"/>
                    <a:pt x="2810" y="4390"/>
                  </a:cubicBezTo>
                  <a:cubicBezTo>
                    <a:pt x="2876" y="4267"/>
                    <a:pt x="2953" y="4157"/>
                    <a:pt x="3040" y="4060"/>
                  </a:cubicBezTo>
                  <a:cubicBezTo>
                    <a:pt x="3112" y="3980"/>
                    <a:pt x="3191" y="3910"/>
                    <a:pt x="3275" y="3850"/>
                  </a:cubicBezTo>
                  <a:cubicBezTo>
                    <a:pt x="3623" y="3598"/>
                    <a:pt x="4065" y="3508"/>
                    <a:pt x="4519" y="3599"/>
                  </a:cubicBezTo>
                  <a:cubicBezTo>
                    <a:pt x="4538" y="3602"/>
                    <a:pt x="4554" y="3605"/>
                    <a:pt x="4568" y="3606"/>
                  </a:cubicBezTo>
                  <a:cubicBezTo>
                    <a:pt x="4621" y="3609"/>
                    <a:pt x="4640" y="3588"/>
                    <a:pt x="4639" y="3507"/>
                  </a:cubicBezTo>
                  <a:cubicBezTo>
                    <a:pt x="4638" y="3348"/>
                    <a:pt x="4637" y="3189"/>
                    <a:pt x="4636" y="3030"/>
                  </a:cubicBezTo>
                  <a:cubicBezTo>
                    <a:pt x="4635" y="2832"/>
                    <a:pt x="4636" y="2635"/>
                    <a:pt x="4637" y="2437"/>
                  </a:cubicBezTo>
                  <a:cubicBezTo>
                    <a:pt x="4637" y="2338"/>
                    <a:pt x="4638" y="2239"/>
                    <a:pt x="4639" y="2140"/>
                  </a:cubicBezTo>
                  <a:cubicBezTo>
                    <a:pt x="4640" y="2044"/>
                    <a:pt x="4608" y="2014"/>
                    <a:pt x="4514" y="2015"/>
                  </a:cubicBezTo>
                  <a:cubicBezTo>
                    <a:pt x="4424" y="2015"/>
                    <a:pt x="4335" y="2016"/>
                    <a:pt x="4245" y="2016"/>
                  </a:cubicBezTo>
                  <a:cubicBezTo>
                    <a:pt x="3936" y="2017"/>
                    <a:pt x="3628" y="2017"/>
                    <a:pt x="3320" y="2017"/>
                  </a:cubicBezTo>
                  <a:cubicBezTo>
                    <a:pt x="3232" y="2017"/>
                    <a:pt x="3143" y="2017"/>
                    <a:pt x="3055" y="2017"/>
                  </a:cubicBezTo>
                  <a:cubicBezTo>
                    <a:pt x="2871" y="2017"/>
                    <a:pt x="2688" y="2016"/>
                    <a:pt x="2504" y="2016"/>
                  </a:cubicBezTo>
                  <a:cubicBezTo>
                    <a:pt x="2485" y="2016"/>
                    <a:pt x="2469" y="2016"/>
                    <a:pt x="2454" y="2016"/>
                  </a:cubicBezTo>
                  <a:cubicBezTo>
                    <a:pt x="2307" y="2015"/>
                    <a:pt x="2300" y="2001"/>
                    <a:pt x="2376" y="1872"/>
                  </a:cubicBezTo>
                  <a:cubicBezTo>
                    <a:pt x="2383" y="1859"/>
                    <a:pt x="2391" y="1845"/>
                    <a:pt x="2400" y="1830"/>
                  </a:cubicBezTo>
                  <a:cubicBezTo>
                    <a:pt x="2505" y="1654"/>
                    <a:pt x="2597" y="1476"/>
                    <a:pt x="2628" y="1270"/>
                  </a:cubicBezTo>
                  <a:cubicBezTo>
                    <a:pt x="2630" y="1253"/>
                    <a:pt x="2633" y="1235"/>
                    <a:pt x="2634" y="1217"/>
                  </a:cubicBezTo>
                  <a:cubicBezTo>
                    <a:pt x="2640" y="1157"/>
                    <a:pt x="2641" y="1098"/>
                    <a:pt x="2636" y="1038"/>
                  </a:cubicBezTo>
                  <a:cubicBezTo>
                    <a:pt x="2609" y="668"/>
                    <a:pt x="2392" y="313"/>
                    <a:pt x="2061" y="137"/>
                  </a:cubicBezTo>
                  <a:cubicBezTo>
                    <a:pt x="1999" y="104"/>
                    <a:pt x="1935" y="77"/>
                    <a:pt x="1871" y="56"/>
                  </a:cubicBezTo>
                  <a:cubicBezTo>
                    <a:pt x="1794" y="31"/>
                    <a:pt x="1716" y="14"/>
                    <a:pt x="1638" y="6"/>
                  </a:cubicBezTo>
                  <a:cubicBezTo>
                    <a:pt x="1330" y="-27"/>
                    <a:pt x="1029" y="70"/>
                    <a:pt x="801" y="262"/>
                  </a:cubicBezTo>
                  <a:cubicBezTo>
                    <a:pt x="677" y="365"/>
                    <a:pt x="575" y="497"/>
                    <a:pt x="505" y="650"/>
                  </a:cubicBezTo>
                  <a:cubicBezTo>
                    <a:pt x="504" y="650"/>
                    <a:pt x="504" y="650"/>
                    <a:pt x="504" y="650"/>
                  </a:cubicBezTo>
                  <a:cubicBezTo>
                    <a:pt x="443" y="783"/>
                    <a:pt x="406" y="932"/>
                    <a:pt x="400" y="1094"/>
                  </a:cubicBezTo>
                  <a:cubicBezTo>
                    <a:pt x="398" y="1124"/>
                    <a:pt x="399" y="1154"/>
                    <a:pt x="401" y="1183"/>
                  </a:cubicBezTo>
                  <a:cubicBezTo>
                    <a:pt x="406" y="1272"/>
                    <a:pt x="423" y="1357"/>
                    <a:pt x="449" y="1439"/>
                  </a:cubicBezTo>
                  <a:cubicBezTo>
                    <a:pt x="495" y="1583"/>
                    <a:pt x="568" y="1718"/>
                    <a:pt x="650" y="1850"/>
                  </a:cubicBezTo>
                  <a:cubicBezTo>
                    <a:pt x="679" y="1897"/>
                    <a:pt x="747" y="1946"/>
                    <a:pt x="717" y="2000"/>
                  </a:cubicBezTo>
                  <a:cubicBezTo>
                    <a:pt x="690" y="2048"/>
                    <a:pt x="615" y="2015"/>
                    <a:pt x="562" y="2015"/>
                  </a:cubicBezTo>
                  <a:cubicBezTo>
                    <a:pt x="470" y="2016"/>
                    <a:pt x="377" y="2016"/>
                    <a:pt x="285" y="2016"/>
                  </a:cubicBezTo>
                  <a:cubicBezTo>
                    <a:pt x="191" y="2016"/>
                    <a:pt x="98" y="2016"/>
                    <a:pt x="5" y="2017"/>
                  </a:cubicBezTo>
                  <a:cubicBezTo>
                    <a:pt x="-22" y="2375"/>
                    <a:pt x="37" y="2759"/>
                    <a:pt x="403" y="3148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0"/>
            <p:cNvSpPr/>
            <p:nvPr/>
          </p:nvSpPr>
          <p:spPr>
            <a:xfrm>
              <a:off x="5018760" y="3092040"/>
              <a:ext cx="469440" cy="130320"/>
            </a:xfrm>
            <a:custGeom>
              <a:avLst/>
              <a:gdLst/>
              <a:ahLst/>
              <a:cxnLst/>
              <a:rect l="l" t="t" r="r" b="b"/>
              <a:pathLst>
                <a:path w="1304" h="362" extrusionOk="0">
                  <a:moveTo>
                    <a:pt x="1255" y="111"/>
                  </a:moveTo>
                  <a:cubicBezTo>
                    <a:pt x="1274" y="114"/>
                    <a:pt x="1290" y="117"/>
                    <a:pt x="1304" y="118"/>
                  </a:cubicBezTo>
                  <a:cubicBezTo>
                    <a:pt x="1268" y="90"/>
                    <a:pt x="1225" y="66"/>
                    <a:pt x="1174" y="48"/>
                  </a:cubicBezTo>
                  <a:cubicBezTo>
                    <a:pt x="1084" y="16"/>
                    <a:pt x="971" y="0"/>
                    <a:pt x="837" y="0"/>
                  </a:cubicBezTo>
                  <a:cubicBezTo>
                    <a:pt x="812" y="0"/>
                    <a:pt x="787" y="1"/>
                    <a:pt x="761" y="2"/>
                  </a:cubicBezTo>
                  <a:cubicBezTo>
                    <a:pt x="732" y="3"/>
                    <a:pt x="704" y="4"/>
                    <a:pt x="675" y="5"/>
                  </a:cubicBezTo>
                  <a:cubicBezTo>
                    <a:pt x="522" y="9"/>
                    <a:pt x="378" y="13"/>
                    <a:pt x="244" y="76"/>
                  </a:cubicBezTo>
                  <a:cubicBezTo>
                    <a:pt x="142" y="123"/>
                    <a:pt x="67" y="182"/>
                    <a:pt x="13" y="256"/>
                  </a:cubicBezTo>
                  <a:cubicBezTo>
                    <a:pt x="-1" y="276"/>
                    <a:pt x="-1" y="284"/>
                    <a:pt x="0" y="292"/>
                  </a:cubicBezTo>
                  <a:cubicBezTo>
                    <a:pt x="4" y="314"/>
                    <a:pt x="8" y="338"/>
                    <a:pt x="11" y="362"/>
                  </a:cubicBezTo>
                  <a:cubicBezTo>
                    <a:pt x="359" y="110"/>
                    <a:pt x="801" y="20"/>
                    <a:pt x="1255" y="11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0"/>
            <p:cNvSpPr/>
            <p:nvPr/>
          </p:nvSpPr>
          <p:spPr>
            <a:xfrm>
              <a:off x="4664880" y="3799440"/>
              <a:ext cx="236880" cy="219600"/>
            </a:xfrm>
            <a:custGeom>
              <a:avLst/>
              <a:gdLst/>
              <a:ahLst/>
              <a:cxnLst/>
              <a:rect l="l" t="t" r="r" b="b"/>
              <a:pathLst>
                <a:path w="658" h="610" extrusionOk="0">
                  <a:moveTo>
                    <a:pt x="20" y="0"/>
                  </a:moveTo>
                  <a:cubicBezTo>
                    <a:pt x="-6" y="54"/>
                    <a:pt x="-7" y="118"/>
                    <a:pt x="22" y="164"/>
                  </a:cubicBezTo>
                  <a:cubicBezTo>
                    <a:pt x="190" y="438"/>
                    <a:pt x="399" y="584"/>
                    <a:pt x="658" y="610"/>
                  </a:cubicBezTo>
                  <a:cubicBezTo>
                    <a:pt x="655" y="606"/>
                    <a:pt x="652" y="602"/>
                    <a:pt x="649" y="598"/>
                  </a:cubicBezTo>
                  <a:cubicBezTo>
                    <a:pt x="533" y="439"/>
                    <a:pt x="448" y="276"/>
                    <a:pt x="395" y="108"/>
                  </a:cubicBezTo>
                  <a:cubicBezTo>
                    <a:pt x="280" y="104"/>
                    <a:pt x="159" y="69"/>
                    <a:pt x="20" y="0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0"/>
            <p:cNvSpPr/>
            <p:nvPr/>
          </p:nvSpPr>
          <p:spPr>
            <a:xfrm>
              <a:off x="4442760" y="2997360"/>
              <a:ext cx="498240" cy="775440"/>
            </a:xfrm>
            <a:custGeom>
              <a:avLst/>
              <a:gdLst/>
              <a:ahLst/>
              <a:cxnLst/>
              <a:rect l="l" t="t" r="r" b="b"/>
              <a:pathLst>
                <a:path w="1384" h="2154" extrusionOk="0">
                  <a:moveTo>
                    <a:pt x="0" y="298"/>
                  </a:moveTo>
                  <a:cubicBezTo>
                    <a:pt x="9" y="573"/>
                    <a:pt x="89" y="752"/>
                    <a:pt x="261" y="877"/>
                  </a:cubicBezTo>
                  <a:cubicBezTo>
                    <a:pt x="353" y="943"/>
                    <a:pt x="449" y="977"/>
                    <a:pt x="547" y="977"/>
                  </a:cubicBezTo>
                  <a:cubicBezTo>
                    <a:pt x="635" y="977"/>
                    <a:pt x="724" y="950"/>
                    <a:pt x="812" y="895"/>
                  </a:cubicBezTo>
                  <a:cubicBezTo>
                    <a:pt x="841" y="877"/>
                    <a:pt x="870" y="856"/>
                    <a:pt x="901" y="835"/>
                  </a:cubicBezTo>
                  <a:cubicBezTo>
                    <a:pt x="915" y="824"/>
                    <a:pt x="930" y="814"/>
                    <a:pt x="945" y="803"/>
                  </a:cubicBezTo>
                  <a:cubicBezTo>
                    <a:pt x="955" y="796"/>
                    <a:pt x="967" y="792"/>
                    <a:pt x="979" y="792"/>
                  </a:cubicBezTo>
                  <a:cubicBezTo>
                    <a:pt x="993" y="792"/>
                    <a:pt x="1008" y="798"/>
                    <a:pt x="1019" y="807"/>
                  </a:cubicBezTo>
                  <a:cubicBezTo>
                    <a:pt x="1039" y="826"/>
                    <a:pt x="1045" y="856"/>
                    <a:pt x="1032" y="880"/>
                  </a:cubicBezTo>
                  <a:cubicBezTo>
                    <a:pt x="968" y="1000"/>
                    <a:pt x="838" y="1099"/>
                    <a:pt x="686" y="1143"/>
                  </a:cubicBezTo>
                  <a:cubicBezTo>
                    <a:pt x="471" y="1205"/>
                    <a:pt x="337" y="1433"/>
                    <a:pt x="395" y="1641"/>
                  </a:cubicBezTo>
                  <a:cubicBezTo>
                    <a:pt x="400" y="1661"/>
                    <a:pt x="407" y="1682"/>
                    <a:pt x="414" y="1703"/>
                  </a:cubicBezTo>
                  <a:cubicBezTo>
                    <a:pt x="496" y="1947"/>
                    <a:pt x="750" y="2101"/>
                    <a:pt x="968" y="2154"/>
                  </a:cubicBezTo>
                  <a:cubicBezTo>
                    <a:pt x="911" y="1831"/>
                    <a:pt x="970" y="1498"/>
                    <a:pt x="1146" y="1165"/>
                  </a:cubicBezTo>
                  <a:cubicBezTo>
                    <a:pt x="1212" y="1042"/>
                    <a:pt x="1289" y="932"/>
                    <a:pt x="1376" y="835"/>
                  </a:cubicBezTo>
                  <a:cubicBezTo>
                    <a:pt x="1378" y="807"/>
                    <a:pt x="1380" y="782"/>
                    <a:pt x="1381" y="761"/>
                  </a:cubicBezTo>
                  <a:cubicBezTo>
                    <a:pt x="1383" y="728"/>
                    <a:pt x="1385" y="699"/>
                    <a:pt x="1384" y="684"/>
                  </a:cubicBezTo>
                  <a:cubicBezTo>
                    <a:pt x="1375" y="455"/>
                    <a:pt x="1273" y="285"/>
                    <a:pt x="1070" y="162"/>
                  </a:cubicBezTo>
                  <a:cubicBezTo>
                    <a:pt x="945" y="86"/>
                    <a:pt x="802" y="35"/>
                    <a:pt x="620" y="0"/>
                  </a:cubicBezTo>
                  <a:cubicBezTo>
                    <a:pt x="618" y="0"/>
                    <a:pt x="616" y="0"/>
                    <a:pt x="614" y="0"/>
                  </a:cubicBezTo>
                  <a:cubicBezTo>
                    <a:pt x="611" y="0"/>
                    <a:pt x="609" y="0"/>
                    <a:pt x="604" y="5"/>
                  </a:cubicBezTo>
                  <a:cubicBezTo>
                    <a:pt x="457" y="162"/>
                    <a:pt x="265" y="254"/>
                    <a:pt x="18" y="286"/>
                  </a:cubicBezTo>
                  <a:cubicBezTo>
                    <a:pt x="7" y="287"/>
                    <a:pt x="2" y="289"/>
                    <a:pt x="1" y="289"/>
                  </a:cubicBezTo>
                  <a:cubicBezTo>
                    <a:pt x="1" y="289"/>
                    <a:pt x="0" y="292"/>
                    <a:pt x="0" y="298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0"/>
            <p:cNvSpPr/>
            <p:nvPr/>
          </p:nvSpPr>
          <p:spPr>
            <a:xfrm>
              <a:off x="4098600" y="2970000"/>
              <a:ext cx="518760" cy="884520"/>
            </a:xfrm>
            <a:custGeom>
              <a:avLst/>
              <a:gdLst/>
              <a:ahLst/>
              <a:cxnLst/>
              <a:rect l="l" t="t" r="r" b="b"/>
              <a:pathLst>
                <a:path w="1441" h="2457" extrusionOk="0">
                  <a:moveTo>
                    <a:pt x="236" y="1245"/>
                  </a:moveTo>
                  <a:cubicBezTo>
                    <a:pt x="82" y="975"/>
                    <a:pt x="9" y="715"/>
                    <a:pt x="0" y="400"/>
                  </a:cubicBezTo>
                  <a:cubicBezTo>
                    <a:pt x="-4" y="263"/>
                    <a:pt x="78" y="124"/>
                    <a:pt x="208" y="45"/>
                  </a:cubicBezTo>
                  <a:cubicBezTo>
                    <a:pt x="260" y="13"/>
                    <a:pt x="293" y="0"/>
                    <a:pt x="316" y="0"/>
                  </a:cubicBezTo>
                  <a:cubicBezTo>
                    <a:pt x="337" y="0"/>
                    <a:pt x="363" y="13"/>
                    <a:pt x="418" y="80"/>
                  </a:cubicBezTo>
                  <a:cubicBezTo>
                    <a:pt x="455" y="125"/>
                    <a:pt x="490" y="163"/>
                    <a:pt x="525" y="196"/>
                  </a:cubicBezTo>
                  <a:cubicBezTo>
                    <a:pt x="597" y="264"/>
                    <a:pt x="668" y="306"/>
                    <a:pt x="744" y="323"/>
                  </a:cubicBezTo>
                  <a:cubicBezTo>
                    <a:pt x="750" y="324"/>
                    <a:pt x="754" y="325"/>
                    <a:pt x="756" y="326"/>
                  </a:cubicBezTo>
                  <a:cubicBezTo>
                    <a:pt x="757" y="330"/>
                    <a:pt x="757" y="336"/>
                    <a:pt x="757" y="347"/>
                  </a:cubicBezTo>
                  <a:cubicBezTo>
                    <a:pt x="757" y="681"/>
                    <a:pt x="873" y="928"/>
                    <a:pt x="1110" y="1101"/>
                  </a:cubicBezTo>
                  <a:cubicBezTo>
                    <a:pt x="1113" y="1103"/>
                    <a:pt x="1114" y="1104"/>
                    <a:pt x="1114" y="1105"/>
                  </a:cubicBezTo>
                  <a:cubicBezTo>
                    <a:pt x="1114" y="1105"/>
                    <a:pt x="1116" y="1109"/>
                    <a:pt x="1114" y="1125"/>
                  </a:cubicBezTo>
                  <a:cubicBezTo>
                    <a:pt x="1102" y="1228"/>
                    <a:pt x="1098" y="1314"/>
                    <a:pt x="1100" y="1394"/>
                  </a:cubicBezTo>
                  <a:cubicBezTo>
                    <a:pt x="1107" y="1613"/>
                    <a:pt x="1143" y="1893"/>
                    <a:pt x="1367" y="2115"/>
                  </a:cubicBezTo>
                  <a:cubicBezTo>
                    <a:pt x="1391" y="2139"/>
                    <a:pt x="1417" y="2161"/>
                    <a:pt x="1441" y="2181"/>
                  </a:cubicBezTo>
                  <a:cubicBezTo>
                    <a:pt x="1385" y="2246"/>
                    <a:pt x="1354" y="2325"/>
                    <a:pt x="1348" y="2417"/>
                  </a:cubicBezTo>
                  <a:cubicBezTo>
                    <a:pt x="1346" y="2438"/>
                    <a:pt x="1345" y="2450"/>
                    <a:pt x="1343" y="2457"/>
                  </a:cubicBezTo>
                  <a:cubicBezTo>
                    <a:pt x="1341" y="2457"/>
                    <a:pt x="1337" y="2457"/>
                    <a:pt x="1332" y="2457"/>
                  </a:cubicBezTo>
                  <a:cubicBezTo>
                    <a:pt x="1323" y="2457"/>
                    <a:pt x="1313" y="2457"/>
                    <a:pt x="1301" y="2456"/>
                  </a:cubicBezTo>
                  <a:cubicBezTo>
                    <a:pt x="1267" y="2454"/>
                    <a:pt x="1234" y="2445"/>
                    <a:pt x="1202" y="2428"/>
                  </a:cubicBezTo>
                  <a:cubicBezTo>
                    <a:pt x="1138" y="2396"/>
                    <a:pt x="1079" y="2349"/>
                    <a:pt x="1016" y="2281"/>
                  </a:cubicBezTo>
                  <a:cubicBezTo>
                    <a:pt x="884" y="2138"/>
                    <a:pt x="788" y="1968"/>
                    <a:pt x="712" y="1821"/>
                  </a:cubicBezTo>
                  <a:cubicBezTo>
                    <a:pt x="708" y="1814"/>
                    <a:pt x="707" y="1806"/>
                    <a:pt x="706" y="1794"/>
                  </a:cubicBezTo>
                  <a:cubicBezTo>
                    <a:pt x="697" y="1497"/>
                    <a:pt x="637" y="1191"/>
                    <a:pt x="517" y="831"/>
                  </a:cubicBezTo>
                  <a:cubicBezTo>
                    <a:pt x="485" y="734"/>
                    <a:pt x="452" y="640"/>
                    <a:pt x="402" y="553"/>
                  </a:cubicBezTo>
                  <a:cubicBezTo>
                    <a:pt x="391" y="534"/>
                    <a:pt x="371" y="523"/>
                    <a:pt x="350" y="523"/>
                  </a:cubicBezTo>
                  <a:cubicBezTo>
                    <a:pt x="343" y="523"/>
                    <a:pt x="336" y="524"/>
                    <a:pt x="330" y="526"/>
                  </a:cubicBezTo>
                  <a:cubicBezTo>
                    <a:pt x="302" y="536"/>
                    <a:pt x="286" y="564"/>
                    <a:pt x="291" y="593"/>
                  </a:cubicBezTo>
                  <a:cubicBezTo>
                    <a:pt x="311" y="709"/>
                    <a:pt x="335" y="826"/>
                    <a:pt x="358" y="940"/>
                  </a:cubicBezTo>
                  <a:cubicBezTo>
                    <a:pt x="395" y="1126"/>
                    <a:pt x="434" y="1317"/>
                    <a:pt x="457" y="1509"/>
                  </a:cubicBezTo>
                  <a:cubicBezTo>
                    <a:pt x="369" y="1437"/>
                    <a:pt x="295" y="1348"/>
                    <a:pt x="236" y="1245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0"/>
            <p:cNvSpPr/>
            <p:nvPr/>
          </p:nvSpPr>
          <p:spPr>
            <a:xfrm>
              <a:off x="4717440" y="2562120"/>
              <a:ext cx="795600" cy="560160"/>
            </a:xfrm>
            <a:custGeom>
              <a:avLst/>
              <a:gdLst/>
              <a:ahLst/>
              <a:cxnLst/>
              <a:rect l="l" t="t" r="r" b="b"/>
              <a:pathLst>
                <a:path w="2210" h="1556" extrusionOk="0">
                  <a:moveTo>
                    <a:pt x="0" y="972"/>
                  </a:moveTo>
                  <a:cubicBezTo>
                    <a:pt x="312" y="1055"/>
                    <a:pt x="629" y="1199"/>
                    <a:pt x="782" y="1556"/>
                  </a:cubicBezTo>
                  <a:cubicBezTo>
                    <a:pt x="919" y="1374"/>
                    <a:pt x="1123" y="1272"/>
                    <a:pt x="1403" y="1246"/>
                  </a:cubicBezTo>
                  <a:cubicBezTo>
                    <a:pt x="1479" y="1239"/>
                    <a:pt x="1557" y="1238"/>
                    <a:pt x="1632" y="1237"/>
                  </a:cubicBezTo>
                  <a:cubicBezTo>
                    <a:pt x="1669" y="1236"/>
                    <a:pt x="1707" y="1235"/>
                    <a:pt x="1745" y="1234"/>
                  </a:cubicBezTo>
                  <a:cubicBezTo>
                    <a:pt x="1884" y="1229"/>
                    <a:pt x="1999" y="1194"/>
                    <a:pt x="2096" y="1127"/>
                  </a:cubicBezTo>
                  <a:cubicBezTo>
                    <a:pt x="2142" y="1095"/>
                    <a:pt x="2180" y="1057"/>
                    <a:pt x="2210" y="1014"/>
                  </a:cubicBezTo>
                  <a:cubicBezTo>
                    <a:pt x="2208" y="816"/>
                    <a:pt x="2209" y="619"/>
                    <a:pt x="2210" y="421"/>
                  </a:cubicBezTo>
                  <a:cubicBezTo>
                    <a:pt x="2164" y="313"/>
                    <a:pt x="2093" y="217"/>
                    <a:pt x="1999" y="131"/>
                  </a:cubicBezTo>
                  <a:cubicBezTo>
                    <a:pt x="1942" y="79"/>
                    <a:pt x="1882" y="35"/>
                    <a:pt x="1818" y="0"/>
                  </a:cubicBezTo>
                  <a:cubicBezTo>
                    <a:pt x="1509" y="1"/>
                    <a:pt x="1201" y="1"/>
                    <a:pt x="893" y="1"/>
                  </a:cubicBezTo>
                  <a:cubicBezTo>
                    <a:pt x="857" y="19"/>
                    <a:pt x="821" y="40"/>
                    <a:pt x="786" y="63"/>
                  </a:cubicBezTo>
                  <a:cubicBezTo>
                    <a:pt x="756" y="83"/>
                    <a:pt x="725" y="105"/>
                    <a:pt x="695" y="127"/>
                  </a:cubicBezTo>
                  <a:cubicBezTo>
                    <a:pt x="680" y="137"/>
                    <a:pt x="664" y="148"/>
                    <a:pt x="649" y="159"/>
                  </a:cubicBezTo>
                  <a:cubicBezTo>
                    <a:pt x="639" y="166"/>
                    <a:pt x="627" y="170"/>
                    <a:pt x="615" y="170"/>
                  </a:cubicBezTo>
                  <a:cubicBezTo>
                    <a:pt x="599" y="170"/>
                    <a:pt x="584" y="164"/>
                    <a:pt x="573" y="152"/>
                  </a:cubicBezTo>
                  <a:cubicBezTo>
                    <a:pt x="552" y="131"/>
                    <a:pt x="549" y="99"/>
                    <a:pt x="566" y="75"/>
                  </a:cubicBezTo>
                  <a:cubicBezTo>
                    <a:pt x="586" y="49"/>
                    <a:pt x="606" y="24"/>
                    <a:pt x="628" y="1"/>
                  </a:cubicBezTo>
                  <a:cubicBezTo>
                    <a:pt x="444" y="1"/>
                    <a:pt x="261" y="0"/>
                    <a:pt x="77" y="0"/>
                  </a:cubicBezTo>
                  <a:cubicBezTo>
                    <a:pt x="58" y="0"/>
                    <a:pt x="42" y="0"/>
                    <a:pt x="27" y="0"/>
                  </a:cubicBezTo>
                  <a:cubicBezTo>
                    <a:pt x="66" y="91"/>
                    <a:pt x="94" y="195"/>
                    <a:pt x="115" y="315"/>
                  </a:cubicBezTo>
                  <a:cubicBezTo>
                    <a:pt x="154" y="553"/>
                    <a:pt x="311" y="701"/>
                    <a:pt x="524" y="701"/>
                  </a:cubicBezTo>
                  <a:cubicBezTo>
                    <a:pt x="551" y="701"/>
                    <a:pt x="578" y="699"/>
                    <a:pt x="606" y="694"/>
                  </a:cubicBezTo>
                  <a:cubicBezTo>
                    <a:pt x="697" y="679"/>
                    <a:pt x="784" y="653"/>
                    <a:pt x="876" y="626"/>
                  </a:cubicBezTo>
                  <a:cubicBezTo>
                    <a:pt x="943" y="606"/>
                    <a:pt x="1012" y="585"/>
                    <a:pt x="1083" y="569"/>
                  </a:cubicBezTo>
                  <a:cubicBezTo>
                    <a:pt x="1098" y="566"/>
                    <a:pt x="1114" y="562"/>
                    <a:pt x="1129" y="558"/>
                  </a:cubicBezTo>
                  <a:cubicBezTo>
                    <a:pt x="1216" y="538"/>
                    <a:pt x="1306" y="518"/>
                    <a:pt x="1399" y="518"/>
                  </a:cubicBezTo>
                  <a:cubicBezTo>
                    <a:pt x="1439" y="518"/>
                    <a:pt x="1477" y="521"/>
                    <a:pt x="1514" y="529"/>
                  </a:cubicBezTo>
                  <a:cubicBezTo>
                    <a:pt x="1573" y="541"/>
                    <a:pt x="1620" y="561"/>
                    <a:pt x="1660" y="590"/>
                  </a:cubicBezTo>
                  <a:cubicBezTo>
                    <a:pt x="1683" y="607"/>
                    <a:pt x="1691" y="638"/>
                    <a:pt x="1679" y="663"/>
                  </a:cubicBezTo>
                  <a:cubicBezTo>
                    <a:pt x="1669" y="685"/>
                    <a:pt x="1648" y="698"/>
                    <a:pt x="1625" y="698"/>
                  </a:cubicBezTo>
                  <a:cubicBezTo>
                    <a:pt x="1620" y="698"/>
                    <a:pt x="1616" y="697"/>
                    <a:pt x="1611" y="696"/>
                  </a:cubicBezTo>
                  <a:cubicBezTo>
                    <a:pt x="1565" y="685"/>
                    <a:pt x="1519" y="680"/>
                    <a:pt x="1470" y="680"/>
                  </a:cubicBezTo>
                  <a:cubicBezTo>
                    <a:pt x="1325" y="680"/>
                    <a:pt x="1189" y="729"/>
                    <a:pt x="1045" y="780"/>
                  </a:cubicBezTo>
                  <a:cubicBezTo>
                    <a:pt x="993" y="799"/>
                    <a:pt x="939" y="818"/>
                    <a:pt x="885" y="835"/>
                  </a:cubicBezTo>
                  <a:cubicBezTo>
                    <a:pt x="868" y="840"/>
                    <a:pt x="851" y="846"/>
                    <a:pt x="834" y="851"/>
                  </a:cubicBezTo>
                  <a:cubicBezTo>
                    <a:pt x="746" y="879"/>
                    <a:pt x="654" y="909"/>
                    <a:pt x="556" y="917"/>
                  </a:cubicBezTo>
                  <a:cubicBezTo>
                    <a:pt x="538" y="918"/>
                    <a:pt x="520" y="919"/>
                    <a:pt x="503" y="919"/>
                  </a:cubicBezTo>
                  <a:cubicBezTo>
                    <a:pt x="346" y="919"/>
                    <a:pt x="207" y="860"/>
                    <a:pt x="86" y="744"/>
                  </a:cubicBezTo>
                  <a:cubicBezTo>
                    <a:pt x="80" y="777"/>
                    <a:pt x="73" y="811"/>
                    <a:pt x="60" y="844"/>
                  </a:cubicBezTo>
                  <a:cubicBezTo>
                    <a:pt x="43" y="888"/>
                    <a:pt x="22" y="930"/>
                    <a:pt x="0" y="972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0"/>
            <p:cNvSpPr/>
            <p:nvPr/>
          </p:nvSpPr>
          <p:spPr>
            <a:xfrm>
              <a:off x="4515840" y="1856520"/>
              <a:ext cx="276840" cy="353520"/>
            </a:xfrm>
            <a:custGeom>
              <a:avLst/>
              <a:gdLst/>
              <a:ahLst/>
              <a:cxnLst/>
              <a:rect l="l" t="t" r="r" b="b"/>
              <a:pathLst>
                <a:path w="769" h="982" extrusionOk="0">
                  <a:moveTo>
                    <a:pt x="0" y="66"/>
                  </a:moveTo>
                  <a:cubicBezTo>
                    <a:pt x="-3" y="300"/>
                    <a:pt x="81" y="507"/>
                    <a:pt x="166" y="680"/>
                  </a:cubicBezTo>
                  <a:cubicBezTo>
                    <a:pt x="197" y="675"/>
                    <a:pt x="229" y="672"/>
                    <a:pt x="259" y="672"/>
                  </a:cubicBezTo>
                  <a:cubicBezTo>
                    <a:pt x="417" y="672"/>
                    <a:pt x="557" y="742"/>
                    <a:pt x="690" y="887"/>
                  </a:cubicBezTo>
                  <a:cubicBezTo>
                    <a:pt x="719" y="919"/>
                    <a:pt x="745" y="951"/>
                    <a:pt x="769" y="982"/>
                  </a:cubicBezTo>
                  <a:cubicBezTo>
                    <a:pt x="742" y="612"/>
                    <a:pt x="525" y="257"/>
                    <a:pt x="194" y="81"/>
                  </a:cubicBezTo>
                  <a:cubicBezTo>
                    <a:pt x="132" y="48"/>
                    <a:pt x="68" y="21"/>
                    <a:pt x="4" y="0"/>
                  </a:cubicBezTo>
                  <a:cubicBezTo>
                    <a:pt x="2" y="21"/>
                    <a:pt x="0" y="43"/>
                    <a:pt x="0" y="66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0"/>
            <p:cNvSpPr/>
            <p:nvPr/>
          </p:nvSpPr>
          <p:spPr>
            <a:xfrm>
              <a:off x="4132080" y="1836360"/>
              <a:ext cx="358920" cy="310320"/>
            </a:xfrm>
            <a:custGeom>
              <a:avLst/>
              <a:gdLst/>
              <a:ahLst/>
              <a:cxnLst/>
              <a:rect l="l" t="t" r="r" b="b"/>
              <a:pathLst>
                <a:path w="997" h="862" extrusionOk="0">
                  <a:moveTo>
                    <a:pt x="0" y="261"/>
                  </a:moveTo>
                  <a:cubicBezTo>
                    <a:pt x="65" y="276"/>
                    <a:pt x="130" y="304"/>
                    <a:pt x="195" y="348"/>
                  </a:cubicBezTo>
                  <a:cubicBezTo>
                    <a:pt x="316" y="429"/>
                    <a:pt x="405" y="538"/>
                    <a:pt x="469" y="623"/>
                  </a:cubicBezTo>
                  <a:lnTo>
                    <a:pt x="484" y="644"/>
                  </a:lnTo>
                  <a:cubicBezTo>
                    <a:pt x="512" y="681"/>
                    <a:pt x="540" y="720"/>
                    <a:pt x="570" y="756"/>
                  </a:cubicBezTo>
                  <a:cubicBezTo>
                    <a:pt x="627" y="827"/>
                    <a:pt x="692" y="862"/>
                    <a:pt x="768" y="862"/>
                  </a:cubicBezTo>
                  <a:cubicBezTo>
                    <a:pt x="801" y="862"/>
                    <a:pt x="836" y="855"/>
                    <a:pt x="872" y="843"/>
                  </a:cubicBezTo>
                  <a:cubicBezTo>
                    <a:pt x="912" y="830"/>
                    <a:pt x="952" y="813"/>
                    <a:pt x="991" y="796"/>
                  </a:cubicBezTo>
                  <a:cubicBezTo>
                    <a:pt x="993" y="795"/>
                    <a:pt x="995" y="795"/>
                    <a:pt x="997" y="794"/>
                  </a:cubicBezTo>
                  <a:cubicBezTo>
                    <a:pt x="995" y="791"/>
                    <a:pt x="994" y="787"/>
                    <a:pt x="992" y="784"/>
                  </a:cubicBezTo>
                  <a:cubicBezTo>
                    <a:pt x="891" y="571"/>
                    <a:pt x="838" y="366"/>
                    <a:pt x="828" y="156"/>
                  </a:cubicBezTo>
                  <a:cubicBezTo>
                    <a:pt x="826" y="103"/>
                    <a:pt x="829" y="53"/>
                    <a:pt x="837" y="6"/>
                  </a:cubicBezTo>
                  <a:cubicBezTo>
                    <a:pt x="529" y="-27"/>
                    <a:pt x="228" y="70"/>
                    <a:pt x="0" y="26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0"/>
            <p:cNvSpPr/>
            <p:nvPr/>
          </p:nvSpPr>
          <p:spPr>
            <a:xfrm>
              <a:off x="3943800" y="2019240"/>
              <a:ext cx="846000" cy="984600"/>
            </a:xfrm>
            <a:custGeom>
              <a:avLst/>
              <a:gdLst/>
              <a:ahLst/>
              <a:cxnLst/>
              <a:rect l="l" t="t" r="r" b="b"/>
              <a:pathLst>
                <a:path w="2350" h="2735" extrusionOk="0">
                  <a:moveTo>
                    <a:pt x="306" y="2402"/>
                  </a:moveTo>
                  <a:cubicBezTo>
                    <a:pt x="322" y="2417"/>
                    <a:pt x="406" y="2466"/>
                    <a:pt x="480" y="2466"/>
                  </a:cubicBezTo>
                  <a:cubicBezTo>
                    <a:pt x="518" y="2466"/>
                    <a:pt x="546" y="2453"/>
                    <a:pt x="566" y="2425"/>
                  </a:cubicBezTo>
                  <a:cubicBezTo>
                    <a:pt x="614" y="2360"/>
                    <a:pt x="663" y="2156"/>
                    <a:pt x="457" y="1529"/>
                  </a:cubicBezTo>
                  <a:cubicBezTo>
                    <a:pt x="449" y="1505"/>
                    <a:pt x="456" y="1480"/>
                    <a:pt x="475" y="1464"/>
                  </a:cubicBezTo>
                  <a:cubicBezTo>
                    <a:pt x="486" y="1455"/>
                    <a:pt x="500" y="1450"/>
                    <a:pt x="513" y="1450"/>
                  </a:cubicBezTo>
                  <a:cubicBezTo>
                    <a:pt x="523" y="1450"/>
                    <a:pt x="533" y="1453"/>
                    <a:pt x="542" y="1457"/>
                  </a:cubicBezTo>
                  <a:cubicBezTo>
                    <a:pt x="589" y="1483"/>
                    <a:pt x="622" y="1520"/>
                    <a:pt x="649" y="1554"/>
                  </a:cubicBezTo>
                  <a:cubicBezTo>
                    <a:pt x="824" y="1765"/>
                    <a:pt x="906" y="2025"/>
                    <a:pt x="900" y="2350"/>
                  </a:cubicBezTo>
                  <a:cubicBezTo>
                    <a:pt x="900" y="2361"/>
                    <a:pt x="898" y="2373"/>
                    <a:pt x="897" y="2384"/>
                  </a:cubicBezTo>
                  <a:cubicBezTo>
                    <a:pt x="896" y="2394"/>
                    <a:pt x="895" y="2404"/>
                    <a:pt x="895" y="2411"/>
                  </a:cubicBezTo>
                  <a:cubicBezTo>
                    <a:pt x="908" y="2602"/>
                    <a:pt x="1186" y="2735"/>
                    <a:pt x="1427" y="2735"/>
                  </a:cubicBezTo>
                  <a:cubicBezTo>
                    <a:pt x="1508" y="2735"/>
                    <a:pt x="1584" y="2720"/>
                    <a:pt x="1647" y="2693"/>
                  </a:cubicBezTo>
                  <a:cubicBezTo>
                    <a:pt x="1900" y="2582"/>
                    <a:pt x="2039" y="2376"/>
                    <a:pt x="2071" y="2061"/>
                  </a:cubicBezTo>
                  <a:cubicBezTo>
                    <a:pt x="2083" y="1942"/>
                    <a:pt x="2072" y="1814"/>
                    <a:pt x="2036" y="1660"/>
                  </a:cubicBezTo>
                  <a:cubicBezTo>
                    <a:pt x="1985" y="1446"/>
                    <a:pt x="1874" y="1296"/>
                    <a:pt x="1697" y="1200"/>
                  </a:cubicBezTo>
                  <a:cubicBezTo>
                    <a:pt x="1672" y="1186"/>
                    <a:pt x="1660" y="1157"/>
                    <a:pt x="1669" y="1130"/>
                  </a:cubicBezTo>
                  <a:cubicBezTo>
                    <a:pt x="1676" y="1104"/>
                    <a:pt x="1700" y="1087"/>
                    <a:pt x="1726" y="1087"/>
                  </a:cubicBezTo>
                  <a:cubicBezTo>
                    <a:pt x="1728" y="1087"/>
                    <a:pt x="1729" y="1087"/>
                    <a:pt x="1731" y="1088"/>
                  </a:cubicBezTo>
                  <a:cubicBezTo>
                    <a:pt x="1798" y="1094"/>
                    <a:pt x="1888" y="1139"/>
                    <a:pt x="1959" y="1203"/>
                  </a:cubicBezTo>
                  <a:cubicBezTo>
                    <a:pt x="2012" y="1252"/>
                    <a:pt x="2059" y="1304"/>
                    <a:pt x="2098" y="1364"/>
                  </a:cubicBezTo>
                  <a:cubicBezTo>
                    <a:pt x="2105" y="1351"/>
                    <a:pt x="2113" y="1337"/>
                    <a:pt x="2122" y="1322"/>
                  </a:cubicBezTo>
                  <a:cubicBezTo>
                    <a:pt x="2227" y="1146"/>
                    <a:pt x="2319" y="968"/>
                    <a:pt x="2350" y="762"/>
                  </a:cubicBezTo>
                  <a:cubicBezTo>
                    <a:pt x="2340" y="751"/>
                    <a:pt x="2331" y="739"/>
                    <a:pt x="2322" y="727"/>
                  </a:cubicBezTo>
                  <a:cubicBezTo>
                    <a:pt x="2289" y="684"/>
                    <a:pt x="2258" y="644"/>
                    <a:pt x="2224" y="606"/>
                  </a:cubicBezTo>
                  <a:cubicBezTo>
                    <a:pt x="2163" y="539"/>
                    <a:pt x="2105" y="493"/>
                    <a:pt x="2043" y="458"/>
                  </a:cubicBezTo>
                  <a:cubicBezTo>
                    <a:pt x="1987" y="428"/>
                    <a:pt x="1933" y="413"/>
                    <a:pt x="1878" y="413"/>
                  </a:cubicBezTo>
                  <a:cubicBezTo>
                    <a:pt x="1828" y="413"/>
                    <a:pt x="1778" y="426"/>
                    <a:pt x="1726" y="451"/>
                  </a:cubicBezTo>
                  <a:cubicBezTo>
                    <a:pt x="1710" y="458"/>
                    <a:pt x="1693" y="467"/>
                    <a:pt x="1677" y="475"/>
                  </a:cubicBezTo>
                  <a:cubicBezTo>
                    <a:pt x="1629" y="498"/>
                    <a:pt x="1580" y="523"/>
                    <a:pt x="1527" y="542"/>
                  </a:cubicBezTo>
                  <a:cubicBezTo>
                    <a:pt x="1442" y="571"/>
                    <a:pt x="1368" y="586"/>
                    <a:pt x="1300" y="586"/>
                  </a:cubicBezTo>
                  <a:cubicBezTo>
                    <a:pt x="1153" y="586"/>
                    <a:pt x="1031" y="517"/>
                    <a:pt x="906" y="362"/>
                  </a:cubicBezTo>
                  <a:cubicBezTo>
                    <a:pt x="851" y="293"/>
                    <a:pt x="791" y="220"/>
                    <a:pt x="729" y="151"/>
                  </a:cubicBezTo>
                  <a:cubicBezTo>
                    <a:pt x="689" y="106"/>
                    <a:pt x="638" y="66"/>
                    <a:pt x="573" y="30"/>
                  </a:cubicBezTo>
                  <a:cubicBezTo>
                    <a:pt x="539" y="10"/>
                    <a:pt x="505" y="0"/>
                    <a:pt x="472" y="0"/>
                  </a:cubicBezTo>
                  <a:cubicBezTo>
                    <a:pt x="438" y="0"/>
                    <a:pt x="403" y="11"/>
                    <a:pt x="368" y="31"/>
                  </a:cubicBezTo>
                  <a:cubicBezTo>
                    <a:pt x="318" y="60"/>
                    <a:pt x="270" y="98"/>
                    <a:pt x="227" y="142"/>
                  </a:cubicBezTo>
                  <a:cubicBezTo>
                    <a:pt x="226" y="142"/>
                    <a:pt x="226" y="142"/>
                    <a:pt x="226" y="142"/>
                  </a:cubicBezTo>
                  <a:cubicBezTo>
                    <a:pt x="165" y="275"/>
                    <a:pt x="128" y="424"/>
                    <a:pt x="122" y="586"/>
                  </a:cubicBezTo>
                  <a:cubicBezTo>
                    <a:pt x="121" y="616"/>
                    <a:pt x="121" y="646"/>
                    <a:pt x="123" y="675"/>
                  </a:cubicBezTo>
                  <a:cubicBezTo>
                    <a:pt x="144" y="660"/>
                    <a:pt x="167" y="647"/>
                    <a:pt x="191" y="635"/>
                  </a:cubicBezTo>
                  <a:cubicBezTo>
                    <a:pt x="280" y="589"/>
                    <a:pt x="382" y="565"/>
                    <a:pt x="484" y="565"/>
                  </a:cubicBezTo>
                  <a:cubicBezTo>
                    <a:pt x="639" y="565"/>
                    <a:pt x="788" y="619"/>
                    <a:pt x="904" y="717"/>
                  </a:cubicBezTo>
                  <a:cubicBezTo>
                    <a:pt x="1034" y="827"/>
                    <a:pt x="1131" y="964"/>
                    <a:pt x="1199" y="1138"/>
                  </a:cubicBezTo>
                  <a:cubicBezTo>
                    <a:pt x="1280" y="1341"/>
                    <a:pt x="1350" y="1712"/>
                    <a:pt x="1349" y="1933"/>
                  </a:cubicBezTo>
                  <a:cubicBezTo>
                    <a:pt x="1349" y="1963"/>
                    <a:pt x="1326" y="1989"/>
                    <a:pt x="1296" y="1992"/>
                  </a:cubicBezTo>
                  <a:cubicBezTo>
                    <a:pt x="1294" y="1992"/>
                    <a:pt x="1292" y="1992"/>
                    <a:pt x="1290" y="1992"/>
                  </a:cubicBezTo>
                  <a:cubicBezTo>
                    <a:pt x="1262" y="1992"/>
                    <a:pt x="1237" y="1973"/>
                    <a:pt x="1231" y="1945"/>
                  </a:cubicBezTo>
                  <a:cubicBezTo>
                    <a:pt x="1222" y="1902"/>
                    <a:pt x="1213" y="1861"/>
                    <a:pt x="1205" y="1820"/>
                  </a:cubicBezTo>
                  <a:cubicBezTo>
                    <a:pt x="1187" y="1735"/>
                    <a:pt x="1170" y="1655"/>
                    <a:pt x="1151" y="1576"/>
                  </a:cubicBezTo>
                  <a:cubicBezTo>
                    <a:pt x="1086" y="1317"/>
                    <a:pt x="997" y="1123"/>
                    <a:pt x="872" y="966"/>
                  </a:cubicBezTo>
                  <a:cubicBezTo>
                    <a:pt x="780" y="852"/>
                    <a:pt x="641" y="783"/>
                    <a:pt x="498" y="783"/>
                  </a:cubicBezTo>
                  <a:cubicBezTo>
                    <a:pt x="370" y="783"/>
                    <a:pt x="256" y="836"/>
                    <a:pt x="171" y="931"/>
                  </a:cubicBezTo>
                  <a:cubicBezTo>
                    <a:pt x="217" y="1075"/>
                    <a:pt x="290" y="1210"/>
                    <a:pt x="372" y="1342"/>
                  </a:cubicBezTo>
                  <a:cubicBezTo>
                    <a:pt x="401" y="1389"/>
                    <a:pt x="469" y="1438"/>
                    <a:pt x="439" y="1492"/>
                  </a:cubicBezTo>
                  <a:cubicBezTo>
                    <a:pt x="412" y="1540"/>
                    <a:pt x="337" y="1507"/>
                    <a:pt x="284" y="1507"/>
                  </a:cubicBezTo>
                  <a:cubicBezTo>
                    <a:pt x="192" y="1508"/>
                    <a:pt x="99" y="1508"/>
                    <a:pt x="7" y="1508"/>
                  </a:cubicBezTo>
                  <a:cubicBezTo>
                    <a:pt x="-22" y="1814"/>
                    <a:pt x="22" y="2101"/>
                    <a:pt x="306" y="2402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77756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1"/>
          <p:cNvSpPr/>
          <p:nvPr/>
        </p:nvSpPr>
        <p:spPr>
          <a:xfrm rot="-3847955">
            <a:off x="9767775" y="5847374"/>
            <a:ext cx="1904727" cy="1158283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1"/>
          <p:cNvSpPr/>
          <p:nvPr/>
        </p:nvSpPr>
        <p:spPr>
          <a:xfrm rot="-1147982">
            <a:off x="9767773" y="-9508"/>
            <a:ext cx="1904735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1"/>
          <p:cNvSpPr/>
          <p:nvPr/>
        </p:nvSpPr>
        <p:spPr>
          <a:xfrm rot="10800000" flipH="1">
            <a:off x="-2" y="5316913"/>
            <a:ext cx="1754059" cy="1549249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4" name="Google Shape;594;p41"/>
          <p:cNvGrpSpPr/>
          <p:nvPr/>
        </p:nvGrpSpPr>
        <p:grpSpPr>
          <a:xfrm rot="1800704">
            <a:off x="451600" y="598342"/>
            <a:ext cx="2373203" cy="1442385"/>
            <a:chOff x="2544840" y="154440"/>
            <a:chExt cx="3692520" cy="2244240"/>
          </a:xfrm>
        </p:grpSpPr>
        <p:sp>
          <p:nvSpPr>
            <p:cNvPr id="595" name="Google Shape;595;p41"/>
            <p:cNvSpPr/>
            <p:nvPr/>
          </p:nvSpPr>
          <p:spPr>
            <a:xfrm>
              <a:off x="2544840" y="154440"/>
              <a:ext cx="3692520" cy="2244240"/>
            </a:xfrm>
            <a:custGeom>
              <a:avLst/>
              <a:gdLst/>
              <a:ahLst/>
              <a:cxnLst/>
              <a:rect l="l" t="t" r="r" b="b"/>
              <a:pathLst>
                <a:path w="10257" h="6234" extrusionOk="0">
                  <a:moveTo>
                    <a:pt x="309" y="3816"/>
                  </a:moveTo>
                  <a:cubicBezTo>
                    <a:pt x="685" y="4204"/>
                    <a:pt x="1175" y="4286"/>
                    <a:pt x="1651" y="4038"/>
                  </a:cubicBezTo>
                  <a:cubicBezTo>
                    <a:pt x="1739" y="3992"/>
                    <a:pt x="1824" y="3938"/>
                    <a:pt x="1911" y="3888"/>
                  </a:cubicBezTo>
                  <a:cubicBezTo>
                    <a:pt x="1995" y="3841"/>
                    <a:pt x="2012" y="3850"/>
                    <a:pt x="2013" y="3946"/>
                  </a:cubicBezTo>
                  <a:cubicBezTo>
                    <a:pt x="2015" y="4129"/>
                    <a:pt x="2013" y="4312"/>
                    <a:pt x="2013" y="4495"/>
                  </a:cubicBezTo>
                  <a:cubicBezTo>
                    <a:pt x="2013" y="4678"/>
                    <a:pt x="2013" y="4861"/>
                    <a:pt x="2013" y="5045"/>
                  </a:cubicBezTo>
                  <a:lnTo>
                    <a:pt x="2014" y="5045"/>
                  </a:lnTo>
                  <a:cubicBezTo>
                    <a:pt x="2014" y="5393"/>
                    <a:pt x="2013" y="5742"/>
                    <a:pt x="2014" y="6091"/>
                  </a:cubicBezTo>
                  <a:cubicBezTo>
                    <a:pt x="2014" y="6230"/>
                    <a:pt x="2016" y="6233"/>
                    <a:pt x="2150" y="6233"/>
                  </a:cubicBezTo>
                  <a:cubicBezTo>
                    <a:pt x="2595" y="6233"/>
                    <a:pt x="3041" y="6233"/>
                    <a:pt x="3486" y="6233"/>
                  </a:cubicBezTo>
                  <a:cubicBezTo>
                    <a:pt x="3623" y="6232"/>
                    <a:pt x="3625" y="6231"/>
                    <a:pt x="3597" y="6100"/>
                  </a:cubicBezTo>
                  <a:cubicBezTo>
                    <a:pt x="3507" y="5672"/>
                    <a:pt x="3588" y="5270"/>
                    <a:pt x="3831" y="4914"/>
                  </a:cubicBezTo>
                  <a:cubicBezTo>
                    <a:pt x="3837" y="4904"/>
                    <a:pt x="3843" y="4895"/>
                    <a:pt x="3850" y="4886"/>
                  </a:cubicBezTo>
                  <a:cubicBezTo>
                    <a:pt x="3937" y="4763"/>
                    <a:pt x="4040" y="4655"/>
                    <a:pt x="4153" y="4564"/>
                  </a:cubicBezTo>
                  <a:cubicBezTo>
                    <a:pt x="4528" y="4264"/>
                    <a:pt x="5026" y="4146"/>
                    <a:pt x="5511" y="4273"/>
                  </a:cubicBezTo>
                  <a:cubicBezTo>
                    <a:pt x="5531" y="4278"/>
                    <a:pt x="5551" y="4284"/>
                    <a:pt x="5570" y="4290"/>
                  </a:cubicBezTo>
                  <a:cubicBezTo>
                    <a:pt x="5742" y="4341"/>
                    <a:pt x="5899" y="4418"/>
                    <a:pt x="6037" y="4516"/>
                  </a:cubicBezTo>
                  <a:cubicBezTo>
                    <a:pt x="6426" y="4791"/>
                    <a:pt x="6671" y="5230"/>
                    <a:pt x="6695" y="5735"/>
                  </a:cubicBezTo>
                  <a:cubicBezTo>
                    <a:pt x="6701" y="5870"/>
                    <a:pt x="6681" y="6004"/>
                    <a:pt x="6651" y="6135"/>
                  </a:cubicBezTo>
                  <a:cubicBezTo>
                    <a:pt x="6633" y="6213"/>
                    <a:pt x="6661" y="6234"/>
                    <a:pt x="6733" y="6234"/>
                  </a:cubicBezTo>
                  <a:cubicBezTo>
                    <a:pt x="6917" y="6233"/>
                    <a:pt x="7100" y="6233"/>
                    <a:pt x="7284" y="6232"/>
                  </a:cubicBezTo>
                  <a:cubicBezTo>
                    <a:pt x="7361" y="6232"/>
                    <a:pt x="7438" y="6232"/>
                    <a:pt x="7515" y="6232"/>
                  </a:cubicBezTo>
                  <a:cubicBezTo>
                    <a:pt x="7724" y="6232"/>
                    <a:pt x="7933" y="6232"/>
                    <a:pt x="8142" y="6234"/>
                  </a:cubicBezTo>
                  <a:cubicBezTo>
                    <a:pt x="8237" y="6234"/>
                    <a:pt x="8246" y="6185"/>
                    <a:pt x="8246" y="6109"/>
                  </a:cubicBezTo>
                  <a:cubicBezTo>
                    <a:pt x="8246" y="5855"/>
                    <a:pt x="8245" y="5601"/>
                    <a:pt x="8245" y="5347"/>
                  </a:cubicBezTo>
                  <a:cubicBezTo>
                    <a:pt x="8245" y="4920"/>
                    <a:pt x="8245" y="4495"/>
                    <a:pt x="8246" y="4068"/>
                  </a:cubicBezTo>
                  <a:cubicBezTo>
                    <a:pt x="8246" y="4022"/>
                    <a:pt x="8223" y="3959"/>
                    <a:pt x="8268" y="3933"/>
                  </a:cubicBezTo>
                  <a:cubicBezTo>
                    <a:pt x="8320" y="3901"/>
                    <a:pt x="8361" y="3960"/>
                    <a:pt x="8402" y="3986"/>
                  </a:cubicBezTo>
                  <a:cubicBezTo>
                    <a:pt x="8493" y="4044"/>
                    <a:pt x="8585" y="4096"/>
                    <a:pt x="8681" y="4137"/>
                  </a:cubicBezTo>
                  <a:cubicBezTo>
                    <a:pt x="8841" y="4206"/>
                    <a:pt x="9010" y="4247"/>
                    <a:pt x="9197" y="4241"/>
                  </a:cubicBezTo>
                  <a:cubicBezTo>
                    <a:pt x="9220" y="4241"/>
                    <a:pt x="9244" y="4240"/>
                    <a:pt x="9266" y="4237"/>
                  </a:cubicBezTo>
                  <a:lnTo>
                    <a:pt x="9267" y="4237"/>
                  </a:lnTo>
                  <a:cubicBezTo>
                    <a:pt x="9392" y="4225"/>
                    <a:pt x="9510" y="4191"/>
                    <a:pt x="9618" y="4139"/>
                  </a:cubicBezTo>
                  <a:cubicBezTo>
                    <a:pt x="9846" y="4030"/>
                    <a:pt x="10028" y="3841"/>
                    <a:pt x="10138" y="3617"/>
                  </a:cubicBezTo>
                  <a:cubicBezTo>
                    <a:pt x="10179" y="3535"/>
                    <a:pt x="10210" y="3448"/>
                    <a:pt x="10230" y="3359"/>
                  </a:cubicBezTo>
                  <a:cubicBezTo>
                    <a:pt x="10283" y="3123"/>
                    <a:pt x="10260" y="2869"/>
                    <a:pt x="10140" y="2637"/>
                  </a:cubicBezTo>
                  <a:cubicBezTo>
                    <a:pt x="9888" y="2153"/>
                    <a:pt x="9349" y="1893"/>
                    <a:pt x="8821" y="2050"/>
                  </a:cubicBezTo>
                  <a:cubicBezTo>
                    <a:pt x="8800" y="2056"/>
                    <a:pt x="8778" y="2063"/>
                    <a:pt x="8757" y="2071"/>
                  </a:cubicBezTo>
                  <a:cubicBezTo>
                    <a:pt x="8623" y="2120"/>
                    <a:pt x="8507" y="2202"/>
                    <a:pt x="8382" y="2268"/>
                  </a:cubicBezTo>
                  <a:cubicBezTo>
                    <a:pt x="8345" y="2288"/>
                    <a:pt x="8309" y="2340"/>
                    <a:pt x="8264" y="2313"/>
                  </a:cubicBezTo>
                  <a:cubicBezTo>
                    <a:pt x="8226" y="2290"/>
                    <a:pt x="8246" y="2236"/>
                    <a:pt x="8246" y="2197"/>
                  </a:cubicBezTo>
                  <a:cubicBezTo>
                    <a:pt x="8246" y="2058"/>
                    <a:pt x="8246" y="1919"/>
                    <a:pt x="8246" y="1780"/>
                  </a:cubicBezTo>
                  <a:cubicBezTo>
                    <a:pt x="8245" y="1239"/>
                    <a:pt x="8245" y="697"/>
                    <a:pt x="8245" y="155"/>
                  </a:cubicBezTo>
                  <a:cubicBezTo>
                    <a:pt x="8245" y="1"/>
                    <a:pt x="8244" y="1"/>
                    <a:pt x="8090" y="1"/>
                  </a:cubicBezTo>
                  <a:cubicBezTo>
                    <a:pt x="7624" y="1"/>
                    <a:pt x="7158" y="5"/>
                    <a:pt x="6692" y="2"/>
                  </a:cubicBezTo>
                  <a:cubicBezTo>
                    <a:pt x="6598" y="1"/>
                    <a:pt x="6573" y="25"/>
                    <a:pt x="6591" y="122"/>
                  </a:cubicBezTo>
                  <a:cubicBezTo>
                    <a:pt x="6715" y="792"/>
                    <a:pt x="6498" y="1336"/>
                    <a:pt x="5951" y="1737"/>
                  </a:cubicBezTo>
                  <a:cubicBezTo>
                    <a:pt x="5027" y="2415"/>
                    <a:pt x="3663" y="1819"/>
                    <a:pt x="3516" y="681"/>
                  </a:cubicBezTo>
                  <a:cubicBezTo>
                    <a:pt x="3492" y="493"/>
                    <a:pt x="3499" y="310"/>
                    <a:pt x="3535" y="126"/>
                  </a:cubicBezTo>
                  <a:cubicBezTo>
                    <a:pt x="3558" y="9"/>
                    <a:pt x="3552" y="1"/>
                    <a:pt x="3431" y="1"/>
                  </a:cubicBezTo>
                  <a:cubicBezTo>
                    <a:pt x="3103" y="1"/>
                    <a:pt x="2775" y="-1"/>
                    <a:pt x="2447" y="1"/>
                  </a:cubicBezTo>
                  <a:cubicBezTo>
                    <a:pt x="2162" y="4"/>
                    <a:pt x="2014" y="155"/>
                    <a:pt x="2013" y="439"/>
                  </a:cubicBezTo>
                  <a:cubicBezTo>
                    <a:pt x="2013" y="1009"/>
                    <a:pt x="2014" y="1579"/>
                    <a:pt x="2014" y="2149"/>
                  </a:cubicBezTo>
                  <a:cubicBezTo>
                    <a:pt x="2014" y="2277"/>
                    <a:pt x="2009" y="2280"/>
                    <a:pt x="1898" y="2219"/>
                  </a:cubicBezTo>
                  <a:cubicBezTo>
                    <a:pt x="1714" y="2118"/>
                    <a:pt x="1541" y="1998"/>
                    <a:pt x="1328" y="1958"/>
                  </a:cubicBezTo>
                  <a:cubicBezTo>
                    <a:pt x="865" y="1871"/>
                    <a:pt x="369" y="2096"/>
                    <a:pt x="147" y="2504"/>
                  </a:cubicBezTo>
                  <a:cubicBezTo>
                    <a:pt x="-96" y="2952"/>
                    <a:pt x="-33" y="3462"/>
                    <a:pt x="309" y="3816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1"/>
            <p:cNvSpPr/>
            <p:nvPr/>
          </p:nvSpPr>
          <p:spPr>
            <a:xfrm>
              <a:off x="3929400" y="741960"/>
              <a:ext cx="2307960" cy="1656720"/>
            </a:xfrm>
            <a:custGeom>
              <a:avLst/>
              <a:gdLst/>
              <a:ahLst/>
              <a:cxnLst/>
              <a:rect l="l" t="t" r="r" b="b"/>
              <a:pathLst>
                <a:path w="6411" h="4602" extrusionOk="0">
                  <a:moveTo>
                    <a:pt x="4" y="3254"/>
                  </a:moveTo>
                  <a:cubicBezTo>
                    <a:pt x="91" y="3131"/>
                    <a:pt x="194" y="3023"/>
                    <a:pt x="307" y="2932"/>
                  </a:cubicBezTo>
                  <a:cubicBezTo>
                    <a:pt x="682" y="2632"/>
                    <a:pt x="1180" y="2514"/>
                    <a:pt x="1665" y="2641"/>
                  </a:cubicBezTo>
                  <a:cubicBezTo>
                    <a:pt x="1685" y="2646"/>
                    <a:pt x="1705" y="2652"/>
                    <a:pt x="1724" y="2658"/>
                  </a:cubicBezTo>
                  <a:cubicBezTo>
                    <a:pt x="1896" y="2709"/>
                    <a:pt x="2053" y="2786"/>
                    <a:pt x="2191" y="2884"/>
                  </a:cubicBezTo>
                  <a:cubicBezTo>
                    <a:pt x="2580" y="3159"/>
                    <a:pt x="2825" y="3598"/>
                    <a:pt x="2849" y="4103"/>
                  </a:cubicBezTo>
                  <a:cubicBezTo>
                    <a:pt x="2855" y="4238"/>
                    <a:pt x="2835" y="4372"/>
                    <a:pt x="2805" y="4503"/>
                  </a:cubicBezTo>
                  <a:cubicBezTo>
                    <a:pt x="2787" y="4581"/>
                    <a:pt x="2815" y="4602"/>
                    <a:pt x="2887" y="4602"/>
                  </a:cubicBezTo>
                  <a:cubicBezTo>
                    <a:pt x="3071" y="4601"/>
                    <a:pt x="3254" y="4601"/>
                    <a:pt x="3438" y="4600"/>
                  </a:cubicBezTo>
                  <a:cubicBezTo>
                    <a:pt x="3515" y="4600"/>
                    <a:pt x="3592" y="4600"/>
                    <a:pt x="3669" y="4600"/>
                  </a:cubicBezTo>
                  <a:cubicBezTo>
                    <a:pt x="3878" y="4600"/>
                    <a:pt x="4087" y="4600"/>
                    <a:pt x="4296" y="4602"/>
                  </a:cubicBezTo>
                  <a:cubicBezTo>
                    <a:pt x="4391" y="4602"/>
                    <a:pt x="4400" y="4553"/>
                    <a:pt x="4400" y="4477"/>
                  </a:cubicBezTo>
                  <a:cubicBezTo>
                    <a:pt x="4400" y="4223"/>
                    <a:pt x="4399" y="3969"/>
                    <a:pt x="4399" y="3715"/>
                  </a:cubicBezTo>
                  <a:cubicBezTo>
                    <a:pt x="4399" y="3288"/>
                    <a:pt x="4399" y="2863"/>
                    <a:pt x="4400" y="2436"/>
                  </a:cubicBezTo>
                  <a:cubicBezTo>
                    <a:pt x="4400" y="2390"/>
                    <a:pt x="4377" y="2327"/>
                    <a:pt x="4422" y="2301"/>
                  </a:cubicBezTo>
                  <a:cubicBezTo>
                    <a:pt x="4474" y="2269"/>
                    <a:pt x="4515" y="2328"/>
                    <a:pt x="4556" y="2354"/>
                  </a:cubicBezTo>
                  <a:cubicBezTo>
                    <a:pt x="4647" y="2412"/>
                    <a:pt x="4739" y="2464"/>
                    <a:pt x="4835" y="2505"/>
                  </a:cubicBezTo>
                  <a:cubicBezTo>
                    <a:pt x="4995" y="2574"/>
                    <a:pt x="5164" y="2615"/>
                    <a:pt x="5351" y="2609"/>
                  </a:cubicBezTo>
                  <a:cubicBezTo>
                    <a:pt x="5374" y="2609"/>
                    <a:pt x="5398" y="2608"/>
                    <a:pt x="5420" y="2605"/>
                  </a:cubicBezTo>
                  <a:lnTo>
                    <a:pt x="5421" y="2605"/>
                  </a:lnTo>
                  <a:cubicBezTo>
                    <a:pt x="5546" y="2593"/>
                    <a:pt x="5664" y="2559"/>
                    <a:pt x="5772" y="2507"/>
                  </a:cubicBezTo>
                  <a:cubicBezTo>
                    <a:pt x="6000" y="2398"/>
                    <a:pt x="6182" y="2209"/>
                    <a:pt x="6292" y="1985"/>
                  </a:cubicBezTo>
                  <a:cubicBezTo>
                    <a:pt x="6333" y="1903"/>
                    <a:pt x="6364" y="1816"/>
                    <a:pt x="6384" y="1727"/>
                  </a:cubicBezTo>
                  <a:cubicBezTo>
                    <a:pt x="6437" y="1491"/>
                    <a:pt x="6414" y="1237"/>
                    <a:pt x="6294" y="1005"/>
                  </a:cubicBezTo>
                  <a:cubicBezTo>
                    <a:pt x="6042" y="521"/>
                    <a:pt x="5503" y="261"/>
                    <a:pt x="4975" y="418"/>
                  </a:cubicBezTo>
                  <a:cubicBezTo>
                    <a:pt x="4954" y="424"/>
                    <a:pt x="4932" y="431"/>
                    <a:pt x="4911" y="439"/>
                  </a:cubicBezTo>
                  <a:cubicBezTo>
                    <a:pt x="4777" y="488"/>
                    <a:pt x="4661" y="570"/>
                    <a:pt x="4536" y="636"/>
                  </a:cubicBezTo>
                  <a:cubicBezTo>
                    <a:pt x="4499" y="656"/>
                    <a:pt x="4463" y="708"/>
                    <a:pt x="4419" y="681"/>
                  </a:cubicBezTo>
                  <a:cubicBezTo>
                    <a:pt x="4380" y="658"/>
                    <a:pt x="4400" y="604"/>
                    <a:pt x="4400" y="565"/>
                  </a:cubicBezTo>
                  <a:cubicBezTo>
                    <a:pt x="4400" y="426"/>
                    <a:pt x="4400" y="287"/>
                    <a:pt x="4400" y="148"/>
                  </a:cubicBezTo>
                  <a:cubicBezTo>
                    <a:pt x="4244" y="50"/>
                    <a:pt x="4082" y="26"/>
                    <a:pt x="4008" y="15"/>
                  </a:cubicBezTo>
                  <a:cubicBezTo>
                    <a:pt x="3943" y="5"/>
                    <a:pt x="3878" y="0"/>
                    <a:pt x="3815" y="0"/>
                  </a:cubicBezTo>
                  <a:lnTo>
                    <a:pt x="3814" y="0"/>
                  </a:lnTo>
                  <a:cubicBezTo>
                    <a:pt x="3496" y="0"/>
                    <a:pt x="3191" y="123"/>
                    <a:pt x="2906" y="364"/>
                  </a:cubicBezTo>
                  <a:cubicBezTo>
                    <a:pt x="2835" y="424"/>
                    <a:pt x="2769" y="492"/>
                    <a:pt x="2704" y="569"/>
                  </a:cubicBezTo>
                  <a:lnTo>
                    <a:pt x="2650" y="569"/>
                  </a:lnTo>
                  <a:cubicBezTo>
                    <a:pt x="2436" y="569"/>
                    <a:pt x="2172" y="656"/>
                    <a:pt x="2011" y="848"/>
                  </a:cubicBezTo>
                  <a:cubicBezTo>
                    <a:pt x="1979" y="840"/>
                    <a:pt x="1947" y="834"/>
                    <a:pt x="1913" y="829"/>
                  </a:cubicBezTo>
                  <a:cubicBezTo>
                    <a:pt x="1870" y="822"/>
                    <a:pt x="1827" y="819"/>
                    <a:pt x="1784" y="819"/>
                  </a:cubicBezTo>
                  <a:cubicBezTo>
                    <a:pt x="1518" y="819"/>
                    <a:pt x="1275" y="947"/>
                    <a:pt x="1100" y="1181"/>
                  </a:cubicBezTo>
                  <a:cubicBezTo>
                    <a:pt x="1015" y="1294"/>
                    <a:pt x="953" y="1423"/>
                    <a:pt x="913" y="1571"/>
                  </a:cubicBezTo>
                  <a:cubicBezTo>
                    <a:pt x="840" y="1595"/>
                    <a:pt x="770" y="1630"/>
                    <a:pt x="702" y="1675"/>
                  </a:cubicBezTo>
                  <a:cubicBezTo>
                    <a:pt x="478" y="1825"/>
                    <a:pt x="349" y="2093"/>
                    <a:pt x="367" y="2364"/>
                  </a:cubicBezTo>
                  <a:cubicBezTo>
                    <a:pt x="100" y="2592"/>
                    <a:pt x="-25" y="2896"/>
                    <a:pt x="4" y="3254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1"/>
            <p:cNvSpPr/>
            <p:nvPr/>
          </p:nvSpPr>
          <p:spPr>
            <a:xfrm>
              <a:off x="5656320" y="875880"/>
              <a:ext cx="581040" cy="805680"/>
            </a:xfrm>
            <a:custGeom>
              <a:avLst/>
              <a:gdLst/>
              <a:ahLst/>
              <a:cxnLst/>
              <a:rect l="l" t="t" r="r" b="b"/>
              <a:pathLst>
                <a:path w="1614" h="2238" extrusionOk="0">
                  <a:moveTo>
                    <a:pt x="58" y="1951"/>
                  </a:moveTo>
                  <a:cubicBezTo>
                    <a:pt x="48" y="2011"/>
                    <a:pt x="42" y="2071"/>
                    <a:pt x="38" y="2133"/>
                  </a:cubicBezTo>
                  <a:cubicBezTo>
                    <a:pt x="198" y="2202"/>
                    <a:pt x="367" y="2243"/>
                    <a:pt x="554" y="2238"/>
                  </a:cubicBezTo>
                  <a:cubicBezTo>
                    <a:pt x="577" y="2237"/>
                    <a:pt x="601" y="2235"/>
                    <a:pt x="623" y="2233"/>
                  </a:cubicBezTo>
                  <a:lnTo>
                    <a:pt x="624" y="2233"/>
                  </a:lnTo>
                  <a:cubicBezTo>
                    <a:pt x="727" y="2174"/>
                    <a:pt x="781" y="2068"/>
                    <a:pt x="842" y="1949"/>
                  </a:cubicBezTo>
                  <a:cubicBezTo>
                    <a:pt x="850" y="1934"/>
                    <a:pt x="857" y="1919"/>
                    <a:pt x="865" y="1903"/>
                  </a:cubicBezTo>
                  <a:cubicBezTo>
                    <a:pt x="876" y="1883"/>
                    <a:pt x="886" y="1862"/>
                    <a:pt x="896" y="1841"/>
                  </a:cubicBezTo>
                  <a:cubicBezTo>
                    <a:pt x="910" y="1811"/>
                    <a:pt x="925" y="1780"/>
                    <a:pt x="942" y="1750"/>
                  </a:cubicBezTo>
                  <a:cubicBezTo>
                    <a:pt x="1007" y="1635"/>
                    <a:pt x="1087" y="1545"/>
                    <a:pt x="1180" y="1483"/>
                  </a:cubicBezTo>
                  <a:cubicBezTo>
                    <a:pt x="1298" y="1403"/>
                    <a:pt x="1442" y="1358"/>
                    <a:pt x="1587" y="1355"/>
                  </a:cubicBezTo>
                  <a:cubicBezTo>
                    <a:pt x="1640" y="1119"/>
                    <a:pt x="1617" y="865"/>
                    <a:pt x="1497" y="633"/>
                  </a:cubicBezTo>
                  <a:cubicBezTo>
                    <a:pt x="1245" y="149"/>
                    <a:pt x="706" y="-111"/>
                    <a:pt x="178" y="46"/>
                  </a:cubicBezTo>
                  <a:cubicBezTo>
                    <a:pt x="141" y="82"/>
                    <a:pt x="113" y="125"/>
                    <a:pt x="91" y="178"/>
                  </a:cubicBezTo>
                  <a:cubicBezTo>
                    <a:pt x="63" y="247"/>
                    <a:pt x="34" y="323"/>
                    <a:pt x="21" y="401"/>
                  </a:cubicBezTo>
                  <a:cubicBezTo>
                    <a:pt x="-29" y="689"/>
                    <a:pt x="10" y="982"/>
                    <a:pt x="139" y="1294"/>
                  </a:cubicBezTo>
                  <a:cubicBezTo>
                    <a:pt x="276" y="1167"/>
                    <a:pt x="446" y="1078"/>
                    <a:pt x="653" y="1024"/>
                  </a:cubicBezTo>
                  <a:cubicBezTo>
                    <a:pt x="551" y="769"/>
                    <a:pt x="522" y="598"/>
                    <a:pt x="648" y="491"/>
                  </a:cubicBezTo>
                  <a:cubicBezTo>
                    <a:pt x="659" y="482"/>
                    <a:pt x="673" y="477"/>
                    <a:pt x="687" y="477"/>
                  </a:cubicBezTo>
                  <a:cubicBezTo>
                    <a:pt x="696" y="477"/>
                    <a:pt x="706" y="479"/>
                    <a:pt x="715" y="484"/>
                  </a:cubicBezTo>
                  <a:cubicBezTo>
                    <a:pt x="737" y="496"/>
                    <a:pt x="749" y="521"/>
                    <a:pt x="746" y="545"/>
                  </a:cubicBezTo>
                  <a:cubicBezTo>
                    <a:pt x="727" y="673"/>
                    <a:pt x="761" y="793"/>
                    <a:pt x="861" y="948"/>
                  </a:cubicBezTo>
                  <a:cubicBezTo>
                    <a:pt x="890" y="992"/>
                    <a:pt x="908" y="1000"/>
                    <a:pt x="929" y="1000"/>
                  </a:cubicBezTo>
                  <a:cubicBezTo>
                    <a:pt x="935" y="1000"/>
                    <a:pt x="941" y="1000"/>
                    <a:pt x="947" y="999"/>
                  </a:cubicBezTo>
                  <a:cubicBezTo>
                    <a:pt x="961" y="996"/>
                    <a:pt x="975" y="995"/>
                    <a:pt x="992" y="995"/>
                  </a:cubicBezTo>
                  <a:cubicBezTo>
                    <a:pt x="1014" y="995"/>
                    <a:pt x="1035" y="997"/>
                    <a:pt x="1056" y="999"/>
                  </a:cubicBezTo>
                  <a:lnTo>
                    <a:pt x="1060" y="1000"/>
                  </a:lnTo>
                  <a:lnTo>
                    <a:pt x="1084" y="1002"/>
                  </a:lnTo>
                  <a:cubicBezTo>
                    <a:pt x="1175" y="1012"/>
                    <a:pt x="1269" y="1021"/>
                    <a:pt x="1360" y="1058"/>
                  </a:cubicBezTo>
                  <a:cubicBezTo>
                    <a:pt x="1385" y="1068"/>
                    <a:pt x="1400" y="1093"/>
                    <a:pt x="1397" y="1119"/>
                  </a:cubicBezTo>
                  <a:cubicBezTo>
                    <a:pt x="1394" y="1146"/>
                    <a:pt x="1374" y="1167"/>
                    <a:pt x="1348" y="1172"/>
                  </a:cubicBezTo>
                  <a:cubicBezTo>
                    <a:pt x="1320" y="1177"/>
                    <a:pt x="1294" y="1177"/>
                    <a:pt x="1274" y="1177"/>
                  </a:cubicBezTo>
                  <a:lnTo>
                    <a:pt x="1258" y="1177"/>
                  </a:lnTo>
                  <a:lnTo>
                    <a:pt x="1223" y="1177"/>
                  </a:lnTo>
                  <a:cubicBezTo>
                    <a:pt x="1006" y="1177"/>
                    <a:pt x="818" y="1207"/>
                    <a:pt x="649" y="1269"/>
                  </a:cubicBezTo>
                  <a:cubicBezTo>
                    <a:pt x="304" y="1395"/>
                    <a:pt x="110" y="1619"/>
                    <a:pt x="58" y="195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1"/>
            <p:cNvSpPr/>
            <p:nvPr/>
          </p:nvSpPr>
          <p:spPr>
            <a:xfrm>
              <a:off x="4039920" y="842040"/>
              <a:ext cx="1482480" cy="1556640"/>
            </a:xfrm>
            <a:custGeom>
              <a:avLst/>
              <a:gdLst/>
              <a:ahLst/>
              <a:cxnLst/>
              <a:rect l="l" t="t" r="r" b="b"/>
              <a:pathLst>
                <a:path w="4118" h="4324" extrusionOk="0">
                  <a:moveTo>
                    <a:pt x="2001" y="1670"/>
                  </a:moveTo>
                  <a:cubicBezTo>
                    <a:pt x="2129" y="1527"/>
                    <a:pt x="2310" y="1448"/>
                    <a:pt x="2510" y="1448"/>
                  </a:cubicBezTo>
                  <a:cubicBezTo>
                    <a:pt x="2663" y="1448"/>
                    <a:pt x="2815" y="1494"/>
                    <a:pt x="2938" y="1577"/>
                  </a:cubicBezTo>
                  <a:cubicBezTo>
                    <a:pt x="3031" y="1639"/>
                    <a:pt x="3111" y="1729"/>
                    <a:pt x="3176" y="1844"/>
                  </a:cubicBezTo>
                  <a:cubicBezTo>
                    <a:pt x="3193" y="1874"/>
                    <a:pt x="3208" y="1905"/>
                    <a:pt x="3222" y="1935"/>
                  </a:cubicBezTo>
                  <a:cubicBezTo>
                    <a:pt x="3232" y="1956"/>
                    <a:pt x="3242" y="1977"/>
                    <a:pt x="3252" y="1998"/>
                  </a:cubicBezTo>
                  <a:cubicBezTo>
                    <a:pt x="3260" y="2013"/>
                    <a:pt x="3268" y="2028"/>
                    <a:pt x="3276" y="2043"/>
                  </a:cubicBezTo>
                  <a:cubicBezTo>
                    <a:pt x="3351" y="2190"/>
                    <a:pt x="3415" y="2316"/>
                    <a:pt x="3575" y="2360"/>
                  </a:cubicBezTo>
                  <a:cubicBezTo>
                    <a:pt x="3602" y="2367"/>
                    <a:pt x="3620" y="2392"/>
                    <a:pt x="3619" y="2420"/>
                  </a:cubicBezTo>
                  <a:cubicBezTo>
                    <a:pt x="3618" y="2448"/>
                    <a:pt x="3598" y="2471"/>
                    <a:pt x="3571" y="2476"/>
                  </a:cubicBezTo>
                  <a:cubicBezTo>
                    <a:pt x="3553" y="2480"/>
                    <a:pt x="3534" y="2482"/>
                    <a:pt x="3516" y="2482"/>
                  </a:cubicBezTo>
                  <a:cubicBezTo>
                    <a:pt x="3465" y="2482"/>
                    <a:pt x="3415" y="2468"/>
                    <a:pt x="3358" y="2440"/>
                  </a:cubicBezTo>
                  <a:cubicBezTo>
                    <a:pt x="3270" y="2395"/>
                    <a:pt x="3198" y="2323"/>
                    <a:pt x="3133" y="2213"/>
                  </a:cubicBezTo>
                  <a:lnTo>
                    <a:pt x="3111" y="2177"/>
                  </a:lnTo>
                  <a:cubicBezTo>
                    <a:pt x="3065" y="2100"/>
                    <a:pt x="3017" y="2021"/>
                    <a:pt x="2972" y="1942"/>
                  </a:cubicBezTo>
                  <a:cubicBezTo>
                    <a:pt x="2877" y="1779"/>
                    <a:pt x="2743" y="1703"/>
                    <a:pt x="2550" y="1703"/>
                  </a:cubicBezTo>
                  <a:cubicBezTo>
                    <a:pt x="2518" y="1703"/>
                    <a:pt x="2483" y="1706"/>
                    <a:pt x="2447" y="1710"/>
                  </a:cubicBezTo>
                  <a:cubicBezTo>
                    <a:pt x="2254" y="1734"/>
                    <a:pt x="2109" y="1840"/>
                    <a:pt x="2004" y="2034"/>
                  </a:cubicBezTo>
                  <a:cubicBezTo>
                    <a:pt x="1994" y="2053"/>
                    <a:pt x="1973" y="2065"/>
                    <a:pt x="1951" y="2065"/>
                  </a:cubicBezTo>
                  <a:cubicBezTo>
                    <a:pt x="1927" y="2065"/>
                    <a:pt x="1905" y="2051"/>
                    <a:pt x="1896" y="2029"/>
                  </a:cubicBezTo>
                  <a:cubicBezTo>
                    <a:pt x="1878" y="1990"/>
                    <a:pt x="1897" y="1785"/>
                    <a:pt x="2001" y="1670"/>
                  </a:cubicBezTo>
                  <a:moveTo>
                    <a:pt x="0" y="2654"/>
                  </a:moveTo>
                  <a:cubicBezTo>
                    <a:pt x="375" y="2354"/>
                    <a:pt x="873" y="2236"/>
                    <a:pt x="1358" y="2363"/>
                  </a:cubicBezTo>
                  <a:cubicBezTo>
                    <a:pt x="1378" y="2368"/>
                    <a:pt x="1398" y="2374"/>
                    <a:pt x="1417" y="2380"/>
                  </a:cubicBezTo>
                  <a:cubicBezTo>
                    <a:pt x="1474" y="2359"/>
                    <a:pt x="1536" y="2349"/>
                    <a:pt x="1602" y="2349"/>
                  </a:cubicBezTo>
                  <a:cubicBezTo>
                    <a:pt x="1731" y="2349"/>
                    <a:pt x="1846" y="2389"/>
                    <a:pt x="1879" y="2408"/>
                  </a:cubicBezTo>
                  <a:cubicBezTo>
                    <a:pt x="1998" y="2474"/>
                    <a:pt x="2096" y="2563"/>
                    <a:pt x="2169" y="2674"/>
                  </a:cubicBezTo>
                  <a:cubicBezTo>
                    <a:pt x="2186" y="2698"/>
                    <a:pt x="2181" y="2732"/>
                    <a:pt x="2159" y="2751"/>
                  </a:cubicBezTo>
                  <a:cubicBezTo>
                    <a:pt x="2148" y="2761"/>
                    <a:pt x="2134" y="2766"/>
                    <a:pt x="2119" y="2766"/>
                  </a:cubicBezTo>
                  <a:cubicBezTo>
                    <a:pt x="2106" y="2766"/>
                    <a:pt x="2092" y="2762"/>
                    <a:pt x="2081" y="2752"/>
                  </a:cubicBezTo>
                  <a:cubicBezTo>
                    <a:pt x="2024" y="2704"/>
                    <a:pt x="1957" y="2649"/>
                    <a:pt x="1884" y="2606"/>
                  </a:cubicBezTo>
                  <a:cubicBezTo>
                    <a:pt x="2273" y="2881"/>
                    <a:pt x="2518" y="3320"/>
                    <a:pt x="2542" y="3825"/>
                  </a:cubicBezTo>
                  <a:cubicBezTo>
                    <a:pt x="2548" y="3960"/>
                    <a:pt x="2528" y="4094"/>
                    <a:pt x="2498" y="4225"/>
                  </a:cubicBezTo>
                  <a:cubicBezTo>
                    <a:pt x="2480" y="4303"/>
                    <a:pt x="2508" y="4324"/>
                    <a:pt x="2580" y="4324"/>
                  </a:cubicBezTo>
                  <a:cubicBezTo>
                    <a:pt x="2764" y="4323"/>
                    <a:pt x="2947" y="4323"/>
                    <a:pt x="3131" y="4322"/>
                  </a:cubicBezTo>
                  <a:cubicBezTo>
                    <a:pt x="3134" y="4060"/>
                    <a:pt x="3074" y="3830"/>
                    <a:pt x="2957" y="3675"/>
                  </a:cubicBezTo>
                  <a:cubicBezTo>
                    <a:pt x="2943" y="3657"/>
                    <a:pt x="2941" y="3632"/>
                    <a:pt x="2952" y="3611"/>
                  </a:cubicBezTo>
                  <a:cubicBezTo>
                    <a:pt x="2963" y="3592"/>
                    <a:pt x="2983" y="3580"/>
                    <a:pt x="3005" y="3580"/>
                  </a:cubicBezTo>
                  <a:lnTo>
                    <a:pt x="3009" y="3580"/>
                  </a:lnTo>
                  <a:cubicBezTo>
                    <a:pt x="3054" y="3583"/>
                    <a:pt x="3080" y="3609"/>
                    <a:pt x="3094" y="3623"/>
                  </a:cubicBezTo>
                  <a:cubicBezTo>
                    <a:pt x="3096" y="3625"/>
                    <a:pt x="3098" y="3627"/>
                    <a:pt x="3100" y="3628"/>
                  </a:cubicBezTo>
                  <a:cubicBezTo>
                    <a:pt x="3280" y="3795"/>
                    <a:pt x="3329" y="4016"/>
                    <a:pt x="3352" y="4190"/>
                  </a:cubicBezTo>
                  <a:cubicBezTo>
                    <a:pt x="3357" y="4231"/>
                    <a:pt x="3360" y="4274"/>
                    <a:pt x="3362" y="4322"/>
                  </a:cubicBezTo>
                  <a:cubicBezTo>
                    <a:pt x="3571" y="4322"/>
                    <a:pt x="3780" y="4322"/>
                    <a:pt x="3989" y="4324"/>
                  </a:cubicBezTo>
                  <a:cubicBezTo>
                    <a:pt x="4084" y="4324"/>
                    <a:pt x="4093" y="4275"/>
                    <a:pt x="4093" y="4199"/>
                  </a:cubicBezTo>
                  <a:cubicBezTo>
                    <a:pt x="4093" y="3945"/>
                    <a:pt x="4092" y="3691"/>
                    <a:pt x="4092" y="3437"/>
                  </a:cubicBezTo>
                  <a:cubicBezTo>
                    <a:pt x="4089" y="3427"/>
                    <a:pt x="4085" y="3418"/>
                    <a:pt x="4082" y="3409"/>
                  </a:cubicBezTo>
                  <a:cubicBezTo>
                    <a:pt x="4005" y="3206"/>
                    <a:pt x="3859" y="3096"/>
                    <a:pt x="3648" y="3082"/>
                  </a:cubicBezTo>
                  <a:cubicBezTo>
                    <a:pt x="3625" y="3080"/>
                    <a:pt x="3605" y="3065"/>
                    <a:pt x="3596" y="3044"/>
                  </a:cubicBezTo>
                  <a:cubicBezTo>
                    <a:pt x="3588" y="3022"/>
                    <a:pt x="3592" y="2998"/>
                    <a:pt x="3608" y="2981"/>
                  </a:cubicBezTo>
                  <a:cubicBezTo>
                    <a:pt x="3649" y="2937"/>
                    <a:pt x="3707" y="2914"/>
                    <a:pt x="3775" y="2914"/>
                  </a:cubicBezTo>
                  <a:cubicBezTo>
                    <a:pt x="3844" y="2914"/>
                    <a:pt x="3924" y="2937"/>
                    <a:pt x="4013" y="2982"/>
                  </a:cubicBezTo>
                  <a:cubicBezTo>
                    <a:pt x="4020" y="2949"/>
                    <a:pt x="4026" y="2914"/>
                    <a:pt x="4032" y="2879"/>
                  </a:cubicBezTo>
                  <a:cubicBezTo>
                    <a:pt x="4034" y="2865"/>
                    <a:pt x="4036" y="2852"/>
                    <a:pt x="4038" y="2839"/>
                  </a:cubicBezTo>
                  <a:cubicBezTo>
                    <a:pt x="4091" y="2535"/>
                    <a:pt x="4098" y="2282"/>
                    <a:pt x="4060" y="2045"/>
                  </a:cubicBezTo>
                  <a:cubicBezTo>
                    <a:pt x="4008" y="1713"/>
                    <a:pt x="3814" y="1489"/>
                    <a:pt x="3469" y="1363"/>
                  </a:cubicBezTo>
                  <a:cubicBezTo>
                    <a:pt x="3300" y="1301"/>
                    <a:pt x="3112" y="1271"/>
                    <a:pt x="2895" y="1271"/>
                  </a:cubicBezTo>
                  <a:lnTo>
                    <a:pt x="2860" y="1271"/>
                  </a:lnTo>
                  <a:lnTo>
                    <a:pt x="2844" y="1271"/>
                  </a:lnTo>
                  <a:cubicBezTo>
                    <a:pt x="2825" y="1271"/>
                    <a:pt x="2799" y="1271"/>
                    <a:pt x="2771" y="1266"/>
                  </a:cubicBezTo>
                  <a:cubicBezTo>
                    <a:pt x="2744" y="1261"/>
                    <a:pt x="2724" y="1240"/>
                    <a:pt x="2721" y="1213"/>
                  </a:cubicBezTo>
                  <a:cubicBezTo>
                    <a:pt x="2718" y="1187"/>
                    <a:pt x="2734" y="1162"/>
                    <a:pt x="2758" y="1152"/>
                  </a:cubicBezTo>
                  <a:cubicBezTo>
                    <a:pt x="2849" y="1115"/>
                    <a:pt x="2943" y="1106"/>
                    <a:pt x="3034" y="1096"/>
                  </a:cubicBezTo>
                  <a:lnTo>
                    <a:pt x="3058" y="1094"/>
                  </a:lnTo>
                  <a:lnTo>
                    <a:pt x="3063" y="1093"/>
                  </a:lnTo>
                  <a:cubicBezTo>
                    <a:pt x="3083" y="1091"/>
                    <a:pt x="3104" y="1089"/>
                    <a:pt x="3126" y="1089"/>
                  </a:cubicBezTo>
                  <a:cubicBezTo>
                    <a:pt x="3142" y="1089"/>
                    <a:pt x="3157" y="1090"/>
                    <a:pt x="3171" y="1093"/>
                  </a:cubicBezTo>
                  <a:cubicBezTo>
                    <a:pt x="3177" y="1094"/>
                    <a:pt x="3183" y="1094"/>
                    <a:pt x="3188" y="1094"/>
                  </a:cubicBezTo>
                  <a:cubicBezTo>
                    <a:pt x="3210" y="1094"/>
                    <a:pt x="3228" y="1086"/>
                    <a:pt x="3257" y="1042"/>
                  </a:cubicBezTo>
                  <a:cubicBezTo>
                    <a:pt x="3356" y="887"/>
                    <a:pt x="3391" y="767"/>
                    <a:pt x="3372" y="639"/>
                  </a:cubicBezTo>
                  <a:cubicBezTo>
                    <a:pt x="3369" y="615"/>
                    <a:pt x="3381" y="590"/>
                    <a:pt x="3403" y="578"/>
                  </a:cubicBezTo>
                  <a:cubicBezTo>
                    <a:pt x="3412" y="573"/>
                    <a:pt x="3421" y="571"/>
                    <a:pt x="3432" y="571"/>
                  </a:cubicBezTo>
                  <a:cubicBezTo>
                    <a:pt x="3446" y="571"/>
                    <a:pt x="3459" y="576"/>
                    <a:pt x="3470" y="585"/>
                  </a:cubicBezTo>
                  <a:cubicBezTo>
                    <a:pt x="3596" y="692"/>
                    <a:pt x="3567" y="863"/>
                    <a:pt x="3465" y="1118"/>
                  </a:cubicBezTo>
                  <a:cubicBezTo>
                    <a:pt x="3673" y="1172"/>
                    <a:pt x="3842" y="1261"/>
                    <a:pt x="3979" y="1388"/>
                  </a:cubicBezTo>
                  <a:cubicBezTo>
                    <a:pt x="4108" y="1076"/>
                    <a:pt x="4147" y="783"/>
                    <a:pt x="4097" y="495"/>
                  </a:cubicBezTo>
                  <a:cubicBezTo>
                    <a:pt x="4084" y="417"/>
                    <a:pt x="4055" y="341"/>
                    <a:pt x="4026" y="271"/>
                  </a:cubicBezTo>
                  <a:cubicBezTo>
                    <a:pt x="3965" y="121"/>
                    <a:pt x="3846" y="44"/>
                    <a:pt x="3628" y="11"/>
                  </a:cubicBezTo>
                  <a:cubicBezTo>
                    <a:pt x="3581" y="4"/>
                    <a:pt x="3534" y="0"/>
                    <a:pt x="3489" y="0"/>
                  </a:cubicBezTo>
                  <a:cubicBezTo>
                    <a:pt x="3255" y="0"/>
                    <a:pt x="3034" y="92"/>
                    <a:pt x="2813" y="280"/>
                  </a:cubicBezTo>
                  <a:cubicBezTo>
                    <a:pt x="2718" y="361"/>
                    <a:pt x="2631" y="459"/>
                    <a:pt x="2540" y="591"/>
                  </a:cubicBezTo>
                  <a:cubicBezTo>
                    <a:pt x="2516" y="626"/>
                    <a:pt x="2501" y="669"/>
                    <a:pt x="2485" y="714"/>
                  </a:cubicBezTo>
                  <a:cubicBezTo>
                    <a:pt x="2474" y="746"/>
                    <a:pt x="2463" y="778"/>
                    <a:pt x="2448" y="809"/>
                  </a:cubicBezTo>
                  <a:lnTo>
                    <a:pt x="2447" y="813"/>
                  </a:lnTo>
                  <a:cubicBezTo>
                    <a:pt x="2442" y="829"/>
                    <a:pt x="2430" y="865"/>
                    <a:pt x="2385" y="881"/>
                  </a:cubicBezTo>
                  <a:cubicBezTo>
                    <a:pt x="2378" y="883"/>
                    <a:pt x="2372" y="884"/>
                    <a:pt x="2365" y="884"/>
                  </a:cubicBezTo>
                  <a:cubicBezTo>
                    <a:pt x="2356" y="884"/>
                    <a:pt x="2346" y="882"/>
                    <a:pt x="2338" y="878"/>
                  </a:cubicBezTo>
                  <a:cubicBezTo>
                    <a:pt x="2323" y="870"/>
                    <a:pt x="2313" y="857"/>
                    <a:pt x="2308" y="842"/>
                  </a:cubicBezTo>
                  <a:cubicBezTo>
                    <a:pt x="2283" y="759"/>
                    <a:pt x="2280" y="672"/>
                    <a:pt x="2298" y="583"/>
                  </a:cubicBezTo>
                  <a:lnTo>
                    <a:pt x="2296" y="583"/>
                  </a:lnTo>
                  <a:cubicBezTo>
                    <a:pt x="2163" y="583"/>
                    <a:pt x="1986" y="646"/>
                    <a:pt x="1919" y="763"/>
                  </a:cubicBezTo>
                  <a:cubicBezTo>
                    <a:pt x="1916" y="769"/>
                    <a:pt x="1914" y="773"/>
                    <a:pt x="1913" y="775"/>
                  </a:cubicBezTo>
                  <a:cubicBezTo>
                    <a:pt x="1914" y="777"/>
                    <a:pt x="1917" y="779"/>
                    <a:pt x="1920" y="782"/>
                  </a:cubicBezTo>
                  <a:cubicBezTo>
                    <a:pt x="2055" y="910"/>
                    <a:pt x="2117" y="1060"/>
                    <a:pt x="2106" y="1229"/>
                  </a:cubicBezTo>
                  <a:cubicBezTo>
                    <a:pt x="2105" y="1237"/>
                    <a:pt x="2105" y="1249"/>
                    <a:pt x="2102" y="1260"/>
                  </a:cubicBezTo>
                  <a:cubicBezTo>
                    <a:pt x="2098" y="1281"/>
                    <a:pt x="2086" y="1293"/>
                    <a:pt x="2082" y="1296"/>
                  </a:cubicBezTo>
                  <a:cubicBezTo>
                    <a:pt x="2071" y="1310"/>
                    <a:pt x="2054" y="1317"/>
                    <a:pt x="2037" y="1317"/>
                  </a:cubicBezTo>
                  <a:cubicBezTo>
                    <a:pt x="2033" y="1317"/>
                    <a:pt x="2030" y="1317"/>
                    <a:pt x="2026" y="1316"/>
                  </a:cubicBezTo>
                  <a:cubicBezTo>
                    <a:pt x="2005" y="1313"/>
                    <a:pt x="1968" y="1298"/>
                    <a:pt x="1960" y="1242"/>
                  </a:cubicBezTo>
                  <a:cubicBezTo>
                    <a:pt x="1878" y="1017"/>
                    <a:pt x="1713" y="879"/>
                    <a:pt x="1483" y="844"/>
                  </a:cubicBezTo>
                  <a:cubicBezTo>
                    <a:pt x="1458" y="840"/>
                    <a:pt x="1434" y="838"/>
                    <a:pt x="1411" y="838"/>
                  </a:cubicBezTo>
                  <a:cubicBezTo>
                    <a:pt x="1263" y="838"/>
                    <a:pt x="1129" y="912"/>
                    <a:pt x="1024" y="1053"/>
                  </a:cubicBezTo>
                  <a:cubicBezTo>
                    <a:pt x="947" y="1155"/>
                    <a:pt x="897" y="1281"/>
                    <a:pt x="872" y="1439"/>
                  </a:cubicBezTo>
                  <a:cubicBezTo>
                    <a:pt x="859" y="1519"/>
                    <a:pt x="817" y="1559"/>
                    <a:pt x="736" y="1568"/>
                  </a:cubicBezTo>
                  <a:cubicBezTo>
                    <a:pt x="662" y="1576"/>
                    <a:pt x="590" y="1603"/>
                    <a:pt x="521" y="1649"/>
                  </a:cubicBezTo>
                  <a:cubicBezTo>
                    <a:pt x="403" y="1729"/>
                    <a:pt x="337" y="1876"/>
                    <a:pt x="353" y="2018"/>
                  </a:cubicBezTo>
                  <a:cubicBezTo>
                    <a:pt x="539" y="2023"/>
                    <a:pt x="655" y="2052"/>
                    <a:pt x="752" y="2168"/>
                  </a:cubicBezTo>
                  <a:cubicBezTo>
                    <a:pt x="768" y="2188"/>
                    <a:pt x="770" y="2216"/>
                    <a:pt x="756" y="2238"/>
                  </a:cubicBezTo>
                  <a:cubicBezTo>
                    <a:pt x="745" y="2256"/>
                    <a:pt x="726" y="2266"/>
                    <a:pt x="706" y="2266"/>
                  </a:cubicBezTo>
                  <a:cubicBezTo>
                    <a:pt x="701" y="2266"/>
                    <a:pt x="696" y="2265"/>
                    <a:pt x="691" y="2264"/>
                  </a:cubicBezTo>
                  <a:cubicBezTo>
                    <a:pt x="595" y="2240"/>
                    <a:pt x="515" y="2229"/>
                    <a:pt x="441" y="2229"/>
                  </a:cubicBezTo>
                  <a:lnTo>
                    <a:pt x="427" y="2229"/>
                  </a:lnTo>
                  <a:cubicBezTo>
                    <a:pt x="370" y="2230"/>
                    <a:pt x="319" y="2248"/>
                    <a:pt x="270" y="2283"/>
                  </a:cubicBezTo>
                  <a:cubicBezTo>
                    <a:pt x="129" y="2386"/>
                    <a:pt x="39" y="2508"/>
                    <a:pt x="0" y="2654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41"/>
          <p:cNvGrpSpPr/>
          <p:nvPr/>
        </p:nvGrpSpPr>
        <p:grpSpPr>
          <a:xfrm rot="3600270">
            <a:off x="532536" y="2415643"/>
            <a:ext cx="1442957" cy="2373383"/>
            <a:chOff x="3268800" y="1836360"/>
            <a:chExt cx="2244960" cy="3692520"/>
          </a:xfrm>
        </p:grpSpPr>
        <p:sp>
          <p:nvSpPr>
            <p:cNvPr id="600" name="Google Shape;600;p41"/>
            <p:cNvSpPr/>
            <p:nvPr/>
          </p:nvSpPr>
          <p:spPr>
            <a:xfrm>
              <a:off x="3268800" y="1836360"/>
              <a:ext cx="2244960" cy="3692520"/>
            </a:xfrm>
            <a:custGeom>
              <a:avLst/>
              <a:gdLst/>
              <a:ahLst/>
              <a:cxnLst/>
              <a:rect l="l" t="t" r="r" b="b"/>
              <a:pathLst>
                <a:path w="6236" h="10257" extrusionOk="0">
                  <a:moveTo>
                    <a:pt x="1769" y="4357"/>
                  </a:moveTo>
                  <a:cubicBezTo>
                    <a:pt x="2125" y="4913"/>
                    <a:pt x="2094" y="5603"/>
                    <a:pt x="1691" y="6143"/>
                  </a:cubicBezTo>
                  <a:cubicBezTo>
                    <a:pt x="1334" y="6622"/>
                    <a:pt x="717" y="6846"/>
                    <a:pt x="138" y="6706"/>
                  </a:cubicBezTo>
                  <a:cubicBezTo>
                    <a:pt x="7" y="6674"/>
                    <a:pt x="3" y="6677"/>
                    <a:pt x="3" y="6811"/>
                  </a:cubicBezTo>
                  <a:cubicBezTo>
                    <a:pt x="2" y="7146"/>
                    <a:pt x="2" y="7481"/>
                    <a:pt x="3" y="7816"/>
                  </a:cubicBezTo>
                  <a:cubicBezTo>
                    <a:pt x="3" y="8094"/>
                    <a:pt x="151" y="8246"/>
                    <a:pt x="432" y="8247"/>
                  </a:cubicBezTo>
                  <a:cubicBezTo>
                    <a:pt x="902" y="8250"/>
                    <a:pt x="1372" y="8249"/>
                    <a:pt x="1841" y="8248"/>
                  </a:cubicBezTo>
                  <a:cubicBezTo>
                    <a:pt x="1962" y="8248"/>
                    <a:pt x="2083" y="8250"/>
                    <a:pt x="2204" y="8246"/>
                  </a:cubicBezTo>
                  <a:cubicBezTo>
                    <a:pt x="2271" y="8243"/>
                    <a:pt x="2276" y="8270"/>
                    <a:pt x="2248" y="8319"/>
                  </a:cubicBezTo>
                  <a:cubicBezTo>
                    <a:pt x="2198" y="8406"/>
                    <a:pt x="2146" y="8492"/>
                    <a:pt x="2095" y="8578"/>
                  </a:cubicBezTo>
                  <a:cubicBezTo>
                    <a:pt x="1700" y="9244"/>
                    <a:pt x="2120" y="10129"/>
                    <a:pt x="2885" y="10242"/>
                  </a:cubicBezTo>
                  <a:cubicBezTo>
                    <a:pt x="3357" y="10312"/>
                    <a:pt x="3730" y="10133"/>
                    <a:pt x="3991" y="9748"/>
                  </a:cubicBezTo>
                  <a:cubicBezTo>
                    <a:pt x="4247" y="9372"/>
                    <a:pt x="4252" y="8972"/>
                    <a:pt x="4026" y="8574"/>
                  </a:cubicBezTo>
                  <a:cubicBezTo>
                    <a:pt x="3980" y="8493"/>
                    <a:pt x="3937" y="8410"/>
                    <a:pt x="3884" y="8333"/>
                  </a:cubicBezTo>
                  <a:cubicBezTo>
                    <a:pt x="3838" y="8265"/>
                    <a:pt x="3849" y="8245"/>
                    <a:pt x="3930" y="8246"/>
                  </a:cubicBezTo>
                  <a:cubicBezTo>
                    <a:pt x="4265" y="8248"/>
                    <a:pt x="4600" y="8248"/>
                    <a:pt x="4935" y="8248"/>
                  </a:cubicBezTo>
                  <a:lnTo>
                    <a:pt x="5039" y="8248"/>
                  </a:lnTo>
                  <a:cubicBezTo>
                    <a:pt x="5398" y="8248"/>
                    <a:pt x="5757" y="8246"/>
                    <a:pt x="6116" y="8250"/>
                  </a:cubicBezTo>
                  <a:cubicBezTo>
                    <a:pt x="6205" y="8251"/>
                    <a:pt x="6237" y="8224"/>
                    <a:pt x="6236" y="8132"/>
                  </a:cubicBezTo>
                  <a:cubicBezTo>
                    <a:pt x="6232" y="7665"/>
                    <a:pt x="6232" y="7199"/>
                    <a:pt x="6236" y="6733"/>
                  </a:cubicBezTo>
                  <a:cubicBezTo>
                    <a:pt x="6236" y="6645"/>
                    <a:pt x="6212" y="6632"/>
                    <a:pt x="6128" y="6649"/>
                  </a:cubicBezTo>
                  <a:cubicBezTo>
                    <a:pt x="5613" y="6748"/>
                    <a:pt x="5161" y="6653"/>
                    <a:pt x="4799" y="6345"/>
                  </a:cubicBezTo>
                  <a:cubicBezTo>
                    <a:pt x="4705" y="6266"/>
                    <a:pt x="4617" y="6172"/>
                    <a:pt x="4536" y="6063"/>
                  </a:cubicBezTo>
                  <a:cubicBezTo>
                    <a:pt x="4533" y="6059"/>
                    <a:pt x="4530" y="6055"/>
                    <a:pt x="4527" y="6051"/>
                  </a:cubicBezTo>
                  <a:cubicBezTo>
                    <a:pt x="4411" y="5892"/>
                    <a:pt x="4326" y="5729"/>
                    <a:pt x="4273" y="5561"/>
                  </a:cubicBezTo>
                  <a:cubicBezTo>
                    <a:pt x="4254" y="5501"/>
                    <a:pt x="4239" y="5440"/>
                    <a:pt x="4229" y="5379"/>
                  </a:cubicBezTo>
                  <a:cubicBezTo>
                    <a:pt x="4172" y="5056"/>
                    <a:pt x="4231" y="4723"/>
                    <a:pt x="4407" y="4390"/>
                  </a:cubicBezTo>
                  <a:cubicBezTo>
                    <a:pt x="4473" y="4267"/>
                    <a:pt x="4550" y="4157"/>
                    <a:pt x="4637" y="4060"/>
                  </a:cubicBezTo>
                  <a:cubicBezTo>
                    <a:pt x="4709" y="3980"/>
                    <a:pt x="4788" y="3910"/>
                    <a:pt x="4872" y="3850"/>
                  </a:cubicBezTo>
                  <a:cubicBezTo>
                    <a:pt x="5220" y="3598"/>
                    <a:pt x="5662" y="3508"/>
                    <a:pt x="6116" y="3599"/>
                  </a:cubicBezTo>
                  <a:cubicBezTo>
                    <a:pt x="6135" y="3602"/>
                    <a:pt x="6151" y="3605"/>
                    <a:pt x="6165" y="3606"/>
                  </a:cubicBezTo>
                  <a:cubicBezTo>
                    <a:pt x="6218" y="3609"/>
                    <a:pt x="6237" y="3588"/>
                    <a:pt x="6236" y="3507"/>
                  </a:cubicBezTo>
                  <a:cubicBezTo>
                    <a:pt x="6235" y="3348"/>
                    <a:pt x="6234" y="3189"/>
                    <a:pt x="6233" y="3030"/>
                  </a:cubicBezTo>
                  <a:cubicBezTo>
                    <a:pt x="6232" y="2832"/>
                    <a:pt x="6233" y="2635"/>
                    <a:pt x="6234" y="2437"/>
                  </a:cubicBezTo>
                  <a:cubicBezTo>
                    <a:pt x="6234" y="2338"/>
                    <a:pt x="6235" y="2239"/>
                    <a:pt x="6236" y="2140"/>
                  </a:cubicBezTo>
                  <a:cubicBezTo>
                    <a:pt x="6237" y="2044"/>
                    <a:pt x="6205" y="2014"/>
                    <a:pt x="6111" y="2015"/>
                  </a:cubicBezTo>
                  <a:cubicBezTo>
                    <a:pt x="6021" y="2015"/>
                    <a:pt x="5932" y="2016"/>
                    <a:pt x="5842" y="2016"/>
                  </a:cubicBezTo>
                  <a:cubicBezTo>
                    <a:pt x="5533" y="2017"/>
                    <a:pt x="5225" y="2017"/>
                    <a:pt x="4917" y="2017"/>
                  </a:cubicBezTo>
                  <a:cubicBezTo>
                    <a:pt x="4828" y="2017"/>
                    <a:pt x="4740" y="2017"/>
                    <a:pt x="4652" y="2017"/>
                  </a:cubicBezTo>
                  <a:cubicBezTo>
                    <a:pt x="4468" y="2017"/>
                    <a:pt x="4285" y="2016"/>
                    <a:pt x="4101" y="2016"/>
                  </a:cubicBezTo>
                  <a:cubicBezTo>
                    <a:pt x="4082" y="2016"/>
                    <a:pt x="4066" y="2016"/>
                    <a:pt x="4051" y="2016"/>
                  </a:cubicBezTo>
                  <a:cubicBezTo>
                    <a:pt x="3904" y="2015"/>
                    <a:pt x="3897" y="2001"/>
                    <a:pt x="3973" y="1872"/>
                  </a:cubicBezTo>
                  <a:cubicBezTo>
                    <a:pt x="3980" y="1859"/>
                    <a:pt x="3988" y="1845"/>
                    <a:pt x="3997" y="1830"/>
                  </a:cubicBezTo>
                  <a:cubicBezTo>
                    <a:pt x="4102" y="1654"/>
                    <a:pt x="4194" y="1476"/>
                    <a:pt x="4225" y="1270"/>
                  </a:cubicBezTo>
                  <a:cubicBezTo>
                    <a:pt x="4227" y="1253"/>
                    <a:pt x="4230" y="1235"/>
                    <a:pt x="4231" y="1217"/>
                  </a:cubicBezTo>
                  <a:cubicBezTo>
                    <a:pt x="4237" y="1157"/>
                    <a:pt x="4238" y="1098"/>
                    <a:pt x="4233" y="1038"/>
                  </a:cubicBezTo>
                  <a:cubicBezTo>
                    <a:pt x="4206" y="668"/>
                    <a:pt x="3989" y="313"/>
                    <a:pt x="3658" y="137"/>
                  </a:cubicBezTo>
                  <a:cubicBezTo>
                    <a:pt x="3596" y="104"/>
                    <a:pt x="3532" y="77"/>
                    <a:pt x="3468" y="56"/>
                  </a:cubicBezTo>
                  <a:cubicBezTo>
                    <a:pt x="3391" y="31"/>
                    <a:pt x="3313" y="14"/>
                    <a:pt x="3235" y="6"/>
                  </a:cubicBezTo>
                  <a:cubicBezTo>
                    <a:pt x="2927" y="-27"/>
                    <a:pt x="2626" y="70"/>
                    <a:pt x="2398" y="261"/>
                  </a:cubicBezTo>
                  <a:cubicBezTo>
                    <a:pt x="2274" y="365"/>
                    <a:pt x="2172" y="497"/>
                    <a:pt x="2102" y="650"/>
                  </a:cubicBezTo>
                  <a:cubicBezTo>
                    <a:pt x="2101" y="650"/>
                    <a:pt x="2101" y="650"/>
                    <a:pt x="2101" y="650"/>
                  </a:cubicBezTo>
                  <a:cubicBezTo>
                    <a:pt x="2040" y="783"/>
                    <a:pt x="2003" y="932"/>
                    <a:pt x="1997" y="1094"/>
                  </a:cubicBezTo>
                  <a:cubicBezTo>
                    <a:pt x="1996" y="1124"/>
                    <a:pt x="1996" y="1154"/>
                    <a:pt x="1998" y="1183"/>
                  </a:cubicBezTo>
                  <a:cubicBezTo>
                    <a:pt x="2002" y="1272"/>
                    <a:pt x="2020" y="1357"/>
                    <a:pt x="2046" y="1439"/>
                  </a:cubicBezTo>
                  <a:cubicBezTo>
                    <a:pt x="2092" y="1583"/>
                    <a:pt x="2165" y="1718"/>
                    <a:pt x="2247" y="1850"/>
                  </a:cubicBezTo>
                  <a:cubicBezTo>
                    <a:pt x="2276" y="1897"/>
                    <a:pt x="2344" y="1946"/>
                    <a:pt x="2314" y="2000"/>
                  </a:cubicBezTo>
                  <a:cubicBezTo>
                    <a:pt x="2287" y="2048"/>
                    <a:pt x="2212" y="2015"/>
                    <a:pt x="2159" y="2015"/>
                  </a:cubicBezTo>
                  <a:cubicBezTo>
                    <a:pt x="2067" y="2016"/>
                    <a:pt x="1974" y="2016"/>
                    <a:pt x="1882" y="2016"/>
                  </a:cubicBezTo>
                  <a:cubicBezTo>
                    <a:pt x="1788" y="2016"/>
                    <a:pt x="1695" y="2016"/>
                    <a:pt x="1602" y="2017"/>
                  </a:cubicBezTo>
                  <a:cubicBezTo>
                    <a:pt x="1114" y="2017"/>
                    <a:pt x="626" y="2017"/>
                    <a:pt x="138" y="2015"/>
                  </a:cubicBezTo>
                  <a:cubicBezTo>
                    <a:pt x="37" y="2014"/>
                    <a:pt x="-1" y="2041"/>
                    <a:pt x="0" y="2148"/>
                  </a:cubicBezTo>
                  <a:cubicBezTo>
                    <a:pt x="5" y="2622"/>
                    <a:pt x="5" y="3095"/>
                    <a:pt x="1" y="3568"/>
                  </a:cubicBezTo>
                  <a:cubicBezTo>
                    <a:pt x="0" y="3667"/>
                    <a:pt x="29" y="3683"/>
                    <a:pt x="120" y="3664"/>
                  </a:cubicBezTo>
                  <a:cubicBezTo>
                    <a:pt x="771" y="3525"/>
                    <a:pt x="1411" y="3796"/>
                    <a:pt x="1769" y="4357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1"/>
            <p:cNvSpPr/>
            <p:nvPr/>
          </p:nvSpPr>
          <p:spPr>
            <a:xfrm>
              <a:off x="3843720" y="1836360"/>
              <a:ext cx="1670040" cy="2286720"/>
            </a:xfrm>
            <a:custGeom>
              <a:avLst/>
              <a:gdLst/>
              <a:ahLst/>
              <a:cxnLst/>
              <a:rect l="l" t="t" r="r" b="b"/>
              <a:pathLst>
                <a:path w="4639" h="6352" extrusionOk="0">
                  <a:moveTo>
                    <a:pt x="403" y="3148"/>
                  </a:moveTo>
                  <a:lnTo>
                    <a:pt x="410" y="3154"/>
                  </a:lnTo>
                  <a:lnTo>
                    <a:pt x="417" y="3161"/>
                  </a:lnTo>
                  <a:cubicBezTo>
                    <a:pt x="432" y="3176"/>
                    <a:pt x="454" y="3193"/>
                    <a:pt x="479" y="3210"/>
                  </a:cubicBezTo>
                  <a:cubicBezTo>
                    <a:pt x="438" y="3308"/>
                    <a:pt x="417" y="3413"/>
                    <a:pt x="420" y="3520"/>
                  </a:cubicBezTo>
                  <a:cubicBezTo>
                    <a:pt x="431" y="3889"/>
                    <a:pt x="521" y="4207"/>
                    <a:pt x="701" y="4523"/>
                  </a:cubicBezTo>
                  <a:cubicBezTo>
                    <a:pt x="782" y="4664"/>
                    <a:pt x="884" y="4787"/>
                    <a:pt x="1005" y="4887"/>
                  </a:cubicBezTo>
                  <a:lnTo>
                    <a:pt x="1125" y="4987"/>
                  </a:lnTo>
                  <a:cubicBezTo>
                    <a:pt x="1133" y="5017"/>
                    <a:pt x="1145" y="5046"/>
                    <a:pt x="1159" y="5073"/>
                  </a:cubicBezTo>
                  <a:cubicBezTo>
                    <a:pt x="1245" y="5239"/>
                    <a:pt x="1355" y="5433"/>
                    <a:pt x="1514" y="5606"/>
                  </a:cubicBezTo>
                  <a:cubicBezTo>
                    <a:pt x="1607" y="5706"/>
                    <a:pt x="1702" y="5780"/>
                    <a:pt x="1804" y="5832"/>
                  </a:cubicBezTo>
                  <a:cubicBezTo>
                    <a:pt x="1882" y="5871"/>
                    <a:pt x="1964" y="5893"/>
                    <a:pt x="2049" y="5899"/>
                  </a:cubicBezTo>
                  <a:cubicBezTo>
                    <a:pt x="2071" y="5901"/>
                    <a:pt x="2088" y="5901"/>
                    <a:pt x="2105" y="5901"/>
                  </a:cubicBezTo>
                  <a:cubicBezTo>
                    <a:pt x="2120" y="5901"/>
                    <a:pt x="2133" y="5901"/>
                    <a:pt x="2145" y="5900"/>
                  </a:cubicBezTo>
                  <a:lnTo>
                    <a:pt x="2154" y="5899"/>
                  </a:lnTo>
                  <a:cubicBezTo>
                    <a:pt x="2452" y="6269"/>
                    <a:pt x="2807" y="6352"/>
                    <a:pt x="3067" y="6352"/>
                  </a:cubicBezTo>
                  <a:cubicBezTo>
                    <a:pt x="3076" y="6352"/>
                    <a:pt x="3086" y="6352"/>
                    <a:pt x="3095" y="6352"/>
                  </a:cubicBezTo>
                  <a:cubicBezTo>
                    <a:pt x="3131" y="6351"/>
                    <a:pt x="3167" y="6349"/>
                    <a:pt x="3202" y="6345"/>
                  </a:cubicBezTo>
                  <a:cubicBezTo>
                    <a:pt x="3108" y="6266"/>
                    <a:pt x="3020" y="6172"/>
                    <a:pt x="2939" y="6063"/>
                  </a:cubicBezTo>
                  <a:cubicBezTo>
                    <a:pt x="2936" y="6059"/>
                    <a:pt x="2933" y="6055"/>
                    <a:pt x="2930" y="6051"/>
                  </a:cubicBezTo>
                  <a:cubicBezTo>
                    <a:pt x="2814" y="5892"/>
                    <a:pt x="2729" y="5729"/>
                    <a:pt x="2676" y="5561"/>
                  </a:cubicBezTo>
                  <a:cubicBezTo>
                    <a:pt x="2657" y="5501"/>
                    <a:pt x="2642" y="5440"/>
                    <a:pt x="2632" y="5379"/>
                  </a:cubicBezTo>
                  <a:cubicBezTo>
                    <a:pt x="2575" y="5056"/>
                    <a:pt x="2634" y="4723"/>
                    <a:pt x="2810" y="4390"/>
                  </a:cubicBezTo>
                  <a:cubicBezTo>
                    <a:pt x="2876" y="4267"/>
                    <a:pt x="2953" y="4157"/>
                    <a:pt x="3040" y="4060"/>
                  </a:cubicBezTo>
                  <a:cubicBezTo>
                    <a:pt x="3112" y="3980"/>
                    <a:pt x="3191" y="3910"/>
                    <a:pt x="3275" y="3850"/>
                  </a:cubicBezTo>
                  <a:cubicBezTo>
                    <a:pt x="3623" y="3598"/>
                    <a:pt x="4065" y="3508"/>
                    <a:pt x="4519" y="3599"/>
                  </a:cubicBezTo>
                  <a:cubicBezTo>
                    <a:pt x="4538" y="3602"/>
                    <a:pt x="4554" y="3605"/>
                    <a:pt x="4568" y="3606"/>
                  </a:cubicBezTo>
                  <a:cubicBezTo>
                    <a:pt x="4621" y="3609"/>
                    <a:pt x="4640" y="3588"/>
                    <a:pt x="4639" y="3507"/>
                  </a:cubicBezTo>
                  <a:cubicBezTo>
                    <a:pt x="4638" y="3348"/>
                    <a:pt x="4637" y="3189"/>
                    <a:pt x="4636" y="3030"/>
                  </a:cubicBezTo>
                  <a:cubicBezTo>
                    <a:pt x="4635" y="2832"/>
                    <a:pt x="4636" y="2635"/>
                    <a:pt x="4637" y="2437"/>
                  </a:cubicBezTo>
                  <a:cubicBezTo>
                    <a:pt x="4637" y="2338"/>
                    <a:pt x="4638" y="2239"/>
                    <a:pt x="4639" y="2140"/>
                  </a:cubicBezTo>
                  <a:cubicBezTo>
                    <a:pt x="4640" y="2044"/>
                    <a:pt x="4608" y="2014"/>
                    <a:pt x="4514" y="2015"/>
                  </a:cubicBezTo>
                  <a:cubicBezTo>
                    <a:pt x="4424" y="2015"/>
                    <a:pt x="4335" y="2016"/>
                    <a:pt x="4245" y="2016"/>
                  </a:cubicBezTo>
                  <a:cubicBezTo>
                    <a:pt x="3936" y="2017"/>
                    <a:pt x="3628" y="2017"/>
                    <a:pt x="3320" y="2017"/>
                  </a:cubicBezTo>
                  <a:cubicBezTo>
                    <a:pt x="3232" y="2017"/>
                    <a:pt x="3143" y="2017"/>
                    <a:pt x="3055" y="2017"/>
                  </a:cubicBezTo>
                  <a:cubicBezTo>
                    <a:pt x="2871" y="2017"/>
                    <a:pt x="2688" y="2016"/>
                    <a:pt x="2504" y="2016"/>
                  </a:cubicBezTo>
                  <a:cubicBezTo>
                    <a:pt x="2485" y="2016"/>
                    <a:pt x="2469" y="2016"/>
                    <a:pt x="2454" y="2016"/>
                  </a:cubicBezTo>
                  <a:cubicBezTo>
                    <a:pt x="2307" y="2015"/>
                    <a:pt x="2300" y="2001"/>
                    <a:pt x="2376" y="1872"/>
                  </a:cubicBezTo>
                  <a:cubicBezTo>
                    <a:pt x="2383" y="1859"/>
                    <a:pt x="2391" y="1845"/>
                    <a:pt x="2400" y="1830"/>
                  </a:cubicBezTo>
                  <a:cubicBezTo>
                    <a:pt x="2505" y="1654"/>
                    <a:pt x="2597" y="1476"/>
                    <a:pt x="2628" y="1270"/>
                  </a:cubicBezTo>
                  <a:cubicBezTo>
                    <a:pt x="2630" y="1253"/>
                    <a:pt x="2633" y="1235"/>
                    <a:pt x="2634" y="1217"/>
                  </a:cubicBezTo>
                  <a:cubicBezTo>
                    <a:pt x="2640" y="1157"/>
                    <a:pt x="2641" y="1098"/>
                    <a:pt x="2636" y="1038"/>
                  </a:cubicBezTo>
                  <a:cubicBezTo>
                    <a:pt x="2609" y="668"/>
                    <a:pt x="2392" y="313"/>
                    <a:pt x="2061" y="137"/>
                  </a:cubicBezTo>
                  <a:cubicBezTo>
                    <a:pt x="1999" y="104"/>
                    <a:pt x="1935" y="77"/>
                    <a:pt x="1871" y="56"/>
                  </a:cubicBezTo>
                  <a:cubicBezTo>
                    <a:pt x="1794" y="31"/>
                    <a:pt x="1716" y="14"/>
                    <a:pt x="1638" y="6"/>
                  </a:cubicBezTo>
                  <a:cubicBezTo>
                    <a:pt x="1330" y="-27"/>
                    <a:pt x="1029" y="70"/>
                    <a:pt x="801" y="262"/>
                  </a:cubicBezTo>
                  <a:cubicBezTo>
                    <a:pt x="677" y="365"/>
                    <a:pt x="575" y="497"/>
                    <a:pt x="505" y="650"/>
                  </a:cubicBezTo>
                  <a:cubicBezTo>
                    <a:pt x="504" y="650"/>
                    <a:pt x="504" y="650"/>
                    <a:pt x="504" y="650"/>
                  </a:cubicBezTo>
                  <a:cubicBezTo>
                    <a:pt x="443" y="783"/>
                    <a:pt x="406" y="932"/>
                    <a:pt x="400" y="1094"/>
                  </a:cubicBezTo>
                  <a:cubicBezTo>
                    <a:pt x="398" y="1124"/>
                    <a:pt x="399" y="1154"/>
                    <a:pt x="401" y="1183"/>
                  </a:cubicBezTo>
                  <a:cubicBezTo>
                    <a:pt x="406" y="1272"/>
                    <a:pt x="423" y="1357"/>
                    <a:pt x="449" y="1439"/>
                  </a:cubicBezTo>
                  <a:cubicBezTo>
                    <a:pt x="495" y="1583"/>
                    <a:pt x="568" y="1718"/>
                    <a:pt x="650" y="1850"/>
                  </a:cubicBezTo>
                  <a:cubicBezTo>
                    <a:pt x="679" y="1897"/>
                    <a:pt x="747" y="1946"/>
                    <a:pt x="717" y="2000"/>
                  </a:cubicBezTo>
                  <a:cubicBezTo>
                    <a:pt x="690" y="2048"/>
                    <a:pt x="615" y="2015"/>
                    <a:pt x="562" y="2015"/>
                  </a:cubicBezTo>
                  <a:cubicBezTo>
                    <a:pt x="470" y="2016"/>
                    <a:pt x="377" y="2016"/>
                    <a:pt x="285" y="2016"/>
                  </a:cubicBezTo>
                  <a:cubicBezTo>
                    <a:pt x="191" y="2016"/>
                    <a:pt x="98" y="2016"/>
                    <a:pt x="5" y="2017"/>
                  </a:cubicBezTo>
                  <a:cubicBezTo>
                    <a:pt x="-22" y="2375"/>
                    <a:pt x="37" y="2759"/>
                    <a:pt x="403" y="3148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1"/>
            <p:cNvSpPr/>
            <p:nvPr/>
          </p:nvSpPr>
          <p:spPr>
            <a:xfrm>
              <a:off x="5018760" y="3092040"/>
              <a:ext cx="469440" cy="130320"/>
            </a:xfrm>
            <a:custGeom>
              <a:avLst/>
              <a:gdLst/>
              <a:ahLst/>
              <a:cxnLst/>
              <a:rect l="l" t="t" r="r" b="b"/>
              <a:pathLst>
                <a:path w="1304" h="362" extrusionOk="0">
                  <a:moveTo>
                    <a:pt x="1255" y="111"/>
                  </a:moveTo>
                  <a:cubicBezTo>
                    <a:pt x="1274" y="114"/>
                    <a:pt x="1290" y="117"/>
                    <a:pt x="1304" y="118"/>
                  </a:cubicBezTo>
                  <a:cubicBezTo>
                    <a:pt x="1268" y="90"/>
                    <a:pt x="1225" y="66"/>
                    <a:pt x="1174" y="48"/>
                  </a:cubicBezTo>
                  <a:cubicBezTo>
                    <a:pt x="1084" y="16"/>
                    <a:pt x="971" y="0"/>
                    <a:pt x="837" y="0"/>
                  </a:cubicBezTo>
                  <a:cubicBezTo>
                    <a:pt x="812" y="0"/>
                    <a:pt x="787" y="1"/>
                    <a:pt x="761" y="2"/>
                  </a:cubicBezTo>
                  <a:cubicBezTo>
                    <a:pt x="732" y="3"/>
                    <a:pt x="704" y="4"/>
                    <a:pt x="675" y="5"/>
                  </a:cubicBezTo>
                  <a:cubicBezTo>
                    <a:pt x="522" y="9"/>
                    <a:pt x="378" y="13"/>
                    <a:pt x="244" y="76"/>
                  </a:cubicBezTo>
                  <a:cubicBezTo>
                    <a:pt x="142" y="123"/>
                    <a:pt x="67" y="182"/>
                    <a:pt x="13" y="256"/>
                  </a:cubicBezTo>
                  <a:cubicBezTo>
                    <a:pt x="-1" y="276"/>
                    <a:pt x="-1" y="284"/>
                    <a:pt x="0" y="292"/>
                  </a:cubicBezTo>
                  <a:cubicBezTo>
                    <a:pt x="4" y="314"/>
                    <a:pt x="8" y="338"/>
                    <a:pt x="11" y="362"/>
                  </a:cubicBezTo>
                  <a:cubicBezTo>
                    <a:pt x="359" y="110"/>
                    <a:pt x="801" y="20"/>
                    <a:pt x="1255" y="11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1"/>
            <p:cNvSpPr/>
            <p:nvPr/>
          </p:nvSpPr>
          <p:spPr>
            <a:xfrm>
              <a:off x="4664880" y="3799440"/>
              <a:ext cx="236880" cy="219600"/>
            </a:xfrm>
            <a:custGeom>
              <a:avLst/>
              <a:gdLst/>
              <a:ahLst/>
              <a:cxnLst/>
              <a:rect l="l" t="t" r="r" b="b"/>
              <a:pathLst>
                <a:path w="658" h="610" extrusionOk="0">
                  <a:moveTo>
                    <a:pt x="20" y="0"/>
                  </a:moveTo>
                  <a:cubicBezTo>
                    <a:pt x="-6" y="54"/>
                    <a:pt x="-7" y="118"/>
                    <a:pt x="22" y="164"/>
                  </a:cubicBezTo>
                  <a:cubicBezTo>
                    <a:pt x="190" y="438"/>
                    <a:pt x="399" y="584"/>
                    <a:pt x="658" y="610"/>
                  </a:cubicBezTo>
                  <a:cubicBezTo>
                    <a:pt x="655" y="606"/>
                    <a:pt x="652" y="602"/>
                    <a:pt x="649" y="598"/>
                  </a:cubicBezTo>
                  <a:cubicBezTo>
                    <a:pt x="533" y="439"/>
                    <a:pt x="448" y="276"/>
                    <a:pt x="395" y="108"/>
                  </a:cubicBezTo>
                  <a:cubicBezTo>
                    <a:pt x="280" y="104"/>
                    <a:pt x="159" y="69"/>
                    <a:pt x="20" y="0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1"/>
            <p:cNvSpPr/>
            <p:nvPr/>
          </p:nvSpPr>
          <p:spPr>
            <a:xfrm>
              <a:off x="4442760" y="2997360"/>
              <a:ext cx="498240" cy="775440"/>
            </a:xfrm>
            <a:custGeom>
              <a:avLst/>
              <a:gdLst/>
              <a:ahLst/>
              <a:cxnLst/>
              <a:rect l="l" t="t" r="r" b="b"/>
              <a:pathLst>
                <a:path w="1384" h="2154" extrusionOk="0">
                  <a:moveTo>
                    <a:pt x="0" y="298"/>
                  </a:moveTo>
                  <a:cubicBezTo>
                    <a:pt x="9" y="573"/>
                    <a:pt x="89" y="752"/>
                    <a:pt x="261" y="877"/>
                  </a:cubicBezTo>
                  <a:cubicBezTo>
                    <a:pt x="353" y="943"/>
                    <a:pt x="449" y="977"/>
                    <a:pt x="547" y="977"/>
                  </a:cubicBezTo>
                  <a:cubicBezTo>
                    <a:pt x="635" y="977"/>
                    <a:pt x="724" y="950"/>
                    <a:pt x="812" y="895"/>
                  </a:cubicBezTo>
                  <a:cubicBezTo>
                    <a:pt x="841" y="877"/>
                    <a:pt x="870" y="856"/>
                    <a:pt x="901" y="835"/>
                  </a:cubicBezTo>
                  <a:cubicBezTo>
                    <a:pt x="915" y="824"/>
                    <a:pt x="930" y="814"/>
                    <a:pt x="945" y="803"/>
                  </a:cubicBezTo>
                  <a:cubicBezTo>
                    <a:pt x="955" y="796"/>
                    <a:pt x="967" y="792"/>
                    <a:pt x="979" y="792"/>
                  </a:cubicBezTo>
                  <a:cubicBezTo>
                    <a:pt x="993" y="792"/>
                    <a:pt x="1008" y="798"/>
                    <a:pt x="1019" y="807"/>
                  </a:cubicBezTo>
                  <a:cubicBezTo>
                    <a:pt x="1039" y="826"/>
                    <a:pt x="1045" y="856"/>
                    <a:pt x="1032" y="880"/>
                  </a:cubicBezTo>
                  <a:cubicBezTo>
                    <a:pt x="968" y="1000"/>
                    <a:pt x="838" y="1099"/>
                    <a:pt x="686" y="1143"/>
                  </a:cubicBezTo>
                  <a:cubicBezTo>
                    <a:pt x="471" y="1205"/>
                    <a:pt x="337" y="1433"/>
                    <a:pt x="395" y="1641"/>
                  </a:cubicBezTo>
                  <a:cubicBezTo>
                    <a:pt x="400" y="1661"/>
                    <a:pt x="407" y="1682"/>
                    <a:pt x="414" y="1703"/>
                  </a:cubicBezTo>
                  <a:cubicBezTo>
                    <a:pt x="496" y="1947"/>
                    <a:pt x="750" y="2101"/>
                    <a:pt x="968" y="2154"/>
                  </a:cubicBezTo>
                  <a:cubicBezTo>
                    <a:pt x="911" y="1831"/>
                    <a:pt x="970" y="1498"/>
                    <a:pt x="1146" y="1165"/>
                  </a:cubicBezTo>
                  <a:cubicBezTo>
                    <a:pt x="1212" y="1042"/>
                    <a:pt x="1289" y="932"/>
                    <a:pt x="1376" y="835"/>
                  </a:cubicBezTo>
                  <a:cubicBezTo>
                    <a:pt x="1378" y="807"/>
                    <a:pt x="1380" y="782"/>
                    <a:pt x="1381" y="761"/>
                  </a:cubicBezTo>
                  <a:cubicBezTo>
                    <a:pt x="1383" y="728"/>
                    <a:pt x="1385" y="699"/>
                    <a:pt x="1384" y="684"/>
                  </a:cubicBezTo>
                  <a:cubicBezTo>
                    <a:pt x="1375" y="455"/>
                    <a:pt x="1273" y="285"/>
                    <a:pt x="1070" y="162"/>
                  </a:cubicBezTo>
                  <a:cubicBezTo>
                    <a:pt x="945" y="86"/>
                    <a:pt x="802" y="35"/>
                    <a:pt x="620" y="0"/>
                  </a:cubicBezTo>
                  <a:cubicBezTo>
                    <a:pt x="618" y="0"/>
                    <a:pt x="616" y="0"/>
                    <a:pt x="614" y="0"/>
                  </a:cubicBezTo>
                  <a:cubicBezTo>
                    <a:pt x="611" y="0"/>
                    <a:pt x="609" y="0"/>
                    <a:pt x="604" y="5"/>
                  </a:cubicBezTo>
                  <a:cubicBezTo>
                    <a:pt x="457" y="162"/>
                    <a:pt x="265" y="254"/>
                    <a:pt x="18" y="286"/>
                  </a:cubicBezTo>
                  <a:cubicBezTo>
                    <a:pt x="7" y="287"/>
                    <a:pt x="2" y="289"/>
                    <a:pt x="1" y="289"/>
                  </a:cubicBezTo>
                  <a:cubicBezTo>
                    <a:pt x="1" y="289"/>
                    <a:pt x="0" y="292"/>
                    <a:pt x="0" y="298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1"/>
            <p:cNvSpPr/>
            <p:nvPr/>
          </p:nvSpPr>
          <p:spPr>
            <a:xfrm>
              <a:off x="4098600" y="2970000"/>
              <a:ext cx="518760" cy="884520"/>
            </a:xfrm>
            <a:custGeom>
              <a:avLst/>
              <a:gdLst/>
              <a:ahLst/>
              <a:cxnLst/>
              <a:rect l="l" t="t" r="r" b="b"/>
              <a:pathLst>
                <a:path w="1441" h="2457" extrusionOk="0">
                  <a:moveTo>
                    <a:pt x="236" y="1245"/>
                  </a:moveTo>
                  <a:cubicBezTo>
                    <a:pt x="82" y="975"/>
                    <a:pt x="9" y="715"/>
                    <a:pt x="0" y="400"/>
                  </a:cubicBezTo>
                  <a:cubicBezTo>
                    <a:pt x="-4" y="263"/>
                    <a:pt x="78" y="124"/>
                    <a:pt x="208" y="45"/>
                  </a:cubicBezTo>
                  <a:cubicBezTo>
                    <a:pt x="260" y="13"/>
                    <a:pt x="293" y="0"/>
                    <a:pt x="316" y="0"/>
                  </a:cubicBezTo>
                  <a:cubicBezTo>
                    <a:pt x="337" y="0"/>
                    <a:pt x="363" y="13"/>
                    <a:pt x="418" y="80"/>
                  </a:cubicBezTo>
                  <a:cubicBezTo>
                    <a:pt x="455" y="125"/>
                    <a:pt x="490" y="163"/>
                    <a:pt x="525" y="196"/>
                  </a:cubicBezTo>
                  <a:cubicBezTo>
                    <a:pt x="597" y="264"/>
                    <a:pt x="668" y="306"/>
                    <a:pt x="744" y="323"/>
                  </a:cubicBezTo>
                  <a:cubicBezTo>
                    <a:pt x="750" y="324"/>
                    <a:pt x="754" y="325"/>
                    <a:pt x="756" y="326"/>
                  </a:cubicBezTo>
                  <a:cubicBezTo>
                    <a:pt x="757" y="330"/>
                    <a:pt x="757" y="336"/>
                    <a:pt x="757" y="347"/>
                  </a:cubicBezTo>
                  <a:cubicBezTo>
                    <a:pt x="757" y="681"/>
                    <a:pt x="873" y="928"/>
                    <a:pt x="1110" y="1101"/>
                  </a:cubicBezTo>
                  <a:cubicBezTo>
                    <a:pt x="1113" y="1103"/>
                    <a:pt x="1114" y="1104"/>
                    <a:pt x="1114" y="1105"/>
                  </a:cubicBezTo>
                  <a:cubicBezTo>
                    <a:pt x="1114" y="1105"/>
                    <a:pt x="1116" y="1109"/>
                    <a:pt x="1114" y="1125"/>
                  </a:cubicBezTo>
                  <a:cubicBezTo>
                    <a:pt x="1102" y="1228"/>
                    <a:pt x="1098" y="1314"/>
                    <a:pt x="1100" y="1394"/>
                  </a:cubicBezTo>
                  <a:cubicBezTo>
                    <a:pt x="1107" y="1613"/>
                    <a:pt x="1143" y="1893"/>
                    <a:pt x="1367" y="2115"/>
                  </a:cubicBezTo>
                  <a:cubicBezTo>
                    <a:pt x="1391" y="2139"/>
                    <a:pt x="1417" y="2161"/>
                    <a:pt x="1441" y="2181"/>
                  </a:cubicBezTo>
                  <a:cubicBezTo>
                    <a:pt x="1385" y="2246"/>
                    <a:pt x="1354" y="2325"/>
                    <a:pt x="1348" y="2417"/>
                  </a:cubicBezTo>
                  <a:cubicBezTo>
                    <a:pt x="1346" y="2438"/>
                    <a:pt x="1345" y="2450"/>
                    <a:pt x="1343" y="2457"/>
                  </a:cubicBezTo>
                  <a:cubicBezTo>
                    <a:pt x="1341" y="2457"/>
                    <a:pt x="1337" y="2457"/>
                    <a:pt x="1332" y="2457"/>
                  </a:cubicBezTo>
                  <a:cubicBezTo>
                    <a:pt x="1323" y="2457"/>
                    <a:pt x="1313" y="2457"/>
                    <a:pt x="1301" y="2456"/>
                  </a:cubicBezTo>
                  <a:cubicBezTo>
                    <a:pt x="1267" y="2454"/>
                    <a:pt x="1234" y="2445"/>
                    <a:pt x="1202" y="2428"/>
                  </a:cubicBezTo>
                  <a:cubicBezTo>
                    <a:pt x="1138" y="2396"/>
                    <a:pt x="1079" y="2349"/>
                    <a:pt x="1016" y="2281"/>
                  </a:cubicBezTo>
                  <a:cubicBezTo>
                    <a:pt x="884" y="2138"/>
                    <a:pt x="788" y="1968"/>
                    <a:pt x="712" y="1821"/>
                  </a:cubicBezTo>
                  <a:cubicBezTo>
                    <a:pt x="708" y="1814"/>
                    <a:pt x="707" y="1806"/>
                    <a:pt x="706" y="1794"/>
                  </a:cubicBezTo>
                  <a:cubicBezTo>
                    <a:pt x="697" y="1497"/>
                    <a:pt x="637" y="1191"/>
                    <a:pt x="517" y="831"/>
                  </a:cubicBezTo>
                  <a:cubicBezTo>
                    <a:pt x="485" y="734"/>
                    <a:pt x="452" y="640"/>
                    <a:pt x="402" y="553"/>
                  </a:cubicBezTo>
                  <a:cubicBezTo>
                    <a:pt x="391" y="534"/>
                    <a:pt x="371" y="523"/>
                    <a:pt x="350" y="523"/>
                  </a:cubicBezTo>
                  <a:cubicBezTo>
                    <a:pt x="343" y="523"/>
                    <a:pt x="336" y="524"/>
                    <a:pt x="330" y="526"/>
                  </a:cubicBezTo>
                  <a:cubicBezTo>
                    <a:pt x="302" y="536"/>
                    <a:pt x="286" y="564"/>
                    <a:pt x="291" y="593"/>
                  </a:cubicBezTo>
                  <a:cubicBezTo>
                    <a:pt x="311" y="709"/>
                    <a:pt x="335" y="826"/>
                    <a:pt x="358" y="940"/>
                  </a:cubicBezTo>
                  <a:cubicBezTo>
                    <a:pt x="395" y="1126"/>
                    <a:pt x="434" y="1317"/>
                    <a:pt x="457" y="1509"/>
                  </a:cubicBezTo>
                  <a:cubicBezTo>
                    <a:pt x="369" y="1437"/>
                    <a:pt x="295" y="1348"/>
                    <a:pt x="236" y="1245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1"/>
            <p:cNvSpPr/>
            <p:nvPr/>
          </p:nvSpPr>
          <p:spPr>
            <a:xfrm>
              <a:off x="4717440" y="2562120"/>
              <a:ext cx="795600" cy="560160"/>
            </a:xfrm>
            <a:custGeom>
              <a:avLst/>
              <a:gdLst/>
              <a:ahLst/>
              <a:cxnLst/>
              <a:rect l="l" t="t" r="r" b="b"/>
              <a:pathLst>
                <a:path w="2210" h="1556" extrusionOk="0">
                  <a:moveTo>
                    <a:pt x="0" y="972"/>
                  </a:moveTo>
                  <a:cubicBezTo>
                    <a:pt x="312" y="1055"/>
                    <a:pt x="629" y="1199"/>
                    <a:pt x="782" y="1556"/>
                  </a:cubicBezTo>
                  <a:cubicBezTo>
                    <a:pt x="919" y="1374"/>
                    <a:pt x="1123" y="1272"/>
                    <a:pt x="1403" y="1246"/>
                  </a:cubicBezTo>
                  <a:cubicBezTo>
                    <a:pt x="1479" y="1239"/>
                    <a:pt x="1557" y="1238"/>
                    <a:pt x="1632" y="1237"/>
                  </a:cubicBezTo>
                  <a:cubicBezTo>
                    <a:pt x="1669" y="1236"/>
                    <a:pt x="1707" y="1235"/>
                    <a:pt x="1745" y="1234"/>
                  </a:cubicBezTo>
                  <a:cubicBezTo>
                    <a:pt x="1884" y="1229"/>
                    <a:pt x="1999" y="1194"/>
                    <a:pt x="2096" y="1127"/>
                  </a:cubicBezTo>
                  <a:cubicBezTo>
                    <a:pt x="2142" y="1095"/>
                    <a:pt x="2180" y="1057"/>
                    <a:pt x="2210" y="1014"/>
                  </a:cubicBezTo>
                  <a:cubicBezTo>
                    <a:pt x="2208" y="816"/>
                    <a:pt x="2209" y="619"/>
                    <a:pt x="2210" y="421"/>
                  </a:cubicBezTo>
                  <a:cubicBezTo>
                    <a:pt x="2164" y="313"/>
                    <a:pt x="2093" y="217"/>
                    <a:pt x="1999" y="131"/>
                  </a:cubicBezTo>
                  <a:cubicBezTo>
                    <a:pt x="1942" y="79"/>
                    <a:pt x="1882" y="35"/>
                    <a:pt x="1818" y="0"/>
                  </a:cubicBezTo>
                  <a:cubicBezTo>
                    <a:pt x="1509" y="1"/>
                    <a:pt x="1201" y="1"/>
                    <a:pt x="893" y="1"/>
                  </a:cubicBezTo>
                  <a:cubicBezTo>
                    <a:pt x="857" y="19"/>
                    <a:pt x="821" y="40"/>
                    <a:pt x="786" y="63"/>
                  </a:cubicBezTo>
                  <a:cubicBezTo>
                    <a:pt x="756" y="83"/>
                    <a:pt x="725" y="105"/>
                    <a:pt x="695" y="127"/>
                  </a:cubicBezTo>
                  <a:cubicBezTo>
                    <a:pt x="680" y="137"/>
                    <a:pt x="664" y="148"/>
                    <a:pt x="649" y="159"/>
                  </a:cubicBezTo>
                  <a:cubicBezTo>
                    <a:pt x="639" y="166"/>
                    <a:pt x="627" y="170"/>
                    <a:pt x="615" y="170"/>
                  </a:cubicBezTo>
                  <a:cubicBezTo>
                    <a:pt x="599" y="170"/>
                    <a:pt x="584" y="164"/>
                    <a:pt x="573" y="152"/>
                  </a:cubicBezTo>
                  <a:cubicBezTo>
                    <a:pt x="552" y="131"/>
                    <a:pt x="549" y="99"/>
                    <a:pt x="566" y="75"/>
                  </a:cubicBezTo>
                  <a:cubicBezTo>
                    <a:pt x="586" y="49"/>
                    <a:pt x="606" y="24"/>
                    <a:pt x="628" y="1"/>
                  </a:cubicBezTo>
                  <a:cubicBezTo>
                    <a:pt x="444" y="1"/>
                    <a:pt x="261" y="0"/>
                    <a:pt x="77" y="0"/>
                  </a:cubicBezTo>
                  <a:cubicBezTo>
                    <a:pt x="58" y="0"/>
                    <a:pt x="42" y="0"/>
                    <a:pt x="27" y="0"/>
                  </a:cubicBezTo>
                  <a:cubicBezTo>
                    <a:pt x="66" y="91"/>
                    <a:pt x="94" y="195"/>
                    <a:pt x="115" y="315"/>
                  </a:cubicBezTo>
                  <a:cubicBezTo>
                    <a:pt x="154" y="553"/>
                    <a:pt x="311" y="701"/>
                    <a:pt x="524" y="701"/>
                  </a:cubicBezTo>
                  <a:cubicBezTo>
                    <a:pt x="551" y="701"/>
                    <a:pt x="578" y="699"/>
                    <a:pt x="606" y="694"/>
                  </a:cubicBezTo>
                  <a:cubicBezTo>
                    <a:pt x="697" y="679"/>
                    <a:pt x="784" y="653"/>
                    <a:pt x="876" y="626"/>
                  </a:cubicBezTo>
                  <a:cubicBezTo>
                    <a:pt x="943" y="606"/>
                    <a:pt x="1012" y="585"/>
                    <a:pt x="1083" y="569"/>
                  </a:cubicBezTo>
                  <a:cubicBezTo>
                    <a:pt x="1098" y="566"/>
                    <a:pt x="1114" y="562"/>
                    <a:pt x="1129" y="558"/>
                  </a:cubicBezTo>
                  <a:cubicBezTo>
                    <a:pt x="1216" y="538"/>
                    <a:pt x="1306" y="518"/>
                    <a:pt x="1399" y="518"/>
                  </a:cubicBezTo>
                  <a:cubicBezTo>
                    <a:pt x="1439" y="518"/>
                    <a:pt x="1477" y="521"/>
                    <a:pt x="1514" y="529"/>
                  </a:cubicBezTo>
                  <a:cubicBezTo>
                    <a:pt x="1573" y="541"/>
                    <a:pt x="1620" y="561"/>
                    <a:pt x="1660" y="590"/>
                  </a:cubicBezTo>
                  <a:cubicBezTo>
                    <a:pt x="1683" y="607"/>
                    <a:pt x="1691" y="638"/>
                    <a:pt x="1679" y="663"/>
                  </a:cubicBezTo>
                  <a:cubicBezTo>
                    <a:pt x="1669" y="685"/>
                    <a:pt x="1648" y="698"/>
                    <a:pt x="1625" y="698"/>
                  </a:cubicBezTo>
                  <a:cubicBezTo>
                    <a:pt x="1620" y="698"/>
                    <a:pt x="1616" y="697"/>
                    <a:pt x="1611" y="696"/>
                  </a:cubicBezTo>
                  <a:cubicBezTo>
                    <a:pt x="1565" y="685"/>
                    <a:pt x="1519" y="680"/>
                    <a:pt x="1470" y="680"/>
                  </a:cubicBezTo>
                  <a:cubicBezTo>
                    <a:pt x="1325" y="680"/>
                    <a:pt x="1189" y="729"/>
                    <a:pt x="1045" y="780"/>
                  </a:cubicBezTo>
                  <a:cubicBezTo>
                    <a:pt x="993" y="799"/>
                    <a:pt x="939" y="818"/>
                    <a:pt x="885" y="835"/>
                  </a:cubicBezTo>
                  <a:cubicBezTo>
                    <a:pt x="868" y="840"/>
                    <a:pt x="851" y="846"/>
                    <a:pt x="834" y="851"/>
                  </a:cubicBezTo>
                  <a:cubicBezTo>
                    <a:pt x="746" y="879"/>
                    <a:pt x="654" y="909"/>
                    <a:pt x="556" y="917"/>
                  </a:cubicBezTo>
                  <a:cubicBezTo>
                    <a:pt x="538" y="918"/>
                    <a:pt x="520" y="919"/>
                    <a:pt x="503" y="919"/>
                  </a:cubicBezTo>
                  <a:cubicBezTo>
                    <a:pt x="346" y="919"/>
                    <a:pt x="207" y="860"/>
                    <a:pt x="86" y="744"/>
                  </a:cubicBezTo>
                  <a:cubicBezTo>
                    <a:pt x="80" y="777"/>
                    <a:pt x="73" y="811"/>
                    <a:pt x="60" y="844"/>
                  </a:cubicBezTo>
                  <a:cubicBezTo>
                    <a:pt x="43" y="888"/>
                    <a:pt x="22" y="930"/>
                    <a:pt x="0" y="972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1"/>
            <p:cNvSpPr/>
            <p:nvPr/>
          </p:nvSpPr>
          <p:spPr>
            <a:xfrm>
              <a:off x="4515840" y="1856520"/>
              <a:ext cx="276840" cy="353520"/>
            </a:xfrm>
            <a:custGeom>
              <a:avLst/>
              <a:gdLst/>
              <a:ahLst/>
              <a:cxnLst/>
              <a:rect l="l" t="t" r="r" b="b"/>
              <a:pathLst>
                <a:path w="769" h="982" extrusionOk="0">
                  <a:moveTo>
                    <a:pt x="0" y="66"/>
                  </a:moveTo>
                  <a:cubicBezTo>
                    <a:pt x="-3" y="300"/>
                    <a:pt x="81" y="507"/>
                    <a:pt x="166" y="680"/>
                  </a:cubicBezTo>
                  <a:cubicBezTo>
                    <a:pt x="197" y="675"/>
                    <a:pt x="229" y="672"/>
                    <a:pt x="259" y="672"/>
                  </a:cubicBezTo>
                  <a:cubicBezTo>
                    <a:pt x="417" y="672"/>
                    <a:pt x="557" y="742"/>
                    <a:pt x="690" y="887"/>
                  </a:cubicBezTo>
                  <a:cubicBezTo>
                    <a:pt x="719" y="919"/>
                    <a:pt x="745" y="951"/>
                    <a:pt x="769" y="982"/>
                  </a:cubicBezTo>
                  <a:cubicBezTo>
                    <a:pt x="742" y="612"/>
                    <a:pt x="525" y="257"/>
                    <a:pt x="194" y="81"/>
                  </a:cubicBezTo>
                  <a:cubicBezTo>
                    <a:pt x="132" y="48"/>
                    <a:pt x="68" y="21"/>
                    <a:pt x="4" y="0"/>
                  </a:cubicBezTo>
                  <a:cubicBezTo>
                    <a:pt x="2" y="21"/>
                    <a:pt x="0" y="43"/>
                    <a:pt x="0" y="66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1"/>
            <p:cNvSpPr/>
            <p:nvPr/>
          </p:nvSpPr>
          <p:spPr>
            <a:xfrm>
              <a:off x="4132080" y="1836360"/>
              <a:ext cx="358920" cy="310320"/>
            </a:xfrm>
            <a:custGeom>
              <a:avLst/>
              <a:gdLst/>
              <a:ahLst/>
              <a:cxnLst/>
              <a:rect l="l" t="t" r="r" b="b"/>
              <a:pathLst>
                <a:path w="997" h="862" extrusionOk="0">
                  <a:moveTo>
                    <a:pt x="0" y="261"/>
                  </a:moveTo>
                  <a:cubicBezTo>
                    <a:pt x="65" y="276"/>
                    <a:pt x="130" y="304"/>
                    <a:pt x="195" y="348"/>
                  </a:cubicBezTo>
                  <a:cubicBezTo>
                    <a:pt x="316" y="429"/>
                    <a:pt x="405" y="538"/>
                    <a:pt x="469" y="623"/>
                  </a:cubicBezTo>
                  <a:lnTo>
                    <a:pt x="484" y="644"/>
                  </a:lnTo>
                  <a:cubicBezTo>
                    <a:pt x="512" y="681"/>
                    <a:pt x="540" y="720"/>
                    <a:pt x="570" y="756"/>
                  </a:cubicBezTo>
                  <a:cubicBezTo>
                    <a:pt x="627" y="827"/>
                    <a:pt x="692" y="862"/>
                    <a:pt x="768" y="862"/>
                  </a:cubicBezTo>
                  <a:cubicBezTo>
                    <a:pt x="801" y="862"/>
                    <a:pt x="836" y="855"/>
                    <a:pt x="872" y="843"/>
                  </a:cubicBezTo>
                  <a:cubicBezTo>
                    <a:pt x="912" y="830"/>
                    <a:pt x="952" y="813"/>
                    <a:pt x="991" y="796"/>
                  </a:cubicBezTo>
                  <a:cubicBezTo>
                    <a:pt x="993" y="795"/>
                    <a:pt x="995" y="795"/>
                    <a:pt x="997" y="794"/>
                  </a:cubicBezTo>
                  <a:cubicBezTo>
                    <a:pt x="995" y="791"/>
                    <a:pt x="994" y="787"/>
                    <a:pt x="992" y="784"/>
                  </a:cubicBezTo>
                  <a:cubicBezTo>
                    <a:pt x="891" y="571"/>
                    <a:pt x="838" y="366"/>
                    <a:pt x="828" y="156"/>
                  </a:cubicBezTo>
                  <a:cubicBezTo>
                    <a:pt x="826" y="103"/>
                    <a:pt x="829" y="53"/>
                    <a:pt x="837" y="6"/>
                  </a:cubicBezTo>
                  <a:cubicBezTo>
                    <a:pt x="529" y="-27"/>
                    <a:pt x="228" y="70"/>
                    <a:pt x="0" y="26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1"/>
            <p:cNvSpPr/>
            <p:nvPr/>
          </p:nvSpPr>
          <p:spPr>
            <a:xfrm>
              <a:off x="3943800" y="2019240"/>
              <a:ext cx="846000" cy="984600"/>
            </a:xfrm>
            <a:custGeom>
              <a:avLst/>
              <a:gdLst/>
              <a:ahLst/>
              <a:cxnLst/>
              <a:rect l="l" t="t" r="r" b="b"/>
              <a:pathLst>
                <a:path w="2350" h="2735" extrusionOk="0">
                  <a:moveTo>
                    <a:pt x="306" y="2402"/>
                  </a:moveTo>
                  <a:cubicBezTo>
                    <a:pt x="322" y="2417"/>
                    <a:pt x="406" y="2466"/>
                    <a:pt x="480" y="2466"/>
                  </a:cubicBezTo>
                  <a:cubicBezTo>
                    <a:pt x="518" y="2466"/>
                    <a:pt x="546" y="2453"/>
                    <a:pt x="566" y="2425"/>
                  </a:cubicBezTo>
                  <a:cubicBezTo>
                    <a:pt x="614" y="2360"/>
                    <a:pt x="663" y="2156"/>
                    <a:pt x="457" y="1529"/>
                  </a:cubicBezTo>
                  <a:cubicBezTo>
                    <a:pt x="449" y="1505"/>
                    <a:pt x="456" y="1480"/>
                    <a:pt x="475" y="1464"/>
                  </a:cubicBezTo>
                  <a:cubicBezTo>
                    <a:pt x="486" y="1455"/>
                    <a:pt x="500" y="1450"/>
                    <a:pt x="513" y="1450"/>
                  </a:cubicBezTo>
                  <a:cubicBezTo>
                    <a:pt x="523" y="1450"/>
                    <a:pt x="533" y="1453"/>
                    <a:pt x="542" y="1457"/>
                  </a:cubicBezTo>
                  <a:cubicBezTo>
                    <a:pt x="589" y="1483"/>
                    <a:pt x="622" y="1520"/>
                    <a:pt x="649" y="1554"/>
                  </a:cubicBezTo>
                  <a:cubicBezTo>
                    <a:pt x="824" y="1765"/>
                    <a:pt x="906" y="2025"/>
                    <a:pt x="900" y="2350"/>
                  </a:cubicBezTo>
                  <a:cubicBezTo>
                    <a:pt x="900" y="2361"/>
                    <a:pt x="898" y="2373"/>
                    <a:pt x="897" y="2384"/>
                  </a:cubicBezTo>
                  <a:cubicBezTo>
                    <a:pt x="896" y="2394"/>
                    <a:pt x="895" y="2404"/>
                    <a:pt x="895" y="2411"/>
                  </a:cubicBezTo>
                  <a:cubicBezTo>
                    <a:pt x="908" y="2602"/>
                    <a:pt x="1186" y="2735"/>
                    <a:pt x="1427" y="2735"/>
                  </a:cubicBezTo>
                  <a:cubicBezTo>
                    <a:pt x="1508" y="2735"/>
                    <a:pt x="1584" y="2720"/>
                    <a:pt x="1647" y="2693"/>
                  </a:cubicBezTo>
                  <a:cubicBezTo>
                    <a:pt x="1900" y="2582"/>
                    <a:pt x="2039" y="2376"/>
                    <a:pt x="2071" y="2061"/>
                  </a:cubicBezTo>
                  <a:cubicBezTo>
                    <a:pt x="2083" y="1942"/>
                    <a:pt x="2072" y="1814"/>
                    <a:pt x="2036" y="1660"/>
                  </a:cubicBezTo>
                  <a:cubicBezTo>
                    <a:pt x="1985" y="1446"/>
                    <a:pt x="1874" y="1296"/>
                    <a:pt x="1697" y="1200"/>
                  </a:cubicBezTo>
                  <a:cubicBezTo>
                    <a:pt x="1672" y="1186"/>
                    <a:pt x="1660" y="1157"/>
                    <a:pt x="1669" y="1130"/>
                  </a:cubicBezTo>
                  <a:cubicBezTo>
                    <a:pt x="1676" y="1104"/>
                    <a:pt x="1700" y="1087"/>
                    <a:pt x="1726" y="1087"/>
                  </a:cubicBezTo>
                  <a:cubicBezTo>
                    <a:pt x="1728" y="1087"/>
                    <a:pt x="1729" y="1087"/>
                    <a:pt x="1731" y="1088"/>
                  </a:cubicBezTo>
                  <a:cubicBezTo>
                    <a:pt x="1798" y="1094"/>
                    <a:pt x="1888" y="1139"/>
                    <a:pt x="1959" y="1203"/>
                  </a:cubicBezTo>
                  <a:cubicBezTo>
                    <a:pt x="2012" y="1252"/>
                    <a:pt x="2059" y="1304"/>
                    <a:pt x="2098" y="1364"/>
                  </a:cubicBezTo>
                  <a:cubicBezTo>
                    <a:pt x="2105" y="1351"/>
                    <a:pt x="2113" y="1337"/>
                    <a:pt x="2122" y="1322"/>
                  </a:cubicBezTo>
                  <a:cubicBezTo>
                    <a:pt x="2227" y="1146"/>
                    <a:pt x="2319" y="968"/>
                    <a:pt x="2350" y="762"/>
                  </a:cubicBezTo>
                  <a:cubicBezTo>
                    <a:pt x="2340" y="751"/>
                    <a:pt x="2331" y="739"/>
                    <a:pt x="2322" y="727"/>
                  </a:cubicBezTo>
                  <a:cubicBezTo>
                    <a:pt x="2289" y="684"/>
                    <a:pt x="2258" y="644"/>
                    <a:pt x="2224" y="606"/>
                  </a:cubicBezTo>
                  <a:cubicBezTo>
                    <a:pt x="2163" y="539"/>
                    <a:pt x="2105" y="493"/>
                    <a:pt x="2043" y="458"/>
                  </a:cubicBezTo>
                  <a:cubicBezTo>
                    <a:pt x="1987" y="428"/>
                    <a:pt x="1933" y="413"/>
                    <a:pt x="1878" y="413"/>
                  </a:cubicBezTo>
                  <a:cubicBezTo>
                    <a:pt x="1828" y="413"/>
                    <a:pt x="1778" y="426"/>
                    <a:pt x="1726" y="451"/>
                  </a:cubicBezTo>
                  <a:cubicBezTo>
                    <a:pt x="1710" y="458"/>
                    <a:pt x="1693" y="467"/>
                    <a:pt x="1677" y="475"/>
                  </a:cubicBezTo>
                  <a:cubicBezTo>
                    <a:pt x="1629" y="498"/>
                    <a:pt x="1580" y="523"/>
                    <a:pt x="1527" y="542"/>
                  </a:cubicBezTo>
                  <a:cubicBezTo>
                    <a:pt x="1442" y="571"/>
                    <a:pt x="1368" y="586"/>
                    <a:pt x="1300" y="586"/>
                  </a:cubicBezTo>
                  <a:cubicBezTo>
                    <a:pt x="1153" y="586"/>
                    <a:pt x="1031" y="517"/>
                    <a:pt x="906" y="362"/>
                  </a:cubicBezTo>
                  <a:cubicBezTo>
                    <a:pt x="851" y="293"/>
                    <a:pt x="791" y="220"/>
                    <a:pt x="729" y="151"/>
                  </a:cubicBezTo>
                  <a:cubicBezTo>
                    <a:pt x="689" y="106"/>
                    <a:pt x="638" y="66"/>
                    <a:pt x="573" y="30"/>
                  </a:cubicBezTo>
                  <a:cubicBezTo>
                    <a:pt x="539" y="10"/>
                    <a:pt x="505" y="0"/>
                    <a:pt x="472" y="0"/>
                  </a:cubicBezTo>
                  <a:cubicBezTo>
                    <a:pt x="438" y="0"/>
                    <a:pt x="403" y="11"/>
                    <a:pt x="368" y="31"/>
                  </a:cubicBezTo>
                  <a:cubicBezTo>
                    <a:pt x="318" y="60"/>
                    <a:pt x="270" y="98"/>
                    <a:pt x="227" y="142"/>
                  </a:cubicBezTo>
                  <a:cubicBezTo>
                    <a:pt x="226" y="142"/>
                    <a:pt x="226" y="142"/>
                    <a:pt x="226" y="142"/>
                  </a:cubicBezTo>
                  <a:cubicBezTo>
                    <a:pt x="165" y="275"/>
                    <a:pt x="128" y="424"/>
                    <a:pt x="122" y="586"/>
                  </a:cubicBezTo>
                  <a:cubicBezTo>
                    <a:pt x="121" y="616"/>
                    <a:pt x="121" y="646"/>
                    <a:pt x="123" y="675"/>
                  </a:cubicBezTo>
                  <a:cubicBezTo>
                    <a:pt x="144" y="660"/>
                    <a:pt x="167" y="647"/>
                    <a:pt x="191" y="635"/>
                  </a:cubicBezTo>
                  <a:cubicBezTo>
                    <a:pt x="280" y="589"/>
                    <a:pt x="382" y="565"/>
                    <a:pt x="484" y="565"/>
                  </a:cubicBezTo>
                  <a:cubicBezTo>
                    <a:pt x="639" y="565"/>
                    <a:pt x="788" y="619"/>
                    <a:pt x="904" y="717"/>
                  </a:cubicBezTo>
                  <a:cubicBezTo>
                    <a:pt x="1034" y="827"/>
                    <a:pt x="1131" y="964"/>
                    <a:pt x="1199" y="1138"/>
                  </a:cubicBezTo>
                  <a:cubicBezTo>
                    <a:pt x="1280" y="1341"/>
                    <a:pt x="1350" y="1712"/>
                    <a:pt x="1349" y="1933"/>
                  </a:cubicBezTo>
                  <a:cubicBezTo>
                    <a:pt x="1349" y="1963"/>
                    <a:pt x="1326" y="1989"/>
                    <a:pt x="1296" y="1992"/>
                  </a:cubicBezTo>
                  <a:cubicBezTo>
                    <a:pt x="1294" y="1992"/>
                    <a:pt x="1292" y="1992"/>
                    <a:pt x="1290" y="1992"/>
                  </a:cubicBezTo>
                  <a:cubicBezTo>
                    <a:pt x="1262" y="1992"/>
                    <a:pt x="1237" y="1973"/>
                    <a:pt x="1231" y="1945"/>
                  </a:cubicBezTo>
                  <a:cubicBezTo>
                    <a:pt x="1222" y="1902"/>
                    <a:pt x="1213" y="1861"/>
                    <a:pt x="1205" y="1820"/>
                  </a:cubicBezTo>
                  <a:cubicBezTo>
                    <a:pt x="1187" y="1735"/>
                    <a:pt x="1170" y="1655"/>
                    <a:pt x="1151" y="1576"/>
                  </a:cubicBezTo>
                  <a:cubicBezTo>
                    <a:pt x="1086" y="1317"/>
                    <a:pt x="997" y="1123"/>
                    <a:pt x="872" y="966"/>
                  </a:cubicBezTo>
                  <a:cubicBezTo>
                    <a:pt x="780" y="852"/>
                    <a:pt x="641" y="783"/>
                    <a:pt x="498" y="783"/>
                  </a:cubicBezTo>
                  <a:cubicBezTo>
                    <a:pt x="370" y="783"/>
                    <a:pt x="256" y="836"/>
                    <a:pt x="171" y="931"/>
                  </a:cubicBezTo>
                  <a:cubicBezTo>
                    <a:pt x="217" y="1075"/>
                    <a:pt x="290" y="1210"/>
                    <a:pt x="372" y="1342"/>
                  </a:cubicBezTo>
                  <a:cubicBezTo>
                    <a:pt x="401" y="1389"/>
                    <a:pt x="469" y="1438"/>
                    <a:pt x="439" y="1492"/>
                  </a:cubicBezTo>
                  <a:cubicBezTo>
                    <a:pt x="412" y="1540"/>
                    <a:pt x="337" y="1507"/>
                    <a:pt x="284" y="1507"/>
                  </a:cubicBezTo>
                  <a:cubicBezTo>
                    <a:pt x="192" y="1508"/>
                    <a:pt x="99" y="1508"/>
                    <a:pt x="7" y="1508"/>
                  </a:cubicBezTo>
                  <a:cubicBezTo>
                    <a:pt x="-22" y="1814"/>
                    <a:pt x="22" y="2101"/>
                    <a:pt x="306" y="2402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323123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2"/>
          <p:cNvSpPr/>
          <p:nvPr/>
        </p:nvSpPr>
        <p:spPr>
          <a:xfrm rot="5400000">
            <a:off x="8314868" y="5080566"/>
            <a:ext cx="728197" cy="28443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2"/>
          <p:cNvSpPr/>
          <p:nvPr/>
        </p:nvSpPr>
        <p:spPr>
          <a:xfrm rot="-1147982">
            <a:off x="-519196" y="3144194"/>
            <a:ext cx="1904735" cy="1158287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3" name="Google Shape;613;p42"/>
          <p:cNvGrpSpPr/>
          <p:nvPr/>
        </p:nvGrpSpPr>
        <p:grpSpPr>
          <a:xfrm rot="-1800094">
            <a:off x="10302173" y="-203219"/>
            <a:ext cx="1267615" cy="1716179"/>
            <a:chOff x="5976360" y="-1347840"/>
            <a:chExt cx="2682720" cy="3632040"/>
          </a:xfrm>
        </p:grpSpPr>
        <p:sp>
          <p:nvSpPr>
            <p:cNvPr id="614" name="Google Shape;614;p42"/>
            <p:cNvSpPr/>
            <p:nvPr/>
          </p:nvSpPr>
          <p:spPr>
            <a:xfrm>
              <a:off x="5976360" y="-1347840"/>
              <a:ext cx="2682720" cy="3632040"/>
            </a:xfrm>
            <a:custGeom>
              <a:avLst/>
              <a:gdLst/>
              <a:ahLst/>
              <a:cxnLst/>
              <a:rect l="l" t="t" r="r" b="b"/>
              <a:pathLst>
                <a:path w="7452" h="10089" extrusionOk="0">
                  <a:moveTo>
                    <a:pt x="1188" y="7886"/>
                  </a:moveTo>
                  <a:cubicBezTo>
                    <a:pt x="1252" y="8160"/>
                    <a:pt x="1316" y="8434"/>
                    <a:pt x="1378" y="8708"/>
                  </a:cubicBezTo>
                  <a:cubicBezTo>
                    <a:pt x="1401" y="8810"/>
                    <a:pt x="1464" y="8786"/>
                    <a:pt x="1529" y="8770"/>
                  </a:cubicBezTo>
                  <a:lnTo>
                    <a:pt x="2318" y="8586"/>
                  </a:lnTo>
                  <a:cubicBezTo>
                    <a:pt x="2711" y="8495"/>
                    <a:pt x="3102" y="8403"/>
                    <a:pt x="3496" y="8312"/>
                  </a:cubicBezTo>
                  <a:cubicBezTo>
                    <a:pt x="3547" y="8301"/>
                    <a:pt x="3611" y="8258"/>
                    <a:pt x="3651" y="8306"/>
                  </a:cubicBezTo>
                  <a:cubicBezTo>
                    <a:pt x="3685" y="8346"/>
                    <a:pt x="3639" y="8404"/>
                    <a:pt x="3624" y="8452"/>
                  </a:cubicBezTo>
                  <a:cubicBezTo>
                    <a:pt x="3557" y="8667"/>
                    <a:pt x="3503" y="8881"/>
                    <a:pt x="3529" y="9112"/>
                  </a:cubicBezTo>
                  <a:cubicBezTo>
                    <a:pt x="3536" y="9176"/>
                    <a:pt x="3549" y="9238"/>
                    <a:pt x="3568" y="9299"/>
                  </a:cubicBezTo>
                  <a:cubicBezTo>
                    <a:pt x="3595" y="9386"/>
                    <a:pt x="3633" y="9469"/>
                    <a:pt x="3681" y="9547"/>
                  </a:cubicBezTo>
                  <a:cubicBezTo>
                    <a:pt x="3718" y="9607"/>
                    <a:pt x="3762" y="9665"/>
                    <a:pt x="3811" y="9717"/>
                  </a:cubicBezTo>
                  <a:cubicBezTo>
                    <a:pt x="3874" y="9787"/>
                    <a:pt x="3947" y="9849"/>
                    <a:pt x="4026" y="9902"/>
                  </a:cubicBezTo>
                  <a:cubicBezTo>
                    <a:pt x="4225" y="10035"/>
                    <a:pt x="4466" y="10106"/>
                    <a:pt x="4712" y="10085"/>
                  </a:cubicBezTo>
                  <a:cubicBezTo>
                    <a:pt x="4718" y="10085"/>
                    <a:pt x="4724" y="10084"/>
                    <a:pt x="4730" y="10084"/>
                  </a:cubicBezTo>
                  <a:cubicBezTo>
                    <a:pt x="4797" y="10077"/>
                    <a:pt x="4862" y="10065"/>
                    <a:pt x="4925" y="10048"/>
                  </a:cubicBezTo>
                  <a:cubicBezTo>
                    <a:pt x="5175" y="9980"/>
                    <a:pt x="5385" y="9833"/>
                    <a:pt x="5532" y="9638"/>
                  </a:cubicBezTo>
                  <a:cubicBezTo>
                    <a:pt x="5684" y="9437"/>
                    <a:pt x="5767" y="9185"/>
                    <a:pt x="5757" y="8917"/>
                  </a:cubicBezTo>
                  <a:cubicBezTo>
                    <a:pt x="5754" y="8854"/>
                    <a:pt x="5746" y="8791"/>
                    <a:pt x="5733" y="8727"/>
                  </a:cubicBezTo>
                  <a:cubicBezTo>
                    <a:pt x="5687" y="8501"/>
                    <a:pt x="5563" y="8314"/>
                    <a:pt x="5405" y="8149"/>
                  </a:cubicBezTo>
                  <a:cubicBezTo>
                    <a:pt x="5352" y="8095"/>
                    <a:pt x="5300" y="8039"/>
                    <a:pt x="5246" y="7986"/>
                  </a:cubicBezTo>
                  <a:cubicBezTo>
                    <a:pt x="5202" y="7943"/>
                    <a:pt x="5211" y="7915"/>
                    <a:pt x="5268" y="7899"/>
                  </a:cubicBezTo>
                  <a:cubicBezTo>
                    <a:pt x="5297" y="7891"/>
                    <a:pt x="5328" y="7884"/>
                    <a:pt x="5359" y="7877"/>
                  </a:cubicBezTo>
                  <a:lnTo>
                    <a:pt x="5539" y="7835"/>
                  </a:lnTo>
                  <a:cubicBezTo>
                    <a:pt x="5635" y="7812"/>
                    <a:pt x="5730" y="7790"/>
                    <a:pt x="5826" y="7768"/>
                  </a:cubicBezTo>
                  <a:cubicBezTo>
                    <a:pt x="6326" y="7651"/>
                    <a:pt x="6826" y="7534"/>
                    <a:pt x="7326" y="7417"/>
                  </a:cubicBezTo>
                  <a:cubicBezTo>
                    <a:pt x="7466" y="7384"/>
                    <a:pt x="7467" y="7384"/>
                    <a:pt x="7435" y="7244"/>
                  </a:cubicBezTo>
                  <a:cubicBezTo>
                    <a:pt x="7328" y="6787"/>
                    <a:pt x="7219" y="6330"/>
                    <a:pt x="7116" y="5872"/>
                  </a:cubicBezTo>
                  <a:cubicBezTo>
                    <a:pt x="7095" y="5776"/>
                    <a:pt x="7063" y="5766"/>
                    <a:pt x="6976" y="5806"/>
                  </a:cubicBezTo>
                  <a:cubicBezTo>
                    <a:pt x="6136" y="6200"/>
                    <a:pt x="5136" y="5787"/>
                    <a:pt x="4832" y="4909"/>
                  </a:cubicBezTo>
                  <a:cubicBezTo>
                    <a:pt x="4536" y="4053"/>
                    <a:pt x="5007" y="3167"/>
                    <a:pt x="5830" y="2907"/>
                  </a:cubicBezTo>
                  <a:cubicBezTo>
                    <a:pt x="5987" y="2857"/>
                    <a:pt x="6146" y="2835"/>
                    <a:pt x="6308" y="2830"/>
                  </a:cubicBezTo>
                  <a:cubicBezTo>
                    <a:pt x="6382" y="2828"/>
                    <a:pt x="6398" y="2798"/>
                    <a:pt x="6382" y="2732"/>
                  </a:cubicBezTo>
                  <a:cubicBezTo>
                    <a:pt x="6298" y="2380"/>
                    <a:pt x="6221" y="2025"/>
                    <a:pt x="6132" y="1674"/>
                  </a:cubicBezTo>
                  <a:cubicBezTo>
                    <a:pt x="6078" y="1460"/>
                    <a:pt x="5880" y="1361"/>
                    <a:pt x="5630" y="1415"/>
                  </a:cubicBezTo>
                  <a:cubicBezTo>
                    <a:pt x="5373" y="1470"/>
                    <a:pt x="5118" y="1532"/>
                    <a:pt x="4863" y="1593"/>
                  </a:cubicBezTo>
                  <a:cubicBezTo>
                    <a:pt x="4600" y="1655"/>
                    <a:pt x="4339" y="1719"/>
                    <a:pt x="4077" y="1783"/>
                  </a:cubicBezTo>
                  <a:cubicBezTo>
                    <a:pt x="3989" y="1805"/>
                    <a:pt x="3971" y="1789"/>
                    <a:pt x="3987" y="1698"/>
                  </a:cubicBezTo>
                  <a:cubicBezTo>
                    <a:pt x="4018" y="1525"/>
                    <a:pt x="4049" y="1351"/>
                    <a:pt x="4063" y="1176"/>
                  </a:cubicBezTo>
                  <a:cubicBezTo>
                    <a:pt x="4101" y="691"/>
                    <a:pt x="3880" y="353"/>
                    <a:pt x="3468" y="127"/>
                  </a:cubicBezTo>
                  <a:cubicBezTo>
                    <a:pt x="3094" y="-79"/>
                    <a:pt x="2600" y="-34"/>
                    <a:pt x="2266" y="255"/>
                  </a:cubicBezTo>
                  <a:cubicBezTo>
                    <a:pt x="1919" y="556"/>
                    <a:pt x="1768" y="940"/>
                    <a:pt x="1886" y="1398"/>
                  </a:cubicBezTo>
                  <a:cubicBezTo>
                    <a:pt x="1943" y="1618"/>
                    <a:pt x="2089" y="1796"/>
                    <a:pt x="2218" y="1979"/>
                  </a:cubicBezTo>
                  <a:cubicBezTo>
                    <a:pt x="2248" y="2022"/>
                    <a:pt x="2279" y="2064"/>
                    <a:pt x="2310" y="2105"/>
                  </a:cubicBezTo>
                  <a:cubicBezTo>
                    <a:pt x="2352" y="2159"/>
                    <a:pt x="2342" y="2186"/>
                    <a:pt x="2272" y="2202"/>
                  </a:cubicBezTo>
                  <a:cubicBezTo>
                    <a:pt x="1905" y="2285"/>
                    <a:pt x="1538" y="2372"/>
                    <a:pt x="1171" y="2457"/>
                  </a:cubicBezTo>
                  <a:cubicBezTo>
                    <a:pt x="809" y="2542"/>
                    <a:pt x="446" y="2629"/>
                    <a:pt x="82" y="2710"/>
                  </a:cubicBezTo>
                  <a:cubicBezTo>
                    <a:pt x="5" y="2728"/>
                    <a:pt x="-11" y="2760"/>
                    <a:pt x="7" y="2832"/>
                  </a:cubicBezTo>
                  <a:cubicBezTo>
                    <a:pt x="116" y="3293"/>
                    <a:pt x="224" y="3754"/>
                    <a:pt x="329" y="4215"/>
                  </a:cubicBezTo>
                  <a:cubicBezTo>
                    <a:pt x="345" y="4286"/>
                    <a:pt x="365" y="4305"/>
                    <a:pt x="439" y="4269"/>
                  </a:cubicBezTo>
                  <a:cubicBezTo>
                    <a:pt x="1037" y="3979"/>
                    <a:pt x="1697" y="4101"/>
                    <a:pt x="2149" y="4486"/>
                  </a:cubicBezTo>
                  <a:cubicBezTo>
                    <a:pt x="2237" y="4561"/>
                    <a:pt x="2318" y="4647"/>
                    <a:pt x="2389" y="4742"/>
                  </a:cubicBezTo>
                  <a:cubicBezTo>
                    <a:pt x="2472" y="4853"/>
                    <a:pt x="2541" y="4978"/>
                    <a:pt x="2593" y="5112"/>
                  </a:cubicBezTo>
                  <a:cubicBezTo>
                    <a:pt x="2630" y="5207"/>
                    <a:pt x="2659" y="5307"/>
                    <a:pt x="2677" y="5412"/>
                  </a:cubicBezTo>
                  <a:cubicBezTo>
                    <a:pt x="2682" y="5441"/>
                    <a:pt x="2687" y="5470"/>
                    <a:pt x="2691" y="5501"/>
                  </a:cubicBezTo>
                  <a:cubicBezTo>
                    <a:pt x="2698" y="5562"/>
                    <a:pt x="2701" y="5622"/>
                    <a:pt x="2701" y="5682"/>
                  </a:cubicBezTo>
                  <a:cubicBezTo>
                    <a:pt x="2701" y="5766"/>
                    <a:pt x="2693" y="5850"/>
                    <a:pt x="2678" y="5932"/>
                  </a:cubicBezTo>
                  <a:cubicBezTo>
                    <a:pt x="2575" y="6522"/>
                    <a:pt x="2123" y="7036"/>
                    <a:pt x="1527" y="7180"/>
                  </a:cubicBezTo>
                  <a:cubicBezTo>
                    <a:pt x="1395" y="7212"/>
                    <a:pt x="1263" y="7236"/>
                    <a:pt x="1128" y="7234"/>
                  </a:cubicBezTo>
                  <a:cubicBezTo>
                    <a:pt x="1095" y="7233"/>
                    <a:pt x="1070" y="7236"/>
                    <a:pt x="1058" y="7252"/>
                  </a:cubicBezTo>
                  <a:cubicBezTo>
                    <a:pt x="1048" y="7265"/>
                    <a:pt x="1046" y="7284"/>
                    <a:pt x="1054" y="7316"/>
                  </a:cubicBezTo>
                  <a:cubicBezTo>
                    <a:pt x="1099" y="7506"/>
                    <a:pt x="1143" y="7696"/>
                    <a:pt x="1188" y="7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2"/>
            <p:cNvSpPr/>
            <p:nvPr/>
          </p:nvSpPr>
          <p:spPr>
            <a:xfrm>
              <a:off x="6354000" y="257040"/>
              <a:ext cx="1719720" cy="2027160"/>
            </a:xfrm>
            <a:custGeom>
              <a:avLst/>
              <a:gdLst/>
              <a:ahLst/>
              <a:cxnLst/>
              <a:rect l="l" t="t" r="r" b="b"/>
              <a:pathLst>
                <a:path w="4777" h="5631" extrusionOk="0">
                  <a:moveTo>
                    <a:pt x="329" y="4250"/>
                  </a:moveTo>
                  <a:cubicBezTo>
                    <a:pt x="352" y="4352"/>
                    <a:pt x="415" y="4328"/>
                    <a:pt x="480" y="4313"/>
                  </a:cubicBezTo>
                  <a:lnTo>
                    <a:pt x="1269" y="4128"/>
                  </a:lnTo>
                  <a:cubicBezTo>
                    <a:pt x="1662" y="4037"/>
                    <a:pt x="2053" y="3945"/>
                    <a:pt x="2447" y="3854"/>
                  </a:cubicBezTo>
                  <a:cubicBezTo>
                    <a:pt x="2498" y="3843"/>
                    <a:pt x="2562" y="3800"/>
                    <a:pt x="2602" y="3848"/>
                  </a:cubicBezTo>
                  <a:cubicBezTo>
                    <a:pt x="2636" y="3888"/>
                    <a:pt x="2590" y="3946"/>
                    <a:pt x="2575" y="3994"/>
                  </a:cubicBezTo>
                  <a:cubicBezTo>
                    <a:pt x="2508" y="4209"/>
                    <a:pt x="2454" y="4423"/>
                    <a:pt x="2480" y="4654"/>
                  </a:cubicBezTo>
                  <a:cubicBezTo>
                    <a:pt x="2487" y="4718"/>
                    <a:pt x="2500" y="4780"/>
                    <a:pt x="2519" y="4841"/>
                  </a:cubicBezTo>
                  <a:cubicBezTo>
                    <a:pt x="2546" y="4928"/>
                    <a:pt x="2584" y="5011"/>
                    <a:pt x="2632" y="5089"/>
                  </a:cubicBezTo>
                  <a:cubicBezTo>
                    <a:pt x="2669" y="5149"/>
                    <a:pt x="2713" y="5207"/>
                    <a:pt x="2762" y="5259"/>
                  </a:cubicBezTo>
                  <a:cubicBezTo>
                    <a:pt x="2825" y="5329"/>
                    <a:pt x="2898" y="5391"/>
                    <a:pt x="2977" y="5444"/>
                  </a:cubicBezTo>
                  <a:cubicBezTo>
                    <a:pt x="3176" y="5577"/>
                    <a:pt x="3417" y="5648"/>
                    <a:pt x="3663" y="5627"/>
                  </a:cubicBezTo>
                  <a:cubicBezTo>
                    <a:pt x="3669" y="5627"/>
                    <a:pt x="3675" y="5626"/>
                    <a:pt x="3681" y="5626"/>
                  </a:cubicBezTo>
                  <a:cubicBezTo>
                    <a:pt x="3748" y="5619"/>
                    <a:pt x="3813" y="5607"/>
                    <a:pt x="3876" y="5590"/>
                  </a:cubicBezTo>
                  <a:cubicBezTo>
                    <a:pt x="4126" y="5522"/>
                    <a:pt x="4336" y="5375"/>
                    <a:pt x="4483" y="5180"/>
                  </a:cubicBezTo>
                  <a:cubicBezTo>
                    <a:pt x="4635" y="4979"/>
                    <a:pt x="4718" y="4727"/>
                    <a:pt x="4708" y="4459"/>
                  </a:cubicBezTo>
                  <a:cubicBezTo>
                    <a:pt x="4705" y="4396"/>
                    <a:pt x="4697" y="4333"/>
                    <a:pt x="4684" y="4269"/>
                  </a:cubicBezTo>
                  <a:cubicBezTo>
                    <a:pt x="4638" y="4043"/>
                    <a:pt x="4514" y="3856"/>
                    <a:pt x="4356" y="3691"/>
                  </a:cubicBezTo>
                  <a:cubicBezTo>
                    <a:pt x="4303" y="3637"/>
                    <a:pt x="4251" y="3581"/>
                    <a:pt x="4197" y="3528"/>
                  </a:cubicBezTo>
                  <a:cubicBezTo>
                    <a:pt x="4153" y="3485"/>
                    <a:pt x="4162" y="3457"/>
                    <a:pt x="4219" y="3441"/>
                  </a:cubicBezTo>
                  <a:cubicBezTo>
                    <a:pt x="4248" y="3433"/>
                    <a:pt x="4279" y="3426"/>
                    <a:pt x="4309" y="3419"/>
                  </a:cubicBezTo>
                  <a:lnTo>
                    <a:pt x="4490" y="3377"/>
                  </a:lnTo>
                  <a:cubicBezTo>
                    <a:pt x="4586" y="3354"/>
                    <a:pt x="4681" y="3332"/>
                    <a:pt x="4777" y="3310"/>
                  </a:cubicBezTo>
                  <a:lnTo>
                    <a:pt x="4766" y="3282"/>
                  </a:lnTo>
                  <a:lnTo>
                    <a:pt x="4755" y="3258"/>
                  </a:lnTo>
                  <a:lnTo>
                    <a:pt x="4742" y="3236"/>
                  </a:lnTo>
                  <a:cubicBezTo>
                    <a:pt x="4738" y="3230"/>
                    <a:pt x="4734" y="3224"/>
                    <a:pt x="4731" y="3219"/>
                  </a:cubicBezTo>
                  <a:lnTo>
                    <a:pt x="4734" y="3093"/>
                  </a:lnTo>
                  <a:cubicBezTo>
                    <a:pt x="4741" y="2742"/>
                    <a:pt x="4561" y="2467"/>
                    <a:pt x="4332" y="2294"/>
                  </a:cubicBezTo>
                  <a:lnTo>
                    <a:pt x="4322" y="2191"/>
                  </a:lnTo>
                  <a:cubicBezTo>
                    <a:pt x="4321" y="2181"/>
                    <a:pt x="4320" y="2172"/>
                    <a:pt x="4319" y="2162"/>
                  </a:cubicBezTo>
                  <a:cubicBezTo>
                    <a:pt x="4319" y="2157"/>
                    <a:pt x="4318" y="2152"/>
                    <a:pt x="4317" y="2147"/>
                  </a:cubicBezTo>
                  <a:cubicBezTo>
                    <a:pt x="4289" y="1737"/>
                    <a:pt x="4094" y="1430"/>
                    <a:pt x="3749" y="1253"/>
                  </a:cubicBezTo>
                  <a:cubicBezTo>
                    <a:pt x="3705" y="984"/>
                    <a:pt x="3519" y="753"/>
                    <a:pt x="3266" y="658"/>
                  </a:cubicBezTo>
                  <a:cubicBezTo>
                    <a:pt x="3191" y="629"/>
                    <a:pt x="3114" y="611"/>
                    <a:pt x="3038" y="604"/>
                  </a:cubicBezTo>
                  <a:cubicBezTo>
                    <a:pt x="2965" y="469"/>
                    <a:pt x="2875" y="358"/>
                    <a:pt x="2767" y="267"/>
                  </a:cubicBezTo>
                  <a:cubicBezTo>
                    <a:pt x="2543" y="79"/>
                    <a:pt x="2277" y="9"/>
                    <a:pt x="2018" y="69"/>
                  </a:cubicBezTo>
                  <a:cubicBezTo>
                    <a:pt x="1977" y="79"/>
                    <a:pt x="1935" y="92"/>
                    <a:pt x="1895" y="108"/>
                  </a:cubicBezTo>
                  <a:cubicBezTo>
                    <a:pt x="1864" y="121"/>
                    <a:pt x="1833" y="135"/>
                    <a:pt x="1804" y="150"/>
                  </a:cubicBezTo>
                  <a:cubicBezTo>
                    <a:pt x="1605" y="-1"/>
                    <a:pt x="1327" y="-26"/>
                    <a:pt x="1118" y="23"/>
                  </a:cubicBezTo>
                  <a:lnTo>
                    <a:pt x="1100" y="27"/>
                  </a:lnTo>
                  <a:cubicBezTo>
                    <a:pt x="1188" y="103"/>
                    <a:pt x="1269" y="189"/>
                    <a:pt x="1340" y="284"/>
                  </a:cubicBezTo>
                  <a:cubicBezTo>
                    <a:pt x="1423" y="395"/>
                    <a:pt x="1492" y="520"/>
                    <a:pt x="1544" y="654"/>
                  </a:cubicBezTo>
                  <a:cubicBezTo>
                    <a:pt x="1581" y="749"/>
                    <a:pt x="1610" y="849"/>
                    <a:pt x="1628" y="954"/>
                  </a:cubicBezTo>
                  <a:cubicBezTo>
                    <a:pt x="1633" y="983"/>
                    <a:pt x="1638" y="1012"/>
                    <a:pt x="1642" y="1043"/>
                  </a:cubicBezTo>
                  <a:cubicBezTo>
                    <a:pt x="1649" y="1104"/>
                    <a:pt x="1652" y="1164"/>
                    <a:pt x="1652" y="1224"/>
                  </a:cubicBezTo>
                  <a:cubicBezTo>
                    <a:pt x="1652" y="1308"/>
                    <a:pt x="1644" y="1392"/>
                    <a:pt x="1629" y="1474"/>
                  </a:cubicBezTo>
                  <a:cubicBezTo>
                    <a:pt x="1526" y="2064"/>
                    <a:pt x="1074" y="2578"/>
                    <a:pt x="478" y="2722"/>
                  </a:cubicBezTo>
                  <a:cubicBezTo>
                    <a:pt x="346" y="2754"/>
                    <a:pt x="214" y="2778"/>
                    <a:pt x="79" y="2776"/>
                  </a:cubicBezTo>
                  <a:cubicBezTo>
                    <a:pt x="46" y="2775"/>
                    <a:pt x="21" y="2778"/>
                    <a:pt x="9" y="2794"/>
                  </a:cubicBezTo>
                  <a:cubicBezTo>
                    <a:pt x="-1" y="2807"/>
                    <a:pt x="-3" y="2826"/>
                    <a:pt x="5" y="2858"/>
                  </a:cubicBezTo>
                  <a:cubicBezTo>
                    <a:pt x="50" y="3048"/>
                    <a:pt x="94" y="3238"/>
                    <a:pt x="139" y="3428"/>
                  </a:cubicBezTo>
                  <a:cubicBezTo>
                    <a:pt x="203" y="3702"/>
                    <a:pt x="267" y="3976"/>
                    <a:pt x="329" y="42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2"/>
            <p:cNvSpPr/>
            <p:nvPr/>
          </p:nvSpPr>
          <p:spPr>
            <a:xfrm>
              <a:off x="6836400" y="359280"/>
              <a:ext cx="110880" cy="133200"/>
            </a:xfrm>
            <a:custGeom>
              <a:avLst/>
              <a:gdLst/>
              <a:ahLst/>
              <a:cxnLst/>
              <a:rect l="l" t="t" r="r" b="b"/>
              <a:pathLst>
                <a:path w="308" h="370" extrusionOk="0">
                  <a:moveTo>
                    <a:pt x="0" y="0"/>
                  </a:moveTo>
                  <a:cubicBezTo>
                    <a:pt x="83" y="111"/>
                    <a:pt x="152" y="235"/>
                    <a:pt x="205" y="370"/>
                  </a:cubicBezTo>
                  <a:cubicBezTo>
                    <a:pt x="216" y="286"/>
                    <a:pt x="249" y="203"/>
                    <a:pt x="303" y="122"/>
                  </a:cubicBezTo>
                  <a:cubicBezTo>
                    <a:pt x="306" y="118"/>
                    <a:pt x="307" y="115"/>
                    <a:pt x="308" y="113"/>
                  </a:cubicBezTo>
                  <a:cubicBezTo>
                    <a:pt x="306" y="111"/>
                    <a:pt x="304" y="108"/>
                    <a:pt x="299" y="102"/>
                  </a:cubicBezTo>
                  <a:cubicBezTo>
                    <a:pt x="231" y="29"/>
                    <a:pt x="111" y="-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2"/>
            <p:cNvSpPr/>
            <p:nvPr/>
          </p:nvSpPr>
          <p:spPr>
            <a:xfrm>
              <a:off x="6357240" y="376920"/>
              <a:ext cx="1691640" cy="1800720"/>
            </a:xfrm>
            <a:custGeom>
              <a:avLst/>
              <a:gdLst/>
              <a:ahLst/>
              <a:cxnLst/>
              <a:rect l="l" t="t" r="r" b="b"/>
              <a:pathLst>
                <a:path w="4699" h="5002" extrusionOk="0">
                  <a:moveTo>
                    <a:pt x="320" y="3917"/>
                  </a:moveTo>
                  <a:cubicBezTo>
                    <a:pt x="343" y="4019"/>
                    <a:pt x="406" y="3995"/>
                    <a:pt x="471" y="3980"/>
                  </a:cubicBezTo>
                  <a:lnTo>
                    <a:pt x="1035" y="3848"/>
                  </a:lnTo>
                  <a:cubicBezTo>
                    <a:pt x="1025" y="3801"/>
                    <a:pt x="1018" y="3758"/>
                    <a:pt x="1014" y="3716"/>
                  </a:cubicBezTo>
                  <a:cubicBezTo>
                    <a:pt x="997" y="3541"/>
                    <a:pt x="994" y="3315"/>
                    <a:pt x="1132" y="3113"/>
                  </a:cubicBezTo>
                  <a:cubicBezTo>
                    <a:pt x="1133" y="3110"/>
                    <a:pt x="1135" y="3108"/>
                    <a:pt x="1136" y="3106"/>
                  </a:cubicBezTo>
                  <a:cubicBezTo>
                    <a:pt x="1146" y="3089"/>
                    <a:pt x="1166" y="3057"/>
                    <a:pt x="1210" y="3044"/>
                  </a:cubicBezTo>
                  <a:lnTo>
                    <a:pt x="1213" y="3043"/>
                  </a:lnTo>
                  <a:cubicBezTo>
                    <a:pt x="1235" y="3038"/>
                    <a:pt x="1257" y="3045"/>
                    <a:pt x="1272" y="3062"/>
                  </a:cubicBezTo>
                  <a:cubicBezTo>
                    <a:pt x="1287" y="3079"/>
                    <a:pt x="1291" y="3104"/>
                    <a:pt x="1282" y="3126"/>
                  </a:cubicBezTo>
                  <a:cubicBezTo>
                    <a:pt x="1203" y="3302"/>
                    <a:pt x="1196" y="3540"/>
                    <a:pt x="1260" y="3795"/>
                  </a:cubicBezTo>
                  <a:cubicBezTo>
                    <a:pt x="1653" y="3704"/>
                    <a:pt x="2044" y="3612"/>
                    <a:pt x="2438" y="3521"/>
                  </a:cubicBezTo>
                  <a:cubicBezTo>
                    <a:pt x="2489" y="3510"/>
                    <a:pt x="2553" y="3467"/>
                    <a:pt x="2593" y="3515"/>
                  </a:cubicBezTo>
                  <a:cubicBezTo>
                    <a:pt x="2627" y="3555"/>
                    <a:pt x="2581" y="3613"/>
                    <a:pt x="2566" y="3661"/>
                  </a:cubicBezTo>
                  <a:cubicBezTo>
                    <a:pt x="2499" y="3876"/>
                    <a:pt x="2445" y="4090"/>
                    <a:pt x="2471" y="4321"/>
                  </a:cubicBezTo>
                  <a:cubicBezTo>
                    <a:pt x="2478" y="4385"/>
                    <a:pt x="2491" y="4447"/>
                    <a:pt x="2510" y="4508"/>
                  </a:cubicBezTo>
                  <a:cubicBezTo>
                    <a:pt x="2534" y="4443"/>
                    <a:pt x="2544" y="4369"/>
                    <a:pt x="2539" y="4288"/>
                  </a:cubicBezTo>
                  <a:cubicBezTo>
                    <a:pt x="2520" y="4003"/>
                    <a:pt x="2568" y="3795"/>
                    <a:pt x="2694" y="3615"/>
                  </a:cubicBezTo>
                  <a:cubicBezTo>
                    <a:pt x="2749" y="3536"/>
                    <a:pt x="2826" y="3472"/>
                    <a:pt x="2889" y="3451"/>
                  </a:cubicBezTo>
                  <a:cubicBezTo>
                    <a:pt x="2891" y="3450"/>
                    <a:pt x="2893" y="3449"/>
                    <a:pt x="2895" y="3449"/>
                  </a:cubicBezTo>
                  <a:cubicBezTo>
                    <a:pt x="2920" y="3443"/>
                    <a:pt x="2947" y="3454"/>
                    <a:pt x="2960" y="3477"/>
                  </a:cubicBezTo>
                  <a:cubicBezTo>
                    <a:pt x="2974" y="3502"/>
                    <a:pt x="2969" y="3533"/>
                    <a:pt x="2948" y="3552"/>
                  </a:cubicBezTo>
                  <a:cubicBezTo>
                    <a:pt x="2798" y="3685"/>
                    <a:pt x="2724" y="3857"/>
                    <a:pt x="2723" y="4077"/>
                  </a:cubicBezTo>
                  <a:cubicBezTo>
                    <a:pt x="2723" y="4235"/>
                    <a:pt x="2741" y="4362"/>
                    <a:pt x="2780" y="4475"/>
                  </a:cubicBezTo>
                  <a:cubicBezTo>
                    <a:pt x="2882" y="4775"/>
                    <a:pt x="3064" y="4944"/>
                    <a:pt x="3337" y="4994"/>
                  </a:cubicBezTo>
                  <a:cubicBezTo>
                    <a:pt x="3404" y="5007"/>
                    <a:pt x="3482" y="5004"/>
                    <a:pt x="3560" y="4986"/>
                  </a:cubicBezTo>
                  <a:cubicBezTo>
                    <a:pt x="3795" y="4931"/>
                    <a:pt x="4035" y="4738"/>
                    <a:pt x="4004" y="4549"/>
                  </a:cubicBezTo>
                  <a:cubicBezTo>
                    <a:pt x="4003" y="4542"/>
                    <a:pt x="4000" y="4533"/>
                    <a:pt x="3997" y="4523"/>
                  </a:cubicBezTo>
                  <a:cubicBezTo>
                    <a:pt x="3993" y="4513"/>
                    <a:pt x="3989" y="4502"/>
                    <a:pt x="3986" y="4491"/>
                  </a:cubicBezTo>
                  <a:cubicBezTo>
                    <a:pt x="3907" y="4176"/>
                    <a:pt x="3927" y="3904"/>
                    <a:pt x="4049" y="3659"/>
                  </a:cubicBezTo>
                  <a:cubicBezTo>
                    <a:pt x="4068" y="3620"/>
                    <a:pt x="4092" y="3576"/>
                    <a:pt x="4132" y="3540"/>
                  </a:cubicBezTo>
                  <a:cubicBezTo>
                    <a:pt x="4139" y="3534"/>
                    <a:pt x="4148" y="3529"/>
                    <a:pt x="4158" y="3527"/>
                  </a:cubicBezTo>
                  <a:cubicBezTo>
                    <a:pt x="4171" y="3524"/>
                    <a:pt x="4186" y="3525"/>
                    <a:pt x="4199" y="3532"/>
                  </a:cubicBezTo>
                  <a:cubicBezTo>
                    <a:pt x="4220" y="3543"/>
                    <a:pt x="4233" y="3566"/>
                    <a:pt x="4231" y="3590"/>
                  </a:cubicBezTo>
                  <a:cubicBezTo>
                    <a:pt x="4173" y="4248"/>
                    <a:pt x="4267" y="4435"/>
                    <a:pt x="4328" y="4488"/>
                  </a:cubicBezTo>
                  <a:cubicBezTo>
                    <a:pt x="4354" y="4511"/>
                    <a:pt x="4384" y="4518"/>
                    <a:pt x="4422" y="4509"/>
                  </a:cubicBezTo>
                  <a:cubicBezTo>
                    <a:pt x="4493" y="4492"/>
                    <a:pt x="4564" y="4425"/>
                    <a:pt x="4576" y="4407"/>
                  </a:cubicBezTo>
                  <a:cubicBezTo>
                    <a:pt x="4633" y="4309"/>
                    <a:pt x="4673" y="4215"/>
                    <a:pt x="4699" y="4126"/>
                  </a:cubicBezTo>
                  <a:cubicBezTo>
                    <a:pt x="4696" y="4063"/>
                    <a:pt x="4688" y="4000"/>
                    <a:pt x="4675" y="3936"/>
                  </a:cubicBezTo>
                  <a:cubicBezTo>
                    <a:pt x="4629" y="3710"/>
                    <a:pt x="4505" y="3523"/>
                    <a:pt x="4347" y="3358"/>
                  </a:cubicBezTo>
                  <a:cubicBezTo>
                    <a:pt x="4294" y="3304"/>
                    <a:pt x="4242" y="3248"/>
                    <a:pt x="4188" y="3195"/>
                  </a:cubicBezTo>
                  <a:cubicBezTo>
                    <a:pt x="4144" y="3152"/>
                    <a:pt x="4153" y="3124"/>
                    <a:pt x="4210" y="3108"/>
                  </a:cubicBezTo>
                  <a:cubicBezTo>
                    <a:pt x="4239" y="3100"/>
                    <a:pt x="4270" y="3093"/>
                    <a:pt x="4300" y="3086"/>
                  </a:cubicBezTo>
                  <a:lnTo>
                    <a:pt x="4481" y="3044"/>
                  </a:lnTo>
                  <a:cubicBezTo>
                    <a:pt x="4359" y="2896"/>
                    <a:pt x="4192" y="2834"/>
                    <a:pt x="4021" y="2874"/>
                  </a:cubicBezTo>
                  <a:cubicBezTo>
                    <a:pt x="3882" y="2906"/>
                    <a:pt x="3762" y="3005"/>
                    <a:pt x="3699" y="3136"/>
                  </a:cubicBezTo>
                  <a:cubicBezTo>
                    <a:pt x="3613" y="3318"/>
                    <a:pt x="3570" y="3527"/>
                    <a:pt x="3566" y="3794"/>
                  </a:cubicBezTo>
                  <a:cubicBezTo>
                    <a:pt x="3565" y="3876"/>
                    <a:pt x="3567" y="3957"/>
                    <a:pt x="3568" y="4044"/>
                  </a:cubicBezTo>
                  <a:cubicBezTo>
                    <a:pt x="3569" y="4085"/>
                    <a:pt x="3570" y="4128"/>
                    <a:pt x="3571" y="4172"/>
                  </a:cubicBezTo>
                  <a:cubicBezTo>
                    <a:pt x="3571" y="4200"/>
                    <a:pt x="3552" y="4225"/>
                    <a:pt x="3525" y="4231"/>
                  </a:cubicBezTo>
                  <a:cubicBezTo>
                    <a:pt x="3523" y="4231"/>
                    <a:pt x="3521" y="4232"/>
                    <a:pt x="3519" y="4232"/>
                  </a:cubicBezTo>
                  <a:cubicBezTo>
                    <a:pt x="3488" y="4236"/>
                    <a:pt x="3460" y="4216"/>
                    <a:pt x="3453" y="4186"/>
                  </a:cubicBezTo>
                  <a:cubicBezTo>
                    <a:pt x="3403" y="3972"/>
                    <a:pt x="3387" y="3594"/>
                    <a:pt x="3419" y="3378"/>
                  </a:cubicBezTo>
                  <a:cubicBezTo>
                    <a:pt x="3446" y="3194"/>
                    <a:pt x="3509" y="3038"/>
                    <a:pt x="3611" y="2901"/>
                  </a:cubicBezTo>
                  <a:cubicBezTo>
                    <a:pt x="3702" y="2780"/>
                    <a:pt x="3835" y="2693"/>
                    <a:pt x="3986" y="2658"/>
                  </a:cubicBezTo>
                  <a:cubicBezTo>
                    <a:pt x="4085" y="2635"/>
                    <a:pt x="4189" y="2635"/>
                    <a:pt x="4287" y="2659"/>
                  </a:cubicBezTo>
                  <a:cubicBezTo>
                    <a:pt x="4342" y="2673"/>
                    <a:pt x="4392" y="2694"/>
                    <a:pt x="4440" y="2716"/>
                  </a:cubicBezTo>
                  <a:cubicBezTo>
                    <a:pt x="4447" y="2401"/>
                    <a:pt x="4207" y="2183"/>
                    <a:pt x="3977" y="2112"/>
                  </a:cubicBezTo>
                  <a:cubicBezTo>
                    <a:pt x="3938" y="2100"/>
                    <a:pt x="3901" y="2098"/>
                    <a:pt x="3868" y="2105"/>
                  </a:cubicBezTo>
                  <a:cubicBezTo>
                    <a:pt x="3836" y="2113"/>
                    <a:pt x="3805" y="2130"/>
                    <a:pt x="3776" y="2157"/>
                  </a:cubicBezTo>
                  <a:cubicBezTo>
                    <a:pt x="3722" y="2208"/>
                    <a:pt x="3681" y="2258"/>
                    <a:pt x="3653" y="2310"/>
                  </a:cubicBezTo>
                  <a:cubicBezTo>
                    <a:pt x="3608" y="2392"/>
                    <a:pt x="3567" y="2477"/>
                    <a:pt x="3528" y="2557"/>
                  </a:cubicBezTo>
                  <a:cubicBezTo>
                    <a:pt x="3441" y="2735"/>
                    <a:pt x="3339" y="2830"/>
                    <a:pt x="3195" y="2864"/>
                  </a:cubicBezTo>
                  <a:cubicBezTo>
                    <a:pt x="3129" y="2879"/>
                    <a:pt x="3054" y="2882"/>
                    <a:pt x="2963" y="2872"/>
                  </a:cubicBezTo>
                  <a:cubicBezTo>
                    <a:pt x="2908" y="2866"/>
                    <a:pt x="2855" y="2854"/>
                    <a:pt x="2803" y="2841"/>
                  </a:cubicBezTo>
                  <a:cubicBezTo>
                    <a:pt x="2785" y="2837"/>
                    <a:pt x="2768" y="2833"/>
                    <a:pt x="2750" y="2829"/>
                  </a:cubicBezTo>
                  <a:cubicBezTo>
                    <a:pt x="2693" y="2817"/>
                    <a:pt x="2642" y="2816"/>
                    <a:pt x="2593" y="2827"/>
                  </a:cubicBezTo>
                  <a:cubicBezTo>
                    <a:pt x="2540" y="2840"/>
                    <a:pt x="2490" y="2866"/>
                    <a:pt x="2442" y="2909"/>
                  </a:cubicBezTo>
                  <a:cubicBezTo>
                    <a:pt x="2390" y="2956"/>
                    <a:pt x="2344" y="3015"/>
                    <a:pt x="2300" y="3093"/>
                  </a:cubicBezTo>
                  <a:cubicBezTo>
                    <a:pt x="2275" y="3138"/>
                    <a:pt x="2254" y="3184"/>
                    <a:pt x="2233" y="3233"/>
                  </a:cubicBezTo>
                  <a:cubicBezTo>
                    <a:pt x="2219" y="3262"/>
                    <a:pt x="2206" y="3292"/>
                    <a:pt x="2192" y="3320"/>
                  </a:cubicBezTo>
                  <a:cubicBezTo>
                    <a:pt x="2184" y="3337"/>
                    <a:pt x="2169" y="3348"/>
                    <a:pt x="2152" y="3352"/>
                  </a:cubicBezTo>
                  <a:cubicBezTo>
                    <a:pt x="2141" y="3355"/>
                    <a:pt x="2130" y="3355"/>
                    <a:pt x="2120" y="3351"/>
                  </a:cubicBezTo>
                  <a:cubicBezTo>
                    <a:pt x="2092" y="3342"/>
                    <a:pt x="2074" y="3313"/>
                    <a:pt x="2079" y="3284"/>
                  </a:cubicBezTo>
                  <a:cubicBezTo>
                    <a:pt x="2099" y="3171"/>
                    <a:pt x="2141" y="3059"/>
                    <a:pt x="2208" y="2940"/>
                  </a:cubicBezTo>
                  <a:cubicBezTo>
                    <a:pt x="2304" y="2769"/>
                    <a:pt x="2425" y="2668"/>
                    <a:pt x="2579" y="2632"/>
                  </a:cubicBezTo>
                  <a:cubicBezTo>
                    <a:pt x="2608" y="2625"/>
                    <a:pt x="2639" y="2621"/>
                    <a:pt x="2671" y="2619"/>
                  </a:cubicBezTo>
                  <a:cubicBezTo>
                    <a:pt x="2715" y="2431"/>
                    <a:pt x="2750" y="2210"/>
                    <a:pt x="2693" y="1983"/>
                  </a:cubicBezTo>
                  <a:cubicBezTo>
                    <a:pt x="2659" y="1845"/>
                    <a:pt x="2588" y="1758"/>
                    <a:pt x="2475" y="1717"/>
                  </a:cubicBezTo>
                  <a:cubicBezTo>
                    <a:pt x="2416" y="1696"/>
                    <a:pt x="2361" y="1692"/>
                    <a:pt x="2305" y="1705"/>
                  </a:cubicBezTo>
                  <a:cubicBezTo>
                    <a:pt x="2241" y="1720"/>
                    <a:pt x="2177" y="1756"/>
                    <a:pt x="2104" y="1821"/>
                  </a:cubicBezTo>
                  <a:cubicBezTo>
                    <a:pt x="2033" y="1883"/>
                    <a:pt x="1974" y="1960"/>
                    <a:pt x="1924" y="2027"/>
                  </a:cubicBezTo>
                  <a:cubicBezTo>
                    <a:pt x="1916" y="2039"/>
                    <a:pt x="1903" y="2047"/>
                    <a:pt x="1890" y="2050"/>
                  </a:cubicBezTo>
                  <a:cubicBezTo>
                    <a:pt x="1876" y="2053"/>
                    <a:pt x="1861" y="2051"/>
                    <a:pt x="1848" y="2044"/>
                  </a:cubicBezTo>
                  <a:cubicBezTo>
                    <a:pt x="1822" y="2030"/>
                    <a:pt x="1810" y="1998"/>
                    <a:pt x="1820" y="1971"/>
                  </a:cubicBezTo>
                  <a:cubicBezTo>
                    <a:pt x="1867" y="1847"/>
                    <a:pt x="1941" y="1737"/>
                    <a:pt x="2042" y="1646"/>
                  </a:cubicBezTo>
                  <a:cubicBezTo>
                    <a:pt x="2070" y="1620"/>
                    <a:pt x="2173" y="1555"/>
                    <a:pt x="2299" y="1526"/>
                  </a:cubicBezTo>
                  <a:cubicBezTo>
                    <a:pt x="2406" y="1501"/>
                    <a:pt x="2509" y="1506"/>
                    <a:pt x="2603" y="1540"/>
                  </a:cubicBezTo>
                  <a:cubicBezTo>
                    <a:pt x="2779" y="1605"/>
                    <a:pt x="2893" y="1752"/>
                    <a:pt x="2932" y="1962"/>
                  </a:cubicBezTo>
                  <a:cubicBezTo>
                    <a:pt x="2971" y="2168"/>
                    <a:pt x="2965" y="2380"/>
                    <a:pt x="2915" y="2611"/>
                  </a:cubicBezTo>
                  <a:cubicBezTo>
                    <a:pt x="2915" y="2615"/>
                    <a:pt x="2914" y="2618"/>
                    <a:pt x="2913" y="2622"/>
                  </a:cubicBezTo>
                  <a:cubicBezTo>
                    <a:pt x="2915" y="2622"/>
                    <a:pt x="2917" y="2622"/>
                    <a:pt x="2919" y="2623"/>
                  </a:cubicBezTo>
                  <a:cubicBezTo>
                    <a:pt x="2961" y="2630"/>
                    <a:pt x="3004" y="2637"/>
                    <a:pt x="3045" y="2641"/>
                  </a:cubicBezTo>
                  <a:cubicBezTo>
                    <a:pt x="3084" y="2645"/>
                    <a:pt x="3119" y="2643"/>
                    <a:pt x="3151" y="2636"/>
                  </a:cubicBezTo>
                  <a:cubicBezTo>
                    <a:pt x="3225" y="2618"/>
                    <a:pt x="3281" y="2570"/>
                    <a:pt x="3320" y="2488"/>
                  </a:cubicBezTo>
                  <a:cubicBezTo>
                    <a:pt x="3341" y="2446"/>
                    <a:pt x="3360" y="2402"/>
                    <a:pt x="3379" y="2359"/>
                  </a:cubicBezTo>
                  <a:lnTo>
                    <a:pt x="3389" y="2335"/>
                  </a:lnTo>
                  <a:cubicBezTo>
                    <a:pt x="3431" y="2237"/>
                    <a:pt x="3493" y="2111"/>
                    <a:pt x="3592" y="2005"/>
                  </a:cubicBezTo>
                  <a:cubicBezTo>
                    <a:pt x="3673" y="1920"/>
                    <a:pt x="3758" y="1867"/>
                    <a:pt x="3854" y="1845"/>
                  </a:cubicBezTo>
                  <a:cubicBezTo>
                    <a:pt x="3907" y="1832"/>
                    <a:pt x="3963" y="1829"/>
                    <a:pt x="4020" y="1836"/>
                  </a:cubicBezTo>
                  <a:cubicBezTo>
                    <a:pt x="4019" y="1830"/>
                    <a:pt x="4019" y="1823"/>
                    <a:pt x="4018" y="1816"/>
                  </a:cubicBezTo>
                  <a:cubicBezTo>
                    <a:pt x="4017" y="1805"/>
                    <a:pt x="4016" y="1794"/>
                    <a:pt x="4015" y="1783"/>
                  </a:cubicBezTo>
                  <a:cubicBezTo>
                    <a:pt x="3994" y="1477"/>
                    <a:pt x="3852" y="1273"/>
                    <a:pt x="3581" y="1159"/>
                  </a:cubicBezTo>
                  <a:cubicBezTo>
                    <a:pt x="3525" y="1136"/>
                    <a:pt x="3471" y="1130"/>
                    <a:pt x="3416" y="1142"/>
                  </a:cubicBezTo>
                  <a:lnTo>
                    <a:pt x="3402" y="1145"/>
                  </a:lnTo>
                  <a:cubicBezTo>
                    <a:pt x="3329" y="1162"/>
                    <a:pt x="3255" y="1191"/>
                    <a:pt x="3167" y="1236"/>
                  </a:cubicBezTo>
                  <a:cubicBezTo>
                    <a:pt x="3162" y="1238"/>
                    <a:pt x="3157" y="1240"/>
                    <a:pt x="3153" y="1241"/>
                  </a:cubicBezTo>
                  <a:cubicBezTo>
                    <a:pt x="3133" y="1246"/>
                    <a:pt x="3112" y="1240"/>
                    <a:pt x="3097" y="1225"/>
                  </a:cubicBezTo>
                  <a:cubicBezTo>
                    <a:pt x="3079" y="1208"/>
                    <a:pt x="3074" y="1180"/>
                    <a:pt x="3086" y="1156"/>
                  </a:cubicBezTo>
                  <a:cubicBezTo>
                    <a:pt x="3154" y="1021"/>
                    <a:pt x="3260" y="966"/>
                    <a:pt x="3440" y="920"/>
                  </a:cubicBezTo>
                  <a:cubicBezTo>
                    <a:pt x="3423" y="777"/>
                    <a:pt x="3326" y="649"/>
                    <a:pt x="3192" y="598"/>
                  </a:cubicBezTo>
                  <a:cubicBezTo>
                    <a:pt x="3115" y="569"/>
                    <a:pt x="3038" y="559"/>
                    <a:pt x="2964" y="568"/>
                  </a:cubicBezTo>
                  <a:cubicBezTo>
                    <a:pt x="2884" y="578"/>
                    <a:pt x="2834" y="548"/>
                    <a:pt x="2803" y="473"/>
                  </a:cubicBezTo>
                  <a:cubicBezTo>
                    <a:pt x="2742" y="326"/>
                    <a:pt x="2665" y="214"/>
                    <a:pt x="2567" y="132"/>
                  </a:cubicBezTo>
                  <a:cubicBezTo>
                    <a:pt x="2433" y="19"/>
                    <a:pt x="2286" y="-22"/>
                    <a:pt x="2142" y="11"/>
                  </a:cubicBezTo>
                  <a:cubicBezTo>
                    <a:pt x="2119" y="16"/>
                    <a:pt x="2096" y="24"/>
                    <a:pt x="2073" y="33"/>
                  </a:cubicBezTo>
                  <a:cubicBezTo>
                    <a:pt x="1965" y="77"/>
                    <a:pt x="1878" y="141"/>
                    <a:pt x="1815" y="225"/>
                  </a:cubicBezTo>
                  <a:cubicBezTo>
                    <a:pt x="1752" y="308"/>
                    <a:pt x="1713" y="411"/>
                    <a:pt x="1699" y="530"/>
                  </a:cubicBezTo>
                  <a:lnTo>
                    <a:pt x="1699" y="530"/>
                  </a:lnTo>
                  <a:cubicBezTo>
                    <a:pt x="1705" y="585"/>
                    <a:pt x="1672" y="608"/>
                    <a:pt x="1653" y="616"/>
                  </a:cubicBezTo>
                  <a:cubicBezTo>
                    <a:pt x="1649" y="618"/>
                    <a:pt x="1645" y="619"/>
                    <a:pt x="1641" y="620"/>
                  </a:cubicBezTo>
                  <a:cubicBezTo>
                    <a:pt x="1634" y="622"/>
                    <a:pt x="1627" y="622"/>
                    <a:pt x="1619" y="621"/>
                  </a:cubicBezTo>
                  <a:cubicBezTo>
                    <a:pt x="1624" y="650"/>
                    <a:pt x="1629" y="679"/>
                    <a:pt x="1633" y="710"/>
                  </a:cubicBezTo>
                  <a:cubicBezTo>
                    <a:pt x="1640" y="771"/>
                    <a:pt x="1643" y="831"/>
                    <a:pt x="1643" y="891"/>
                  </a:cubicBezTo>
                  <a:cubicBezTo>
                    <a:pt x="1683" y="908"/>
                    <a:pt x="1720" y="929"/>
                    <a:pt x="1756" y="955"/>
                  </a:cubicBezTo>
                  <a:cubicBezTo>
                    <a:pt x="1883" y="1043"/>
                    <a:pt x="1948" y="1239"/>
                    <a:pt x="1940" y="1281"/>
                  </a:cubicBezTo>
                  <a:cubicBezTo>
                    <a:pt x="1935" y="1304"/>
                    <a:pt x="1917" y="1323"/>
                    <a:pt x="1895" y="1329"/>
                  </a:cubicBezTo>
                  <a:cubicBezTo>
                    <a:pt x="1873" y="1334"/>
                    <a:pt x="1850" y="1327"/>
                    <a:pt x="1836" y="1310"/>
                  </a:cubicBezTo>
                  <a:cubicBezTo>
                    <a:pt x="1768" y="1234"/>
                    <a:pt x="1697" y="1177"/>
                    <a:pt x="1620" y="1141"/>
                  </a:cubicBezTo>
                  <a:cubicBezTo>
                    <a:pt x="1517" y="1731"/>
                    <a:pt x="1065" y="2245"/>
                    <a:pt x="469" y="2389"/>
                  </a:cubicBezTo>
                  <a:cubicBezTo>
                    <a:pt x="337" y="2421"/>
                    <a:pt x="205" y="2445"/>
                    <a:pt x="70" y="2443"/>
                  </a:cubicBezTo>
                  <a:cubicBezTo>
                    <a:pt x="37" y="2442"/>
                    <a:pt x="12" y="2445"/>
                    <a:pt x="0" y="2461"/>
                  </a:cubicBezTo>
                  <a:cubicBezTo>
                    <a:pt x="12" y="2492"/>
                    <a:pt x="24" y="2524"/>
                    <a:pt x="38" y="2556"/>
                  </a:cubicBezTo>
                  <a:cubicBezTo>
                    <a:pt x="44" y="2569"/>
                    <a:pt x="49" y="2581"/>
                    <a:pt x="54" y="2594"/>
                  </a:cubicBezTo>
                  <a:cubicBezTo>
                    <a:pt x="68" y="2627"/>
                    <a:pt x="81" y="2659"/>
                    <a:pt x="96" y="2691"/>
                  </a:cubicBezTo>
                  <a:cubicBezTo>
                    <a:pt x="172" y="2626"/>
                    <a:pt x="245" y="2586"/>
                    <a:pt x="312" y="2570"/>
                  </a:cubicBezTo>
                  <a:cubicBezTo>
                    <a:pt x="379" y="2554"/>
                    <a:pt x="440" y="2564"/>
                    <a:pt x="490" y="2597"/>
                  </a:cubicBezTo>
                  <a:cubicBezTo>
                    <a:pt x="509" y="2610"/>
                    <a:pt x="519" y="2633"/>
                    <a:pt x="516" y="2656"/>
                  </a:cubicBezTo>
                  <a:cubicBezTo>
                    <a:pt x="512" y="2678"/>
                    <a:pt x="496" y="2697"/>
                    <a:pt x="474" y="2704"/>
                  </a:cubicBezTo>
                  <a:cubicBezTo>
                    <a:pt x="280" y="2763"/>
                    <a:pt x="164" y="2895"/>
                    <a:pt x="130" y="3095"/>
                  </a:cubicBezTo>
                  <a:cubicBezTo>
                    <a:pt x="194" y="3369"/>
                    <a:pt x="258" y="3643"/>
                    <a:pt x="320" y="39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46837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097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2895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5"/>
          <p:cNvSpPr txBox="1">
            <a:spLocks noGrp="1"/>
          </p:cNvSpPr>
          <p:nvPr>
            <p:ph type="title"/>
          </p:nvPr>
        </p:nvSpPr>
        <p:spPr>
          <a:xfrm>
            <a:off x="9556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1382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●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○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■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●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○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■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●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○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■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63137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  <p:sldLayoutId id="2147483833" r:id="rId18"/>
    <p:sldLayoutId id="2147483834" r:id="rId19"/>
    <p:sldLayoutId id="2147483835" r:id="rId20"/>
    <p:sldLayoutId id="2147483836" r:id="rId21"/>
    <p:sldLayoutId id="2147483837" r:id="rId22"/>
    <p:sldLayoutId id="2147483838" r:id="rId23"/>
    <p:sldLayoutId id="2147483839" r:id="rId24"/>
    <p:sldLayoutId id="2147483840" r:id="rId25"/>
    <p:sldLayoutId id="2147483841" r:id="rId26"/>
    <p:sldLayoutId id="2147483842" r:id="rId27"/>
    <p:sldLayoutId id="2147483843" r:id="rId28"/>
    <p:sldLayoutId id="2147483844" r:id="rId29"/>
    <p:sldLayoutId id="2147483845" r:id="rId30"/>
    <p:sldLayoutId id="2147483846" r:id="rId31"/>
    <p:sldLayoutId id="2147483847" r:id="rId32"/>
    <p:sldLayoutId id="2147483848" r:id="rId33"/>
    <p:sldLayoutId id="2147483849" r:id="rId34"/>
    <p:sldLayoutId id="2147483850" r:id="rId35"/>
    <p:sldLayoutId id="2147483851" r:id="rId36"/>
    <p:sldLayoutId id="2147483852" r:id="rId37"/>
    <p:sldLayoutId id="2147483853" r:id="rId38"/>
    <p:sldLayoutId id="2147483854" r:id="rId39"/>
    <p:sldLayoutId id="2147483855" r:id="rId40"/>
    <p:sldLayoutId id="2147483856" r:id="rId41"/>
    <p:sldLayoutId id="2147483857" r:id="rId4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99" userDrawn="1">
          <p15:clr>
            <a:srgbClr val="EA4335"/>
          </p15:clr>
        </p15:guide>
        <p15:guide id="2" pos="7081" userDrawn="1">
          <p15:clr>
            <a:srgbClr val="EA4335"/>
          </p15:clr>
        </p15:guide>
        <p15:guide id="3" orient="horz" pos="340" userDrawn="1">
          <p15:clr>
            <a:srgbClr val="EA4335"/>
          </p15:clr>
        </p15:guide>
        <p15:guide id="4" orient="horz" pos="2900" userDrawn="1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20" name="Google Shape;620;p4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29323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59" r:id="rId1"/>
    <p:sldLayoutId id="214748386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5047" y="2406686"/>
            <a:ext cx="6841905" cy="1439600"/>
          </a:xfrm>
        </p:spPr>
        <p:txBody>
          <a:bodyPr wrap="square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200"/>
              <a:t>Monotasking vs</a:t>
            </a:r>
            <a:r>
              <a:rPr lang="sr-Latn-RS" sz="4200"/>
              <a:t> </a:t>
            </a:r>
            <a:r>
              <a:rPr lang="en-US" sz="4200"/>
              <a:t>Multitasking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07999" y="3997731"/>
            <a:ext cx="6576000" cy="662800"/>
          </a:xfrm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sr-Latn-RS" sz="2400"/>
              <a:t>Miloš Biočanin 107/2020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54167" y="2634117"/>
            <a:ext cx="6470650" cy="2852737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 sz="2200"/>
            </a:pPr>
            <a:r>
              <a:rPr lang="en-US" sz="2200" err="1"/>
              <a:t>Zašto</a:t>
            </a:r>
            <a:r>
              <a:rPr lang="en-US" sz="2200"/>
              <a:t> je multitasking </a:t>
            </a:r>
            <a:r>
              <a:rPr lang="en-US" sz="2200" err="1"/>
              <a:t>postao</a:t>
            </a:r>
            <a:r>
              <a:rPr lang="en-US" sz="2200"/>
              <a:t> </a:t>
            </a:r>
            <a:r>
              <a:rPr lang="en-US" sz="2200" err="1"/>
              <a:t>svakodnevica</a:t>
            </a:r>
            <a:endParaRPr lang="en-US" sz="2200"/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Task switching </a:t>
            </a:r>
            <a:r>
              <a:rPr lang="en-US" sz="2200" err="1"/>
              <a:t>i</a:t>
            </a:r>
            <a:r>
              <a:rPr lang="en-US" sz="2200"/>
              <a:t> </a:t>
            </a:r>
            <a:r>
              <a:rPr lang="en-US" sz="2200" err="1"/>
              <a:t>kognitivni</a:t>
            </a:r>
            <a:r>
              <a:rPr lang="en-US" sz="2200"/>
              <a:t> </a:t>
            </a:r>
            <a:r>
              <a:rPr lang="en-US" sz="2200" err="1"/>
              <a:t>troškovi</a:t>
            </a:r>
            <a:endParaRPr lang="en-US" sz="2200"/>
          </a:p>
          <a:p>
            <a:pPr>
              <a:spcAft>
                <a:spcPts val="600"/>
              </a:spcAft>
              <a:defRPr sz="2200"/>
            </a:pPr>
            <a:r>
              <a:rPr lang="en-US" sz="2200" err="1"/>
              <a:t>Uticaj</a:t>
            </a:r>
            <a:r>
              <a:rPr lang="en-US" sz="2200"/>
              <a:t> </a:t>
            </a:r>
            <a:r>
              <a:rPr lang="en-US" sz="2200" err="1"/>
              <a:t>na</a:t>
            </a:r>
            <a:r>
              <a:rPr lang="en-US" sz="2200"/>
              <a:t> </a:t>
            </a:r>
            <a:r>
              <a:rPr lang="en-US" sz="2200" err="1"/>
              <a:t>pažnju</a:t>
            </a:r>
            <a:r>
              <a:rPr lang="en-US" sz="2200"/>
              <a:t> </a:t>
            </a:r>
            <a:r>
              <a:rPr lang="en-US" sz="2200" err="1"/>
              <a:t>i</a:t>
            </a:r>
            <a:r>
              <a:rPr lang="en-US" sz="2200"/>
              <a:t> </a:t>
            </a:r>
            <a:r>
              <a:rPr lang="en-US" sz="2200" err="1"/>
              <a:t>mozak</a:t>
            </a:r>
            <a:endParaRPr lang="en-US" sz="2200"/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Monotasking </a:t>
            </a:r>
            <a:r>
              <a:rPr lang="en-US" sz="2200" err="1"/>
              <a:t>kao</a:t>
            </a:r>
            <a:r>
              <a:rPr lang="en-US" sz="2200"/>
              <a:t> </a:t>
            </a:r>
            <a:r>
              <a:rPr lang="en-US" sz="2200" err="1"/>
              <a:t>alternativa</a:t>
            </a:r>
            <a:endParaRPr lang="en-US" sz="2200"/>
          </a:p>
          <a:p>
            <a:pPr>
              <a:spcAft>
                <a:spcPts val="600"/>
              </a:spcAft>
              <a:defRPr sz="2200"/>
            </a:pPr>
            <a:r>
              <a:rPr lang="en-US" sz="2200" err="1"/>
              <a:t>Praktične</a:t>
            </a:r>
            <a:r>
              <a:rPr lang="en-US" sz="2200"/>
              <a:t> </a:t>
            </a:r>
            <a:r>
              <a:rPr lang="en-US" sz="2200" err="1"/>
              <a:t>metode</a:t>
            </a:r>
            <a:r>
              <a:rPr lang="en-US" sz="2200"/>
              <a:t> za </a:t>
            </a:r>
            <a:r>
              <a:rPr lang="en-US" sz="2200" err="1"/>
              <a:t>bolju</a:t>
            </a:r>
            <a:r>
              <a:rPr lang="en-US" sz="2200"/>
              <a:t> </a:t>
            </a:r>
            <a:r>
              <a:rPr lang="en-US" sz="2200" err="1"/>
              <a:t>koncentraciju</a:t>
            </a:r>
            <a:endParaRPr lang="en-US" sz="22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67" y="1494684"/>
            <a:ext cx="6470000" cy="901600"/>
          </a:xfrm>
        </p:spPr>
        <p:txBody>
          <a:bodyPr wrap="square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 </a:t>
            </a:r>
            <a:r>
              <a:rPr lang="en-US" err="1">
                <a:solidFill>
                  <a:schemeClr val="bg1"/>
                </a:solidFill>
              </a:rPr>
              <a:t>čemu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ćemo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pričati</a:t>
            </a:r>
            <a:r>
              <a:rPr lang="en-US">
                <a:solidFill>
                  <a:schemeClr val="bg1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54167" y="2634117"/>
            <a:ext cx="6470650" cy="2852737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 sz="2200"/>
            </a:pPr>
            <a:r>
              <a:rPr lang="en-US" sz="2200"/>
              <a:t>Notifikacije, društvene mreže i stalna povezanost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Česti prekidi pažnje tokom učenja i rada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Produktivnost ≠ broj aktivnosti istovremeno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67" y="1494684"/>
            <a:ext cx="6470000" cy="901600"/>
          </a:xfrm>
        </p:spPr>
        <p:txBody>
          <a:bodyPr wrap="square" anchor="t">
            <a:normAutofit/>
          </a:bodyPr>
          <a:lstStyle/>
          <a:p>
            <a:r>
              <a:rPr>
                <a:solidFill>
                  <a:schemeClr val="bg1"/>
                </a:solidFill>
              </a:rPr>
              <a:t>Zašto je </a:t>
            </a:r>
            <a:r>
              <a:rPr lang="en-US">
                <a:solidFill>
                  <a:schemeClr val="bg1"/>
                </a:solidFill>
              </a:rPr>
              <a:t>tema</a:t>
            </a:r>
            <a:r>
              <a:rPr>
                <a:solidFill>
                  <a:schemeClr val="bg1"/>
                </a:solidFill>
              </a:rPr>
              <a:t> važna?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54167" y="2634117"/>
            <a:ext cx="6470650" cy="2852737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 sz="2200"/>
            </a:pPr>
            <a:r>
              <a:rPr lang="en-US" sz="2200"/>
              <a:t>Istovremeno obavljanje više aktivnosti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Najčešće predstavlja brzo prebacivanje pažnje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Posebno izražen kod korišćenja digitalnih medija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67" y="1494684"/>
            <a:ext cx="6470000" cy="901600"/>
          </a:xfrm>
        </p:spPr>
        <p:txBody>
          <a:bodyPr wrap="square" anchor="t">
            <a:normAutofit/>
          </a:bodyPr>
          <a:lstStyle/>
          <a:p>
            <a:r>
              <a:rPr>
                <a:solidFill>
                  <a:schemeClr val="bg1"/>
                </a:solidFill>
              </a:rPr>
              <a:t>Šta je multitasking?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54167" y="2634117"/>
            <a:ext cx="6470650" cy="2852737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 sz="2200"/>
            </a:pPr>
            <a:r>
              <a:rPr lang="en-US" sz="2200"/>
              <a:t>Mozak menja fokus između zadataka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Svaka promena zahteva dodatne kognitivne resurse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Switching cost = gubitak vremena + više grešaka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Attention residue = deo pažnje ostaje na prethodnom zadatku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67" y="1494684"/>
            <a:ext cx="6470000" cy="901600"/>
          </a:xfrm>
        </p:spPr>
        <p:txBody>
          <a:bodyPr wrap="square" anchor="t">
            <a:normAutofit/>
          </a:bodyPr>
          <a:lstStyle/>
          <a:p>
            <a:r>
              <a:rPr>
                <a:solidFill>
                  <a:schemeClr val="bg1"/>
                </a:solidFill>
              </a:rPr>
              <a:t>Task switching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54167" y="2935058"/>
            <a:ext cx="6470650" cy="1986798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 sz="2200"/>
            </a:pPr>
            <a:r>
              <a:rPr lang="en-US" sz="2200"/>
              <a:t>Teže filtriranje nebitnih informacija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Veća podložnost distrakcijama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Slabije održavanje fokusa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67" y="1637364"/>
            <a:ext cx="8128730" cy="865940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pl-PL">
                <a:solidFill>
                  <a:schemeClr val="bg1"/>
                </a:solidFill>
              </a:rPr>
              <a:t>Uticaj na pažnju i kognitivnu kontrolu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54166" y="2634117"/>
            <a:ext cx="6797641" cy="2852737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 sz="2200"/>
            </a:pPr>
            <a:r>
              <a:rPr lang="en-US" sz="2200"/>
              <a:t>Povezanost intenzivnog multitaskinga i ACC regiona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ACC učestvuje u pažnji, donošenju odluka i inhibiciji distrakcija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67" y="1494684"/>
            <a:ext cx="6470000" cy="901600"/>
          </a:xfrm>
        </p:spPr>
        <p:txBody>
          <a:bodyPr wrap="square" anchor="t">
            <a:normAutofit/>
          </a:bodyPr>
          <a:lstStyle/>
          <a:p>
            <a:r>
              <a:rPr>
                <a:solidFill>
                  <a:schemeClr val="bg1"/>
                </a:solidFill>
              </a:rPr>
              <a:t>Uticaj na mozak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54167" y="2634117"/>
            <a:ext cx="6470650" cy="2852737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 sz="2200"/>
            </a:pPr>
            <a:r>
              <a:rPr lang="en-US" sz="2200"/>
              <a:t>Mali procenat populacije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Mogu održati performanse tokom više zadataka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Izuzetak, a ne pravilo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67" y="1494684"/>
            <a:ext cx="6470000" cy="901600"/>
          </a:xfrm>
        </p:spPr>
        <p:txBody>
          <a:bodyPr wrap="square" anchor="t">
            <a:normAutofit/>
          </a:bodyPr>
          <a:lstStyle/>
          <a:p>
            <a:r>
              <a:rPr>
                <a:solidFill>
                  <a:schemeClr val="bg1"/>
                </a:solidFill>
              </a:rPr>
              <a:t>Supertaskers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54167" y="2634117"/>
            <a:ext cx="6470650" cy="2852737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 sz="2200"/>
            </a:pPr>
            <a:r>
              <a:rPr lang="en-US" sz="2200"/>
              <a:t>Fokus na jedan zadatak u određenom vremenu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Kontinuirana pažnja bez prekida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Pogodan za duboko učenje i rešavanje problema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67" y="1494684"/>
            <a:ext cx="6470000" cy="901600"/>
          </a:xfrm>
        </p:spPr>
        <p:txBody>
          <a:bodyPr wrap="square" anchor="t">
            <a:normAutofit/>
          </a:bodyPr>
          <a:lstStyle/>
          <a:p>
            <a:r>
              <a:rPr>
                <a:solidFill>
                  <a:schemeClr val="bg1"/>
                </a:solidFill>
              </a:rPr>
              <a:t>Šta je monotasking?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6238613" y="2280213"/>
            <a:ext cx="5177883" cy="2708476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 sz="2200"/>
            </a:pPr>
            <a:r>
              <a:rPr lang="sr-Latn-RS" sz="2800"/>
              <a:t>Veće kognitivno opterećenje</a:t>
            </a:r>
            <a:endParaRPr lang="en-US" sz="2800"/>
          </a:p>
          <a:p>
            <a:pPr algn="l">
              <a:lnSpc>
                <a:spcPct val="90000"/>
              </a:lnSpc>
              <a:spcAft>
                <a:spcPts val="600"/>
              </a:spcAft>
              <a:defRPr sz="2200"/>
            </a:pPr>
            <a:r>
              <a:rPr lang="en-US" sz="2800"/>
              <a:t>Koristan za jednostavne ili automatizovane aktivnosti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F4B7BB5-7A55-3765-DBB8-7F9147C459C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75505" y="2280213"/>
            <a:ext cx="5177884" cy="2870354"/>
          </a:xfrm>
        </p:spPr>
        <p:txBody>
          <a:bodyPr/>
          <a:lstStyle/>
          <a:p>
            <a:pPr algn="l">
              <a:buSzPct val="75000"/>
              <a:buFont typeface="Arial" panose="020B0604020202020204" pitchFamily="34" charset="0"/>
              <a:buChar char="•"/>
            </a:pPr>
            <a:r>
              <a:rPr lang="sr-Latn-RS" sz="2800"/>
              <a:t>Dublja obrada informacija</a:t>
            </a:r>
          </a:p>
          <a:p>
            <a:pPr algn="l">
              <a:buSzPct val="75000"/>
              <a:buFont typeface="Arial" panose="020B0604020202020204" pitchFamily="34" charset="0"/>
              <a:buChar char="•"/>
            </a:pPr>
            <a:r>
              <a:rPr lang="sr-Latn-RS" sz="2800"/>
              <a:t>Manje grešaka</a:t>
            </a:r>
          </a:p>
          <a:p>
            <a:pPr algn="l">
              <a:buSzPct val="75000"/>
              <a:buFont typeface="Arial" panose="020B0604020202020204" pitchFamily="34" charset="0"/>
              <a:buChar char="•"/>
            </a:pPr>
            <a:r>
              <a:rPr lang="sr-Latn-RS" sz="2800"/>
              <a:t>Bolje pamćenje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9E5F3E-D2FC-6400-8EDD-C2696492D81C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659247" y="989127"/>
            <a:ext cx="3410400" cy="745200"/>
          </a:xfrm>
        </p:spPr>
        <p:txBody>
          <a:bodyPr/>
          <a:lstStyle/>
          <a:p>
            <a:pPr algn="ctr"/>
            <a:r>
              <a:rPr lang="sr-Latn-RS" sz="3600" b="0"/>
              <a:t>Monotasking</a:t>
            </a:r>
            <a:endParaRPr lang="en-US" sz="3600" b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59B42F7-B846-513C-7D54-9751C88F44C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122355" y="989127"/>
            <a:ext cx="3410400" cy="745200"/>
          </a:xfrm>
        </p:spPr>
        <p:txBody>
          <a:bodyPr/>
          <a:lstStyle/>
          <a:p>
            <a:pPr algn="ctr"/>
            <a:r>
              <a:rPr lang="sr-Latn-RS" sz="3600" b="0"/>
              <a:t>Multitasking</a:t>
            </a:r>
            <a:endParaRPr lang="en-US" sz="3600"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54167" y="2634117"/>
            <a:ext cx="6470650" cy="2852737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 sz="2200"/>
            </a:pPr>
            <a:r>
              <a:rPr lang="en-US" sz="2200"/>
              <a:t>Ukloniti izvore distrakcije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Time blocking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Isključiti nepotrebna obaveštenja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Planirane pauze za oporavak pažnje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67" y="1494684"/>
            <a:ext cx="6470000" cy="901600"/>
          </a:xfrm>
        </p:spPr>
        <p:txBody>
          <a:bodyPr wrap="square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Kako povećati koncentraciju?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54167" y="2634117"/>
            <a:ext cx="6470650" cy="2852737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 sz="2200"/>
            </a:pPr>
            <a:r>
              <a:rPr lang="en-US" sz="2200"/>
              <a:t>Da li je multitasking iluzija produktivnosti?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Može li student danas da funkcioniše bez njega?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Kada multitasking ima smisla?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67" y="1494684"/>
            <a:ext cx="6470000" cy="901600"/>
          </a:xfrm>
        </p:spPr>
        <p:txBody>
          <a:bodyPr wrap="square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Pitanja za diskusiju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54167" y="2634117"/>
            <a:ext cx="6470650" cy="2852737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 sz="2200"/>
            </a:pPr>
            <a:r>
              <a:rPr lang="en-US" sz="2200"/>
              <a:t>Većina multitaskinga zapravo je task switching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Monotasking je efikasniji za složene zadatke</a:t>
            </a:r>
          </a:p>
          <a:p>
            <a:pPr>
              <a:spcAft>
                <a:spcPts val="600"/>
              </a:spcAft>
              <a:defRPr sz="2200"/>
            </a:pPr>
            <a:r>
              <a:rPr lang="en-US" sz="2200"/>
              <a:t>Fokus postaje jedna od ključnih veština savremenog čoveka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67" y="1494684"/>
            <a:ext cx="6470000" cy="901600"/>
          </a:xfrm>
        </p:spPr>
        <p:txBody>
          <a:bodyPr wrap="square" anchor="t">
            <a:normAutofit/>
          </a:bodyPr>
          <a:lstStyle/>
          <a:p>
            <a:r>
              <a:rPr>
                <a:solidFill>
                  <a:schemeClr val="bg1"/>
                </a:solidFill>
              </a:rPr>
              <a:t>Zaključak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sychology of Decision-Making by Slidesgo">
  <a:themeElements>
    <a:clrScheme name="Simple Light">
      <a:dk1>
        <a:srgbClr val="0D0D0D"/>
      </a:dk1>
      <a:lt1>
        <a:srgbClr val="142A73"/>
      </a:lt1>
      <a:dk2>
        <a:srgbClr val="3E698C"/>
      </a:dk2>
      <a:lt2>
        <a:srgbClr val="DFD9C2"/>
      </a:lt2>
      <a:accent1>
        <a:srgbClr val="F3EED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Psychology of Decision-Making by Slidesgo</Template>
  <TotalTime>90</TotalTime>
  <Words>259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Bebas Neue</vt:lpstr>
      <vt:lpstr>Bitter</vt:lpstr>
      <vt:lpstr>Bitter Light</vt:lpstr>
      <vt:lpstr>Montagu Slab</vt:lpstr>
      <vt:lpstr>Montagu Slab SemiBold</vt:lpstr>
      <vt:lpstr>Nunito Light</vt:lpstr>
      <vt:lpstr>Proxima Nova</vt:lpstr>
      <vt:lpstr>Psychology of Decision-Making by Slidesgo</vt:lpstr>
      <vt:lpstr>Slidesgo Final Pages</vt:lpstr>
      <vt:lpstr>Monotasking vs Multitasking</vt:lpstr>
      <vt:lpstr>O čemu ćemo pričati?</vt:lpstr>
      <vt:lpstr>Zašto je tema važna?</vt:lpstr>
      <vt:lpstr>Šta je multitasking?</vt:lpstr>
      <vt:lpstr>Task switching</vt:lpstr>
      <vt:lpstr>Uticaj na pažnju i kognitivnu kontrolu</vt:lpstr>
      <vt:lpstr>Uticaj na mozak</vt:lpstr>
      <vt:lpstr>Supertaskers</vt:lpstr>
      <vt:lpstr>Šta je monotasking?</vt:lpstr>
      <vt:lpstr>PowerPoint Presentation</vt:lpstr>
      <vt:lpstr>Kako povećati koncentraciju?</vt:lpstr>
      <vt:lpstr>Pitanja za diskusiju</vt:lpstr>
      <vt:lpstr>Zaključak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Milos Biocanin</cp:lastModifiedBy>
  <cp:revision>11</cp:revision>
  <dcterms:created xsi:type="dcterms:W3CDTF">2013-01-27T09:14:16Z</dcterms:created>
  <dcterms:modified xsi:type="dcterms:W3CDTF">2026-06-22T10:48:25Z</dcterms:modified>
  <cp:category/>
</cp:coreProperties>
</file>