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4"/>
  </p:sldMasterIdLst>
  <p:notesMasterIdLst>
    <p:notesMasterId r:id="rId18"/>
  </p:notesMasterIdLst>
  <p:handoutMasterIdLst>
    <p:handoutMasterId r:id="rId19"/>
  </p:handoutMasterIdLst>
  <p:sldIdLst>
    <p:sldId id="496" r:id="rId5"/>
    <p:sldId id="497" r:id="rId6"/>
    <p:sldId id="498" r:id="rId7"/>
    <p:sldId id="507" r:id="rId8"/>
    <p:sldId id="508" r:id="rId9"/>
    <p:sldId id="505" r:id="rId10"/>
    <p:sldId id="511" r:id="rId11"/>
    <p:sldId id="512" r:id="rId12"/>
    <p:sldId id="499" r:id="rId13"/>
    <p:sldId id="510" r:id="rId14"/>
    <p:sldId id="509" r:id="rId15"/>
    <p:sldId id="502" r:id="rId16"/>
    <p:sldId id="50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31A428-D2D5-4E4B-84F0-22CC85FE9DF5}" v="2398" dt="2026-06-16T08:33:37.2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6" d="100"/>
          <a:sy n="76" d="100"/>
        </p:scale>
        <p:origin x="840" y="48"/>
      </p:cViewPr>
      <p:guideLst>
        <p:guide orient="horz" pos="196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2333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A846BE-51A9-4BA7-9258-ECFAE05E7F40}" type="doc">
      <dgm:prSet loTypeId="urn:microsoft.com/office/officeart/2016/7/layout/LinearArrowProcessNumbered#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841507B-447A-43E4-A67A-78917CB1FB25}">
      <dgm:prSet phldr="0" custT="1"/>
      <dgm:spPr/>
      <dgm:t>
        <a:bodyPr/>
        <a:lstStyle/>
        <a:p>
          <a:pPr rtl="0"/>
          <a:r>
            <a:rPr lang="en-US" sz="1600" dirty="0">
              <a:latin typeface="The Serif Hand Black"/>
              <a:ea typeface="Calibri"/>
              <a:cs typeface="Calibri"/>
            </a:rPr>
            <a:t>Da li je </a:t>
          </a:r>
          <a:r>
            <a:rPr lang="en-US" sz="1600" dirty="0" err="1">
              <a:latin typeface="The Serif Hand Black"/>
              <a:ea typeface="Calibri"/>
              <a:cs typeface="Calibri"/>
            </a:rPr>
            <a:t>odnos</a:t>
          </a:r>
          <a:r>
            <a:rPr lang="en-US" sz="1600" dirty="0">
              <a:latin typeface="The Serif Hand Black"/>
              <a:ea typeface="Calibri"/>
              <a:cs typeface="Calibri"/>
            </a:rPr>
            <a:t> bez </a:t>
          </a:r>
          <a:r>
            <a:rPr lang="en-US" sz="1600" dirty="0" err="1">
              <a:latin typeface="The Serif Hand Black"/>
              <a:ea typeface="Calibri"/>
              <a:cs typeface="Calibri"/>
            </a:rPr>
            <a:t>konflikata</a:t>
          </a:r>
          <a:r>
            <a:rPr lang="en-US" sz="1600" dirty="0">
              <a:latin typeface="The Serif Hand Black"/>
              <a:ea typeface="Calibri"/>
              <a:cs typeface="Calibri"/>
            </a:rPr>
            <a:t> </a:t>
          </a:r>
          <a:r>
            <a:rPr lang="en-US" sz="1600" dirty="0" err="1">
              <a:latin typeface="The Serif Hand Black"/>
              <a:ea typeface="Calibri"/>
              <a:cs typeface="Calibri"/>
            </a:rPr>
            <a:t>dobar</a:t>
          </a:r>
          <a:r>
            <a:rPr lang="en-US" sz="1600" dirty="0">
              <a:latin typeface="The Serif Hand Black"/>
              <a:ea typeface="Calibri"/>
              <a:cs typeface="Calibri"/>
            </a:rPr>
            <a:t> </a:t>
          </a:r>
          <a:r>
            <a:rPr lang="en-US" sz="1600" dirty="0" err="1">
              <a:latin typeface="The Serif Hand Black"/>
              <a:ea typeface="Calibri"/>
              <a:cs typeface="Calibri"/>
            </a:rPr>
            <a:t>odnos</a:t>
          </a:r>
          <a:r>
            <a:rPr lang="en-US" sz="1600" dirty="0">
              <a:latin typeface="The Serif Hand Black"/>
              <a:ea typeface="Calibri"/>
              <a:cs typeface="Calibri"/>
            </a:rPr>
            <a:t>?</a:t>
          </a:r>
        </a:p>
      </dgm:t>
    </dgm:pt>
    <dgm:pt modelId="{09ECAFD9-77B4-411E-A0C6-BD2718D2ED19}" type="parTrans" cxnId="{89F99CCE-DD31-45EB-8368-0C474560C17C}">
      <dgm:prSet/>
      <dgm:spPr/>
      <dgm:t>
        <a:bodyPr/>
        <a:lstStyle/>
        <a:p>
          <a:endParaRPr lang="en-US"/>
        </a:p>
      </dgm:t>
    </dgm:pt>
    <dgm:pt modelId="{8A56963F-9458-4CF1-BA11-F6B59F6693C3}" type="sibTrans" cxnId="{89F99CCE-DD31-45EB-8368-0C474560C17C}">
      <dgm:prSet phldrT="2" phldr="0"/>
      <dgm:spPr/>
      <dgm:t>
        <a:bodyPr/>
        <a:lstStyle/>
        <a:p>
          <a:r>
            <a:rPr lang="en-US" dirty="0"/>
            <a:t>2</a:t>
          </a:r>
        </a:p>
      </dgm:t>
    </dgm:pt>
    <dgm:pt modelId="{AA8D6E5D-2291-4551-826E-2E8CD77EBBCD}">
      <dgm:prSet phldr="0" custT="1"/>
      <dgm:spPr/>
      <dgm:t>
        <a:bodyPr/>
        <a:lstStyle/>
        <a:p>
          <a:pPr rtl="0"/>
          <a:r>
            <a:rPr lang="en-US" sz="1600" dirty="0">
              <a:latin typeface="The Serif Hand Black"/>
              <a:ea typeface="Calibri"/>
              <a:cs typeface="Calibri"/>
            </a:rPr>
            <a:t>Zakon </a:t>
          </a:r>
          <a:r>
            <a:rPr lang="en-US" sz="1600" dirty="0" err="1">
              <a:latin typeface="The Serif Hand Black"/>
              <a:ea typeface="Calibri"/>
              <a:cs typeface="Calibri"/>
            </a:rPr>
            <a:t>ili</a:t>
          </a:r>
          <a:r>
            <a:rPr lang="en-US" sz="1600" dirty="0">
              <a:latin typeface="The Serif Hand Black"/>
              <a:ea typeface="Calibri"/>
              <a:cs typeface="Calibri"/>
            </a:rPr>
            <a:t> </a:t>
          </a:r>
          <a:r>
            <a:rPr lang="en-US" sz="1600" dirty="0" err="1">
              <a:latin typeface="The Serif Hand Black"/>
              <a:ea typeface="Calibri"/>
              <a:cs typeface="Calibri"/>
            </a:rPr>
            <a:t>etika</a:t>
          </a:r>
          <a:r>
            <a:rPr lang="en-US" sz="1600" dirty="0">
              <a:latin typeface="The Serif Hand Black"/>
              <a:ea typeface="Calibri"/>
              <a:cs typeface="Calibri"/>
            </a:rPr>
            <a:t>: </a:t>
          </a:r>
          <a:r>
            <a:rPr lang="en-US" sz="1600" dirty="0" err="1">
              <a:latin typeface="The Serif Hand Black"/>
              <a:ea typeface="Calibri"/>
              <a:cs typeface="Calibri"/>
            </a:rPr>
            <a:t>odgovornost</a:t>
          </a:r>
          <a:r>
            <a:rPr lang="en-US" sz="1600" dirty="0">
              <a:latin typeface="The Serif Hand Black"/>
              <a:ea typeface="Calibri"/>
              <a:cs typeface="Calibri"/>
            </a:rPr>
            <a:t> za </a:t>
          </a:r>
          <a:r>
            <a:rPr lang="en-US" sz="1600" dirty="0" err="1">
              <a:latin typeface="The Serif Hand Black"/>
              <a:ea typeface="Calibri"/>
              <a:cs typeface="Calibri"/>
            </a:rPr>
            <a:t>odgovore</a:t>
          </a:r>
          <a:r>
            <a:rPr lang="en-US" sz="1600" dirty="0">
              <a:latin typeface="The Serif Hand Black"/>
              <a:ea typeface="Calibri"/>
              <a:cs typeface="Calibri"/>
            </a:rPr>
            <a:t> chatbot-a?</a:t>
          </a:r>
        </a:p>
      </dgm:t>
    </dgm:pt>
    <dgm:pt modelId="{8108D565-E010-4B90-8EC9-E6472FDB3D6F}" type="parTrans" cxnId="{55EAF420-E592-4A82-A62F-9D8CCEB249F3}">
      <dgm:prSet/>
      <dgm:spPr/>
      <dgm:t>
        <a:bodyPr/>
        <a:lstStyle/>
        <a:p>
          <a:endParaRPr lang="en-US"/>
        </a:p>
      </dgm:t>
    </dgm:pt>
    <dgm:pt modelId="{6D5F5307-B9A3-4224-A52C-70B5D7E58E7C}" type="sibTrans" cxnId="{55EAF420-E592-4A82-A62F-9D8CCEB249F3}">
      <dgm:prSet phldrT="3" phldr="0"/>
      <dgm:spPr/>
      <dgm:t>
        <a:bodyPr/>
        <a:lstStyle/>
        <a:p>
          <a:r>
            <a:rPr lang="en-US" dirty="0"/>
            <a:t>3</a:t>
          </a:r>
        </a:p>
      </dgm:t>
    </dgm:pt>
    <dgm:pt modelId="{55AD6682-19A1-4F15-920E-E13D92EB312E}">
      <dgm:prSet phldr="0" custT="1"/>
      <dgm:spPr/>
      <dgm:t>
        <a:bodyPr/>
        <a:lstStyle/>
        <a:p>
          <a:pPr rtl="0"/>
          <a:r>
            <a:rPr lang="en-US" sz="1600" dirty="0" err="1">
              <a:latin typeface="The Serif Hand Black"/>
            </a:rPr>
            <a:t>Šta</a:t>
          </a:r>
          <a:r>
            <a:rPr lang="en-US" sz="1600" dirty="0">
              <a:latin typeface="The Serif Hand Black"/>
            </a:rPr>
            <a:t> </a:t>
          </a:r>
          <a:r>
            <a:rPr lang="en-US" sz="1600" dirty="0" err="1">
              <a:latin typeface="The Serif Hand Black"/>
            </a:rPr>
            <a:t>mislite</a:t>
          </a:r>
          <a:r>
            <a:rPr lang="en-US" sz="1600" dirty="0">
              <a:latin typeface="The Serif Hand Black"/>
            </a:rPr>
            <a:t> o </a:t>
          </a:r>
          <a:r>
            <a:rPr lang="en-US" sz="1600" dirty="0" err="1">
              <a:latin typeface="The Serif Hand Black"/>
            </a:rPr>
            <a:t>pojmu</a:t>
          </a:r>
          <a:r>
            <a:rPr lang="en-US" sz="1600" dirty="0">
              <a:latin typeface="The Serif Hand Black"/>
            </a:rPr>
            <a:t> </a:t>
          </a:r>
          <a:r>
            <a:rPr lang="en-US" sz="1600" dirty="0" err="1">
              <a:latin typeface="The Serif Hand Black"/>
            </a:rPr>
            <a:t>digitalni</a:t>
          </a:r>
          <a:r>
            <a:rPr lang="en-US" sz="1600" dirty="0">
              <a:latin typeface="The Serif Hand Black"/>
            </a:rPr>
            <a:t> lek?</a:t>
          </a:r>
          <a:endParaRPr lang="en-US" sz="1600" dirty="0"/>
        </a:p>
      </dgm:t>
    </dgm:pt>
    <dgm:pt modelId="{0A1EE536-D200-411C-8FD0-7F23E7109629}" type="parTrans" cxnId="{522DD16F-B30D-40BA-AA70-7667AAFFD0AE}">
      <dgm:prSet/>
      <dgm:spPr/>
      <dgm:t>
        <a:bodyPr/>
        <a:lstStyle/>
        <a:p>
          <a:endParaRPr lang="en-US"/>
        </a:p>
      </dgm:t>
    </dgm:pt>
    <dgm:pt modelId="{6DA0DC7B-EEAC-48D5-8C2F-256705FA5618}" type="sibTrans" cxnId="{522DD16F-B30D-40BA-AA70-7667AAFFD0AE}">
      <dgm:prSet phldrT="4" phldr="0"/>
      <dgm:spPr/>
      <dgm:t>
        <a:bodyPr/>
        <a:lstStyle/>
        <a:p>
          <a:r>
            <a:rPr lang="en-US" dirty="0"/>
            <a:t>4</a:t>
          </a:r>
        </a:p>
      </dgm:t>
    </dgm:pt>
    <dgm:pt modelId="{1F20ABF3-642B-4EA2-9497-67153B1D953A}">
      <dgm:prSet custT="1"/>
      <dgm:spPr/>
      <dgm:t>
        <a:bodyPr/>
        <a:lstStyle/>
        <a:p>
          <a:pPr rtl="0"/>
          <a:r>
            <a:rPr lang="en-US" sz="1600" b="0" i="0" u="none" dirty="0">
              <a:latin typeface="The Serif Hand Black"/>
            </a:rPr>
            <a:t>Da li </a:t>
          </a:r>
          <a:r>
            <a:rPr lang="en-US" sz="1600" b="0" i="0" u="none" dirty="0" err="1">
              <a:latin typeface="The Serif Hand Black"/>
            </a:rPr>
            <a:t>biste</a:t>
          </a:r>
          <a:r>
            <a:rPr lang="en-US" sz="1600" b="0" i="0" u="none" dirty="0">
              <a:latin typeface="The Serif Hand Black"/>
            </a:rPr>
            <a:t> </a:t>
          </a:r>
          <a:r>
            <a:rPr lang="en-US" sz="1600" b="0" i="0" u="none" dirty="0" err="1">
              <a:latin typeface="The Serif Hand Black"/>
            </a:rPr>
            <a:t>radije</a:t>
          </a:r>
          <a:r>
            <a:rPr lang="en-US" sz="1600" b="0" i="0" u="none" dirty="0">
              <a:latin typeface="The Serif Hand Black"/>
            </a:rPr>
            <a:t> </a:t>
          </a:r>
          <a:r>
            <a:rPr lang="en-US" sz="1600" b="0" i="0" u="none" dirty="0" err="1">
              <a:latin typeface="The Serif Hand Black"/>
            </a:rPr>
            <a:t>koristili</a:t>
          </a:r>
          <a:r>
            <a:rPr lang="en-US" sz="1600" b="0" i="0" u="none" dirty="0">
              <a:latin typeface="The Serif Hand Black"/>
            </a:rPr>
            <a:t> </a:t>
          </a:r>
          <a:r>
            <a:rPr lang="en-US" sz="1600" b="0" i="0" u="none" dirty="0" err="1">
              <a:latin typeface="The Serif Hand Black"/>
            </a:rPr>
            <a:t>Repliku</a:t>
          </a:r>
          <a:r>
            <a:rPr lang="en-US" sz="1600" b="0" i="0" u="none" dirty="0">
              <a:latin typeface="The Serif Hand Black"/>
            </a:rPr>
            <a:t> </a:t>
          </a:r>
          <a:r>
            <a:rPr lang="en-US" sz="1600" b="0" i="0" u="none" dirty="0" err="1">
              <a:latin typeface="The Serif Hand Black"/>
            </a:rPr>
            <a:t>ili</a:t>
          </a:r>
          <a:r>
            <a:rPr lang="en-US" sz="1600" b="0" i="0" u="none" dirty="0">
              <a:latin typeface="The Serif Hand Black"/>
            </a:rPr>
            <a:t> </a:t>
          </a:r>
          <a:r>
            <a:rPr lang="en-US" sz="1600" b="0" i="0" u="none" dirty="0" err="1">
              <a:latin typeface="The Serif Hand Black"/>
            </a:rPr>
            <a:t>Woebot</a:t>
          </a:r>
          <a:r>
            <a:rPr lang="en-US" sz="1600" b="0" i="0" u="none" dirty="0">
              <a:latin typeface="The Serif Hand Black"/>
            </a:rPr>
            <a:t>?</a:t>
          </a:r>
          <a:r>
            <a:rPr lang="en-US" sz="1600" b="0" i="0" u="none" dirty="0"/>
            <a:t> </a:t>
          </a:r>
          <a:endParaRPr lang="en-US" sz="1600" dirty="0"/>
        </a:p>
      </dgm:t>
    </dgm:pt>
    <dgm:pt modelId="{FE5BB2D4-8C6C-4733-A4F4-BB908B5819C2}" type="parTrans" cxnId="{EF2C8C7A-25B0-4A45-86CA-AD1B06A26E26}">
      <dgm:prSet/>
      <dgm:spPr/>
      <dgm:t>
        <a:bodyPr/>
        <a:lstStyle/>
        <a:p>
          <a:endParaRPr lang="en-US"/>
        </a:p>
      </dgm:t>
    </dgm:pt>
    <dgm:pt modelId="{AC6DD392-D3D9-41A4-B130-4C271E107B19}" type="sibTrans" cxnId="{EF2C8C7A-25B0-4A45-86CA-AD1B06A26E26}">
      <dgm:prSet phldrT="5" phldr="0"/>
      <dgm:spPr/>
      <dgm:t>
        <a:bodyPr/>
        <a:lstStyle/>
        <a:p>
          <a:r>
            <a:rPr lang="en-US" dirty="0"/>
            <a:t>5</a:t>
          </a:r>
        </a:p>
      </dgm:t>
    </dgm:pt>
    <dgm:pt modelId="{72B0E1DB-F605-4482-AE1E-A209312D77BF}">
      <dgm:prSet phldrT="[Text]" phldr="0"/>
      <dgm:spPr/>
      <dgm:t>
        <a:bodyPr/>
        <a:lstStyle/>
        <a:p>
          <a:pPr rtl="0"/>
          <a:r>
            <a:rPr lang="en-US" sz="1600" dirty="0" err="1">
              <a:latin typeface="The Serif Hand Black"/>
              <a:ea typeface="Calibri"/>
              <a:cs typeface="Calibri"/>
            </a:rPr>
            <a:t>Može</a:t>
          </a:r>
          <a:r>
            <a:rPr lang="en-US" sz="1600" dirty="0">
              <a:latin typeface="The Serif Hand Black"/>
              <a:ea typeface="Calibri"/>
              <a:cs typeface="Calibri"/>
            </a:rPr>
            <a:t> li </a:t>
          </a:r>
          <a:r>
            <a:rPr lang="en-US" sz="1600" dirty="0" err="1">
              <a:latin typeface="The Serif Hand Black"/>
              <a:ea typeface="Calibri"/>
              <a:cs typeface="Calibri"/>
            </a:rPr>
            <a:t>mašina</a:t>
          </a:r>
          <a:r>
            <a:rPr lang="en-US" sz="1600" dirty="0">
              <a:latin typeface="The Serif Hand Black"/>
              <a:ea typeface="Calibri"/>
              <a:cs typeface="Calibri"/>
            </a:rPr>
            <a:t> da </a:t>
          </a:r>
          <a:r>
            <a:rPr lang="en-US" sz="1600" dirty="0" err="1">
              <a:latin typeface="The Serif Hand Black"/>
              <a:ea typeface="Calibri"/>
              <a:cs typeface="Calibri"/>
            </a:rPr>
            <a:t>zameni</a:t>
          </a:r>
          <a:r>
            <a:rPr lang="en-US" sz="1600" dirty="0">
              <a:latin typeface="The Serif Hand Black"/>
              <a:ea typeface="Calibri"/>
              <a:cs typeface="Calibri"/>
            </a:rPr>
            <a:t> </a:t>
          </a:r>
          <a:r>
            <a:rPr lang="en-US" sz="1600" dirty="0" err="1">
              <a:latin typeface="The Serif Hand Black"/>
              <a:ea typeface="Calibri"/>
              <a:cs typeface="Calibri"/>
            </a:rPr>
            <a:t>ljudsku</a:t>
          </a:r>
          <a:r>
            <a:rPr lang="en-US" sz="1600" dirty="0">
              <a:latin typeface="The Serif Hand Black"/>
              <a:ea typeface="Calibri"/>
              <a:cs typeface="Calibri"/>
            </a:rPr>
            <a:t> </a:t>
          </a:r>
          <a:r>
            <a:rPr lang="en-US" sz="1600" dirty="0" err="1">
              <a:latin typeface="The Serif Hand Black"/>
              <a:ea typeface="Calibri"/>
              <a:cs typeface="Calibri"/>
            </a:rPr>
            <a:t>bliskost</a:t>
          </a:r>
          <a:r>
            <a:rPr lang="en-US" sz="1600" dirty="0">
              <a:latin typeface="The Serif Hand Black"/>
              <a:ea typeface="Calibri"/>
              <a:cs typeface="Calibri"/>
            </a:rPr>
            <a:t>?</a:t>
          </a:r>
        </a:p>
      </dgm:t>
    </dgm:pt>
    <dgm:pt modelId="{90473CB2-2237-4ED2-A173-5EF53DE90875}" type="parTrans" cxnId="{63A86908-F1BA-40AE-9C06-2FD947CEB37B}">
      <dgm:prSet/>
      <dgm:spPr/>
    </dgm:pt>
    <dgm:pt modelId="{BB711CBB-CEC5-4082-AD59-E754818498B5}" type="sibTrans" cxnId="{63A86908-F1BA-40AE-9C06-2FD947CEB37B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D9938462-A694-4D2B-BC8A-98DD7FFDFAAA}" type="pres">
      <dgm:prSet presAssocID="{98A846BE-51A9-4BA7-9258-ECFAE05E7F40}" presName="linearFlow" presStyleCnt="0">
        <dgm:presLayoutVars>
          <dgm:dir/>
          <dgm:animLvl val="lvl"/>
          <dgm:resizeHandles val="exact"/>
        </dgm:presLayoutVars>
      </dgm:prSet>
      <dgm:spPr/>
    </dgm:pt>
    <dgm:pt modelId="{3210AA3B-1016-4B01-88CF-256ECD9CC427}" type="pres">
      <dgm:prSet presAssocID="{72B0E1DB-F605-4482-AE1E-A209312D77BF}" presName="compositeNode" presStyleCnt="0"/>
      <dgm:spPr/>
    </dgm:pt>
    <dgm:pt modelId="{AC1D62B2-5BB5-4C47-B0A2-E1FBB897A610}" type="pres">
      <dgm:prSet presAssocID="{72B0E1DB-F605-4482-AE1E-A209312D77BF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B64DCCD0-056B-4169-A5A7-39A9008BDF59}" type="pres">
      <dgm:prSet presAssocID="{72B0E1DB-F605-4482-AE1E-A209312D77BF}" presName="parSh" presStyleCnt="0"/>
      <dgm:spPr/>
    </dgm:pt>
    <dgm:pt modelId="{3243B479-C689-4D23-A07B-E9F9607A4D6A}" type="pres">
      <dgm:prSet presAssocID="{72B0E1DB-F605-4482-AE1E-A209312D77BF}" presName="lineNode" presStyleLbl="alignAccFollowNode1" presStyleIdx="0" presStyleCnt="15"/>
      <dgm:spPr/>
    </dgm:pt>
    <dgm:pt modelId="{38DEDB39-23F5-41B5-B8F8-7FD84FF2E4C1}" type="pres">
      <dgm:prSet presAssocID="{72B0E1DB-F605-4482-AE1E-A209312D77BF}" presName="lineArrowNode" presStyleLbl="alignAccFollowNode1" presStyleIdx="1" presStyleCnt="15"/>
      <dgm:spPr/>
    </dgm:pt>
    <dgm:pt modelId="{6C31B981-8D81-4564-8528-EC1D1789413C}" type="pres">
      <dgm:prSet presAssocID="{BB711CBB-CEC5-4082-AD59-E754818498B5}" presName="sibTransNodeCircle" presStyleLbl="alignNode1" presStyleIdx="0" presStyleCnt="5">
        <dgm:presLayoutVars>
          <dgm:chMax val="0"/>
          <dgm:bulletEnabled/>
        </dgm:presLayoutVars>
      </dgm:prSet>
      <dgm:spPr/>
    </dgm:pt>
    <dgm:pt modelId="{F5E2A282-95B8-4557-94EF-2BE82504047D}" type="pres">
      <dgm:prSet presAssocID="{BB711CBB-CEC5-4082-AD59-E754818498B5}" presName="spacerBetweenCircleAndCallout" presStyleCnt="0">
        <dgm:presLayoutVars/>
      </dgm:prSet>
      <dgm:spPr/>
    </dgm:pt>
    <dgm:pt modelId="{9E12A04F-BCB2-418C-8FAC-C5B16FD6DDB2}" type="pres">
      <dgm:prSet presAssocID="{72B0E1DB-F605-4482-AE1E-A209312D77BF}" presName="nodeText" presStyleLbl="alignAccFollowNode1" presStyleIdx="2" presStyleCnt="15">
        <dgm:presLayoutVars>
          <dgm:bulletEnabled val="1"/>
        </dgm:presLayoutVars>
      </dgm:prSet>
      <dgm:spPr/>
    </dgm:pt>
    <dgm:pt modelId="{827135C6-7779-49EE-BBF7-94140F70B019}" type="pres">
      <dgm:prSet presAssocID="{BB711CBB-CEC5-4082-AD59-E754818498B5}" presName="sibTransComposite" presStyleCnt="0"/>
      <dgm:spPr/>
    </dgm:pt>
    <dgm:pt modelId="{94FFE4A3-717E-4FA2-B81F-868DE997CB51}" type="pres">
      <dgm:prSet presAssocID="{D841507B-447A-43E4-A67A-78917CB1FB25}" presName="compositeNode" presStyleCnt="0"/>
      <dgm:spPr/>
    </dgm:pt>
    <dgm:pt modelId="{2FD2706E-63BB-4C73-BE4B-EA498188D5A7}" type="pres">
      <dgm:prSet presAssocID="{D841507B-447A-43E4-A67A-78917CB1FB25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E04F5057-2705-42CE-BB13-967212824C65}" type="pres">
      <dgm:prSet presAssocID="{D841507B-447A-43E4-A67A-78917CB1FB25}" presName="parSh" presStyleCnt="0"/>
      <dgm:spPr/>
    </dgm:pt>
    <dgm:pt modelId="{F5142449-10A1-4278-B96C-C4ABAB189E46}" type="pres">
      <dgm:prSet presAssocID="{D841507B-447A-43E4-A67A-78917CB1FB25}" presName="lineNode" presStyleLbl="alignAccFollowNode1" presStyleIdx="3" presStyleCnt="15"/>
      <dgm:spPr/>
    </dgm:pt>
    <dgm:pt modelId="{CB784251-3D1A-453A-AC20-F2E87A36EEF3}" type="pres">
      <dgm:prSet presAssocID="{D841507B-447A-43E4-A67A-78917CB1FB25}" presName="lineArrowNode" presStyleLbl="alignAccFollowNode1" presStyleIdx="4" presStyleCnt="15"/>
      <dgm:spPr/>
    </dgm:pt>
    <dgm:pt modelId="{7D680E2B-37E7-47C5-9407-98DE51395E71}" type="pres">
      <dgm:prSet presAssocID="{8A56963F-9458-4CF1-BA11-F6B59F6693C3}" presName="sibTransNodeCircle" presStyleLbl="alignNode1" presStyleIdx="1" presStyleCnt="5">
        <dgm:presLayoutVars>
          <dgm:chMax val="0"/>
          <dgm:bulletEnabled/>
        </dgm:presLayoutVars>
      </dgm:prSet>
      <dgm:spPr/>
    </dgm:pt>
    <dgm:pt modelId="{46F5A849-A405-4ECF-B3E1-1F0C28282973}" type="pres">
      <dgm:prSet presAssocID="{8A56963F-9458-4CF1-BA11-F6B59F6693C3}" presName="spacerBetweenCircleAndCallout" presStyleCnt="0">
        <dgm:presLayoutVars/>
      </dgm:prSet>
      <dgm:spPr/>
    </dgm:pt>
    <dgm:pt modelId="{2D736B05-B42D-46EA-852B-C2BFDDD5591E}" type="pres">
      <dgm:prSet presAssocID="{D841507B-447A-43E4-A67A-78917CB1FB25}" presName="nodeText" presStyleLbl="alignAccFollowNode1" presStyleIdx="5" presStyleCnt="15">
        <dgm:presLayoutVars>
          <dgm:bulletEnabled val="1"/>
        </dgm:presLayoutVars>
      </dgm:prSet>
      <dgm:spPr/>
    </dgm:pt>
    <dgm:pt modelId="{EC099AD6-5E45-4621-B76A-90EC2958EE47}" type="pres">
      <dgm:prSet presAssocID="{8A56963F-9458-4CF1-BA11-F6B59F6693C3}" presName="sibTransComposite" presStyleCnt="0"/>
      <dgm:spPr/>
    </dgm:pt>
    <dgm:pt modelId="{96C906A6-4FF4-454D-9D77-308711C77F14}" type="pres">
      <dgm:prSet presAssocID="{AA8D6E5D-2291-4551-826E-2E8CD77EBBCD}" presName="compositeNode" presStyleCnt="0"/>
      <dgm:spPr/>
    </dgm:pt>
    <dgm:pt modelId="{B9B0B242-87C5-42E1-A677-9D146A6D3C47}" type="pres">
      <dgm:prSet presAssocID="{AA8D6E5D-2291-4551-826E-2E8CD77EBBCD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7543640C-A0F3-4583-A402-6BC392A285F8}" type="pres">
      <dgm:prSet presAssocID="{AA8D6E5D-2291-4551-826E-2E8CD77EBBCD}" presName="parSh" presStyleCnt="0"/>
      <dgm:spPr/>
    </dgm:pt>
    <dgm:pt modelId="{69403660-B91F-4F31-9188-E4F56CDF83C4}" type="pres">
      <dgm:prSet presAssocID="{AA8D6E5D-2291-4551-826E-2E8CD77EBBCD}" presName="lineNode" presStyleLbl="alignAccFollowNode1" presStyleIdx="6" presStyleCnt="15"/>
      <dgm:spPr/>
    </dgm:pt>
    <dgm:pt modelId="{443C13A9-1FDD-4FC4-A337-CF907FF0D233}" type="pres">
      <dgm:prSet presAssocID="{AA8D6E5D-2291-4551-826E-2E8CD77EBBCD}" presName="lineArrowNode" presStyleLbl="alignAccFollowNode1" presStyleIdx="7" presStyleCnt="15"/>
      <dgm:spPr/>
    </dgm:pt>
    <dgm:pt modelId="{2E0F8023-7BBB-4718-BC8F-AC65EE454DC6}" type="pres">
      <dgm:prSet presAssocID="{6D5F5307-B9A3-4224-A52C-70B5D7E58E7C}" presName="sibTransNodeCircle" presStyleLbl="alignNode1" presStyleIdx="2" presStyleCnt="5">
        <dgm:presLayoutVars>
          <dgm:chMax val="0"/>
          <dgm:bulletEnabled/>
        </dgm:presLayoutVars>
      </dgm:prSet>
      <dgm:spPr/>
    </dgm:pt>
    <dgm:pt modelId="{5704A3ED-FA26-4408-8C85-B51BD14774E8}" type="pres">
      <dgm:prSet presAssocID="{6D5F5307-B9A3-4224-A52C-70B5D7E58E7C}" presName="spacerBetweenCircleAndCallout" presStyleCnt="0">
        <dgm:presLayoutVars/>
      </dgm:prSet>
      <dgm:spPr/>
    </dgm:pt>
    <dgm:pt modelId="{C988C04E-40E3-4D68-BF18-66EFFEEF4EB2}" type="pres">
      <dgm:prSet presAssocID="{AA8D6E5D-2291-4551-826E-2E8CD77EBBCD}" presName="nodeText" presStyleLbl="alignAccFollowNode1" presStyleIdx="8" presStyleCnt="15">
        <dgm:presLayoutVars>
          <dgm:bulletEnabled val="1"/>
        </dgm:presLayoutVars>
      </dgm:prSet>
      <dgm:spPr/>
    </dgm:pt>
    <dgm:pt modelId="{B6BBB860-34CE-4234-8D3B-BDBD461D22B0}" type="pres">
      <dgm:prSet presAssocID="{6D5F5307-B9A3-4224-A52C-70B5D7E58E7C}" presName="sibTransComposite" presStyleCnt="0"/>
      <dgm:spPr/>
    </dgm:pt>
    <dgm:pt modelId="{F093D1EA-1E4B-4611-A553-45F589D6189E}" type="pres">
      <dgm:prSet presAssocID="{55AD6682-19A1-4F15-920E-E13D92EB312E}" presName="compositeNode" presStyleCnt="0"/>
      <dgm:spPr/>
    </dgm:pt>
    <dgm:pt modelId="{200EAA04-D9FF-4E34-8629-9FF0013CAD96}" type="pres">
      <dgm:prSet presAssocID="{55AD6682-19A1-4F15-920E-E13D92EB312E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311144D1-3BA2-4573-AB3C-C1D2F0AEE5A2}" type="pres">
      <dgm:prSet presAssocID="{55AD6682-19A1-4F15-920E-E13D92EB312E}" presName="parSh" presStyleCnt="0"/>
      <dgm:spPr/>
    </dgm:pt>
    <dgm:pt modelId="{B301E9C0-66A8-4889-AB14-A827A90B7730}" type="pres">
      <dgm:prSet presAssocID="{55AD6682-19A1-4F15-920E-E13D92EB312E}" presName="lineNode" presStyleLbl="alignAccFollowNode1" presStyleIdx="9" presStyleCnt="15"/>
      <dgm:spPr/>
    </dgm:pt>
    <dgm:pt modelId="{C520B667-F0A6-4456-B459-83C4807E6047}" type="pres">
      <dgm:prSet presAssocID="{55AD6682-19A1-4F15-920E-E13D92EB312E}" presName="lineArrowNode" presStyleLbl="alignAccFollowNode1" presStyleIdx="10" presStyleCnt="15"/>
      <dgm:spPr/>
    </dgm:pt>
    <dgm:pt modelId="{ADD1CCE4-82A5-468F-8BC5-15D0185DBB4E}" type="pres">
      <dgm:prSet presAssocID="{6DA0DC7B-EEAC-48D5-8C2F-256705FA5618}" presName="sibTransNodeCircle" presStyleLbl="alignNode1" presStyleIdx="3" presStyleCnt="5">
        <dgm:presLayoutVars>
          <dgm:chMax val="0"/>
          <dgm:bulletEnabled/>
        </dgm:presLayoutVars>
      </dgm:prSet>
      <dgm:spPr/>
    </dgm:pt>
    <dgm:pt modelId="{C251040B-EE34-45B4-9F5D-BC733169E090}" type="pres">
      <dgm:prSet presAssocID="{6DA0DC7B-EEAC-48D5-8C2F-256705FA5618}" presName="spacerBetweenCircleAndCallout" presStyleCnt="0">
        <dgm:presLayoutVars/>
      </dgm:prSet>
      <dgm:spPr/>
    </dgm:pt>
    <dgm:pt modelId="{12E9BEA5-B7F5-4B40-9B17-6A733AF73901}" type="pres">
      <dgm:prSet presAssocID="{55AD6682-19A1-4F15-920E-E13D92EB312E}" presName="nodeText" presStyleLbl="alignAccFollowNode1" presStyleIdx="11" presStyleCnt="15">
        <dgm:presLayoutVars>
          <dgm:bulletEnabled val="1"/>
        </dgm:presLayoutVars>
      </dgm:prSet>
      <dgm:spPr/>
    </dgm:pt>
    <dgm:pt modelId="{35E6EF17-E484-4B06-BD04-1114BDD6AE49}" type="pres">
      <dgm:prSet presAssocID="{6DA0DC7B-EEAC-48D5-8C2F-256705FA5618}" presName="sibTransComposite" presStyleCnt="0"/>
      <dgm:spPr/>
    </dgm:pt>
    <dgm:pt modelId="{F191E6AC-D335-43FD-9BCC-B6410C726B8A}" type="pres">
      <dgm:prSet presAssocID="{1F20ABF3-642B-4EA2-9497-67153B1D953A}" presName="compositeNode" presStyleCnt="0"/>
      <dgm:spPr/>
    </dgm:pt>
    <dgm:pt modelId="{691B272D-AEC8-430E-936D-2AB0A64D72AE}" type="pres">
      <dgm:prSet presAssocID="{1F20ABF3-642B-4EA2-9497-67153B1D953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00E7883D-13E0-419A-8CB6-169DF9386E10}" type="pres">
      <dgm:prSet presAssocID="{1F20ABF3-642B-4EA2-9497-67153B1D953A}" presName="parSh" presStyleCnt="0"/>
      <dgm:spPr/>
    </dgm:pt>
    <dgm:pt modelId="{98FC13F5-E633-4E1D-AC5F-6F956633F8CC}" type="pres">
      <dgm:prSet presAssocID="{1F20ABF3-642B-4EA2-9497-67153B1D953A}" presName="lineNode" presStyleLbl="alignAccFollowNode1" presStyleIdx="12" presStyleCnt="15"/>
      <dgm:spPr/>
    </dgm:pt>
    <dgm:pt modelId="{852C83FD-BB6A-41CB-BDAC-26661C8025B8}" type="pres">
      <dgm:prSet presAssocID="{1F20ABF3-642B-4EA2-9497-67153B1D953A}" presName="lineArrowNode" presStyleLbl="alignAccFollowNode1" presStyleIdx="13" presStyleCnt="15"/>
      <dgm:spPr/>
    </dgm:pt>
    <dgm:pt modelId="{A40815D7-3BD6-44D4-A32A-A6FD819154DF}" type="pres">
      <dgm:prSet presAssocID="{AC6DD392-D3D9-41A4-B130-4C271E107B19}" presName="sibTransNodeCircle" presStyleLbl="alignNode1" presStyleIdx="4" presStyleCnt="5">
        <dgm:presLayoutVars>
          <dgm:chMax val="0"/>
          <dgm:bulletEnabled/>
        </dgm:presLayoutVars>
      </dgm:prSet>
      <dgm:spPr/>
    </dgm:pt>
    <dgm:pt modelId="{13747DFA-6414-464B-A499-B8238DDAD9A2}" type="pres">
      <dgm:prSet presAssocID="{AC6DD392-D3D9-41A4-B130-4C271E107B19}" presName="spacerBetweenCircleAndCallout" presStyleCnt="0">
        <dgm:presLayoutVars/>
      </dgm:prSet>
      <dgm:spPr/>
    </dgm:pt>
    <dgm:pt modelId="{B116FA97-1FAE-40A9-8C85-DB8F4C91EF7C}" type="pres">
      <dgm:prSet presAssocID="{1F20ABF3-642B-4EA2-9497-67153B1D953A}" presName="nodeText" presStyleLbl="alignAccFollowNode1" presStyleIdx="14" presStyleCnt="15">
        <dgm:presLayoutVars>
          <dgm:bulletEnabled val="1"/>
        </dgm:presLayoutVars>
      </dgm:prSet>
      <dgm:spPr/>
    </dgm:pt>
  </dgm:ptLst>
  <dgm:cxnLst>
    <dgm:cxn modelId="{29BBA800-693F-47F9-B589-BD02ACA329D8}" type="presOf" srcId="{6D5F5307-B9A3-4224-A52C-70B5D7E58E7C}" destId="{2E0F8023-7BBB-4718-BC8F-AC65EE454DC6}" srcOrd="0" destOrd="0" presId="urn:microsoft.com/office/officeart/2016/7/layout/LinearArrowProcessNumbered#1"/>
    <dgm:cxn modelId="{63A86908-F1BA-40AE-9C06-2FD947CEB37B}" srcId="{98A846BE-51A9-4BA7-9258-ECFAE05E7F40}" destId="{72B0E1DB-F605-4482-AE1E-A209312D77BF}" srcOrd="0" destOrd="0" parTransId="{90473CB2-2237-4ED2-A173-5EF53DE90875}" sibTransId="{BB711CBB-CEC5-4082-AD59-E754818498B5}"/>
    <dgm:cxn modelId="{36E38B15-C279-4C6E-A93E-7725695038F9}" type="presOf" srcId="{D841507B-447A-43E4-A67A-78917CB1FB25}" destId="{2D736B05-B42D-46EA-852B-C2BFDDD5591E}" srcOrd="0" destOrd="0" presId="urn:microsoft.com/office/officeart/2016/7/layout/LinearArrowProcessNumbered#1"/>
    <dgm:cxn modelId="{55EAF420-E592-4A82-A62F-9D8CCEB249F3}" srcId="{98A846BE-51A9-4BA7-9258-ECFAE05E7F40}" destId="{AA8D6E5D-2291-4551-826E-2E8CD77EBBCD}" srcOrd="2" destOrd="0" parTransId="{8108D565-E010-4B90-8EC9-E6472FDB3D6F}" sibTransId="{6D5F5307-B9A3-4224-A52C-70B5D7E58E7C}"/>
    <dgm:cxn modelId="{971BE537-C667-4FD8-ADD0-E3A753AC514B}" type="presOf" srcId="{AA8D6E5D-2291-4551-826E-2E8CD77EBBCD}" destId="{C988C04E-40E3-4D68-BF18-66EFFEEF4EB2}" srcOrd="0" destOrd="0" presId="urn:microsoft.com/office/officeart/2016/7/layout/LinearArrowProcessNumbered#1"/>
    <dgm:cxn modelId="{F079673A-98B2-452D-805A-EF2D06993F38}" type="presOf" srcId="{BB711CBB-CEC5-4082-AD59-E754818498B5}" destId="{6C31B981-8D81-4564-8528-EC1D1789413C}" srcOrd="0" destOrd="0" presId="urn:microsoft.com/office/officeart/2016/7/layout/LinearArrowProcessNumbered#1"/>
    <dgm:cxn modelId="{522DD16F-B30D-40BA-AA70-7667AAFFD0AE}" srcId="{98A846BE-51A9-4BA7-9258-ECFAE05E7F40}" destId="{55AD6682-19A1-4F15-920E-E13D92EB312E}" srcOrd="3" destOrd="0" parTransId="{0A1EE536-D200-411C-8FD0-7F23E7109629}" sibTransId="{6DA0DC7B-EEAC-48D5-8C2F-256705FA5618}"/>
    <dgm:cxn modelId="{0AC2E275-95C9-495E-A18A-CFCEF45E0CE7}" type="presOf" srcId="{98A846BE-51A9-4BA7-9258-ECFAE05E7F40}" destId="{D9938462-A694-4D2B-BC8A-98DD7FFDFAAA}" srcOrd="0" destOrd="0" presId="urn:microsoft.com/office/officeart/2016/7/layout/LinearArrowProcessNumbered#1"/>
    <dgm:cxn modelId="{EF2C8C7A-25B0-4A45-86CA-AD1B06A26E26}" srcId="{98A846BE-51A9-4BA7-9258-ECFAE05E7F40}" destId="{1F20ABF3-642B-4EA2-9497-67153B1D953A}" srcOrd="4" destOrd="0" parTransId="{FE5BB2D4-8C6C-4733-A4F4-BB908B5819C2}" sibTransId="{AC6DD392-D3D9-41A4-B130-4C271E107B19}"/>
    <dgm:cxn modelId="{09DB469E-C3E9-434F-9E7A-68A4F440152E}" type="presOf" srcId="{8A56963F-9458-4CF1-BA11-F6B59F6693C3}" destId="{7D680E2B-37E7-47C5-9407-98DE51395E71}" srcOrd="0" destOrd="0" presId="urn:microsoft.com/office/officeart/2016/7/layout/LinearArrowProcessNumbered#1"/>
    <dgm:cxn modelId="{A0EEC0BD-FA12-42F6-B7AA-3978CEF55B92}" type="presOf" srcId="{1F20ABF3-642B-4EA2-9497-67153B1D953A}" destId="{B116FA97-1FAE-40A9-8C85-DB8F4C91EF7C}" srcOrd="0" destOrd="0" presId="urn:microsoft.com/office/officeart/2016/7/layout/LinearArrowProcessNumbered#1"/>
    <dgm:cxn modelId="{89F99CCE-DD31-45EB-8368-0C474560C17C}" srcId="{98A846BE-51A9-4BA7-9258-ECFAE05E7F40}" destId="{D841507B-447A-43E4-A67A-78917CB1FB25}" srcOrd="1" destOrd="0" parTransId="{09ECAFD9-77B4-411E-A0C6-BD2718D2ED19}" sibTransId="{8A56963F-9458-4CF1-BA11-F6B59F6693C3}"/>
    <dgm:cxn modelId="{1FBFD8E8-BDD7-4F06-9696-775EFDFCB25B}" type="presOf" srcId="{72B0E1DB-F605-4482-AE1E-A209312D77BF}" destId="{9E12A04F-BCB2-418C-8FAC-C5B16FD6DDB2}" srcOrd="0" destOrd="0" presId="urn:microsoft.com/office/officeart/2016/7/layout/LinearArrowProcessNumbered#1"/>
    <dgm:cxn modelId="{A3F815F7-5C54-4E7E-BA28-47B04A28A0A8}" type="presOf" srcId="{AC6DD392-D3D9-41A4-B130-4C271E107B19}" destId="{A40815D7-3BD6-44D4-A32A-A6FD819154DF}" srcOrd="0" destOrd="0" presId="urn:microsoft.com/office/officeart/2016/7/layout/LinearArrowProcessNumbered#1"/>
    <dgm:cxn modelId="{EDFA25F8-07E7-450A-822D-E50C9E26730B}" type="presOf" srcId="{6DA0DC7B-EEAC-48D5-8C2F-256705FA5618}" destId="{ADD1CCE4-82A5-468F-8BC5-15D0185DBB4E}" srcOrd="0" destOrd="0" presId="urn:microsoft.com/office/officeart/2016/7/layout/LinearArrowProcessNumbered#1"/>
    <dgm:cxn modelId="{D1AE8AFA-1027-4289-9DB1-FE78926F5010}" type="presOf" srcId="{55AD6682-19A1-4F15-920E-E13D92EB312E}" destId="{12E9BEA5-B7F5-4B40-9B17-6A733AF73901}" srcOrd="0" destOrd="0" presId="urn:microsoft.com/office/officeart/2016/7/layout/LinearArrowProcessNumbered#1"/>
    <dgm:cxn modelId="{A4CB0BDB-C25D-4392-A219-0EBFD94AC736}" type="presParOf" srcId="{D9938462-A694-4D2B-BC8A-98DD7FFDFAAA}" destId="{3210AA3B-1016-4B01-88CF-256ECD9CC427}" srcOrd="0" destOrd="0" presId="urn:microsoft.com/office/officeart/2016/7/layout/LinearArrowProcessNumbered#1"/>
    <dgm:cxn modelId="{2EAF6CA9-3DBF-4346-B463-B151D406BDB7}" type="presParOf" srcId="{3210AA3B-1016-4B01-88CF-256ECD9CC427}" destId="{AC1D62B2-5BB5-4C47-B0A2-E1FBB897A610}" srcOrd="0" destOrd="0" presId="urn:microsoft.com/office/officeart/2016/7/layout/LinearArrowProcessNumbered#1"/>
    <dgm:cxn modelId="{E6A47FFB-8533-43F7-8565-A0874DFE9796}" type="presParOf" srcId="{3210AA3B-1016-4B01-88CF-256ECD9CC427}" destId="{B64DCCD0-056B-4169-A5A7-39A9008BDF59}" srcOrd="1" destOrd="0" presId="urn:microsoft.com/office/officeart/2016/7/layout/LinearArrowProcessNumbered#1"/>
    <dgm:cxn modelId="{9151C556-5401-4426-99E6-90491EB28CFB}" type="presParOf" srcId="{B64DCCD0-056B-4169-A5A7-39A9008BDF59}" destId="{3243B479-C689-4D23-A07B-E9F9607A4D6A}" srcOrd="0" destOrd="0" presId="urn:microsoft.com/office/officeart/2016/7/layout/LinearArrowProcessNumbered#1"/>
    <dgm:cxn modelId="{2F7CBC3E-3739-49C1-ADEB-4382CA2A58E3}" type="presParOf" srcId="{B64DCCD0-056B-4169-A5A7-39A9008BDF59}" destId="{38DEDB39-23F5-41B5-B8F8-7FD84FF2E4C1}" srcOrd="1" destOrd="0" presId="urn:microsoft.com/office/officeart/2016/7/layout/LinearArrowProcessNumbered#1"/>
    <dgm:cxn modelId="{05BD445A-6705-482A-A78A-61B599543FA6}" type="presParOf" srcId="{B64DCCD0-056B-4169-A5A7-39A9008BDF59}" destId="{6C31B981-8D81-4564-8528-EC1D1789413C}" srcOrd="2" destOrd="0" presId="urn:microsoft.com/office/officeart/2016/7/layout/LinearArrowProcessNumbered#1"/>
    <dgm:cxn modelId="{19A7B4E6-7418-43F4-8B2D-0C3FD534EF8B}" type="presParOf" srcId="{B64DCCD0-056B-4169-A5A7-39A9008BDF59}" destId="{F5E2A282-95B8-4557-94EF-2BE82504047D}" srcOrd="3" destOrd="0" presId="urn:microsoft.com/office/officeart/2016/7/layout/LinearArrowProcessNumbered#1"/>
    <dgm:cxn modelId="{1FEC8258-3EEA-4CDB-8983-3CE48C40DC45}" type="presParOf" srcId="{3210AA3B-1016-4B01-88CF-256ECD9CC427}" destId="{9E12A04F-BCB2-418C-8FAC-C5B16FD6DDB2}" srcOrd="2" destOrd="0" presId="urn:microsoft.com/office/officeart/2016/7/layout/LinearArrowProcessNumbered#1"/>
    <dgm:cxn modelId="{532D1D7C-43A3-4044-BC60-39A241812638}" type="presParOf" srcId="{D9938462-A694-4D2B-BC8A-98DD7FFDFAAA}" destId="{827135C6-7779-49EE-BBF7-94140F70B019}" srcOrd="1" destOrd="0" presId="urn:microsoft.com/office/officeart/2016/7/layout/LinearArrowProcessNumbered#1"/>
    <dgm:cxn modelId="{A6A69A75-7EE6-4637-B240-1EC98060159D}" type="presParOf" srcId="{D9938462-A694-4D2B-BC8A-98DD7FFDFAAA}" destId="{94FFE4A3-717E-4FA2-B81F-868DE997CB51}" srcOrd="2" destOrd="0" presId="urn:microsoft.com/office/officeart/2016/7/layout/LinearArrowProcessNumbered#1"/>
    <dgm:cxn modelId="{CC8DD634-A908-415C-A781-B494A731B595}" type="presParOf" srcId="{94FFE4A3-717E-4FA2-B81F-868DE997CB51}" destId="{2FD2706E-63BB-4C73-BE4B-EA498188D5A7}" srcOrd="0" destOrd="0" presId="urn:microsoft.com/office/officeart/2016/7/layout/LinearArrowProcessNumbered#1"/>
    <dgm:cxn modelId="{C5C2A0B7-7C44-4378-9E39-162954318300}" type="presParOf" srcId="{94FFE4A3-717E-4FA2-B81F-868DE997CB51}" destId="{E04F5057-2705-42CE-BB13-967212824C65}" srcOrd="1" destOrd="0" presId="urn:microsoft.com/office/officeart/2016/7/layout/LinearArrowProcessNumbered#1"/>
    <dgm:cxn modelId="{89D19F63-F2A5-44F2-820C-2A5BA911FE8B}" type="presParOf" srcId="{E04F5057-2705-42CE-BB13-967212824C65}" destId="{F5142449-10A1-4278-B96C-C4ABAB189E46}" srcOrd="0" destOrd="0" presId="urn:microsoft.com/office/officeart/2016/7/layout/LinearArrowProcessNumbered#1"/>
    <dgm:cxn modelId="{B199C1DE-417B-4350-9C6A-8A7CA7F59B54}" type="presParOf" srcId="{E04F5057-2705-42CE-BB13-967212824C65}" destId="{CB784251-3D1A-453A-AC20-F2E87A36EEF3}" srcOrd="1" destOrd="0" presId="urn:microsoft.com/office/officeart/2016/7/layout/LinearArrowProcessNumbered#1"/>
    <dgm:cxn modelId="{7F6BAA27-648B-428A-BD3E-CCAC8DA85E5F}" type="presParOf" srcId="{E04F5057-2705-42CE-BB13-967212824C65}" destId="{7D680E2B-37E7-47C5-9407-98DE51395E71}" srcOrd="2" destOrd="0" presId="urn:microsoft.com/office/officeart/2016/7/layout/LinearArrowProcessNumbered#1"/>
    <dgm:cxn modelId="{874CE77E-1316-4212-A3EA-6E69AA873785}" type="presParOf" srcId="{E04F5057-2705-42CE-BB13-967212824C65}" destId="{46F5A849-A405-4ECF-B3E1-1F0C28282973}" srcOrd="3" destOrd="0" presId="urn:microsoft.com/office/officeart/2016/7/layout/LinearArrowProcessNumbered#1"/>
    <dgm:cxn modelId="{36D93683-652F-4C2D-B026-38A3FD943F1E}" type="presParOf" srcId="{94FFE4A3-717E-4FA2-B81F-868DE997CB51}" destId="{2D736B05-B42D-46EA-852B-C2BFDDD5591E}" srcOrd="2" destOrd="0" presId="urn:microsoft.com/office/officeart/2016/7/layout/LinearArrowProcessNumbered#1"/>
    <dgm:cxn modelId="{579BFE17-E471-4F01-A592-EB7D72C990F1}" type="presParOf" srcId="{D9938462-A694-4D2B-BC8A-98DD7FFDFAAA}" destId="{EC099AD6-5E45-4621-B76A-90EC2958EE47}" srcOrd="3" destOrd="0" presId="urn:microsoft.com/office/officeart/2016/7/layout/LinearArrowProcessNumbered#1"/>
    <dgm:cxn modelId="{AE270EB7-1D54-49F5-8BBE-54E07F9FC145}" type="presParOf" srcId="{D9938462-A694-4D2B-BC8A-98DD7FFDFAAA}" destId="{96C906A6-4FF4-454D-9D77-308711C77F14}" srcOrd="4" destOrd="0" presId="urn:microsoft.com/office/officeart/2016/7/layout/LinearArrowProcessNumbered#1"/>
    <dgm:cxn modelId="{573D9A63-2A7D-4011-B542-B10518E20D6D}" type="presParOf" srcId="{96C906A6-4FF4-454D-9D77-308711C77F14}" destId="{B9B0B242-87C5-42E1-A677-9D146A6D3C47}" srcOrd="0" destOrd="0" presId="urn:microsoft.com/office/officeart/2016/7/layout/LinearArrowProcessNumbered#1"/>
    <dgm:cxn modelId="{B25BD67B-D959-4611-A6AB-AF2BC5BDCFA1}" type="presParOf" srcId="{96C906A6-4FF4-454D-9D77-308711C77F14}" destId="{7543640C-A0F3-4583-A402-6BC392A285F8}" srcOrd="1" destOrd="0" presId="urn:microsoft.com/office/officeart/2016/7/layout/LinearArrowProcessNumbered#1"/>
    <dgm:cxn modelId="{51EA49DA-F619-4BA9-B651-F0C7E0790F85}" type="presParOf" srcId="{7543640C-A0F3-4583-A402-6BC392A285F8}" destId="{69403660-B91F-4F31-9188-E4F56CDF83C4}" srcOrd="0" destOrd="0" presId="urn:microsoft.com/office/officeart/2016/7/layout/LinearArrowProcessNumbered#1"/>
    <dgm:cxn modelId="{8C0B92A2-5F62-4E22-8CF9-D8D91F20AB63}" type="presParOf" srcId="{7543640C-A0F3-4583-A402-6BC392A285F8}" destId="{443C13A9-1FDD-4FC4-A337-CF907FF0D233}" srcOrd="1" destOrd="0" presId="urn:microsoft.com/office/officeart/2016/7/layout/LinearArrowProcessNumbered#1"/>
    <dgm:cxn modelId="{C3C53B0C-F17B-4618-B183-2FE1150599B6}" type="presParOf" srcId="{7543640C-A0F3-4583-A402-6BC392A285F8}" destId="{2E0F8023-7BBB-4718-BC8F-AC65EE454DC6}" srcOrd="2" destOrd="0" presId="urn:microsoft.com/office/officeart/2016/7/layout/LinearArrowProcessNumbered#1"/>
    <dgm:cxn modelId="{E94A7A8B-48BA-4CAA-80B5-12E976C31E30}" type="presParOf" srcId="{7543640C-A0F3-4583-A402-6BC392A285F8}" destId="{5704A3ED-FA26-4408-8C85-B51BD14774E8}" srcOrd="3" destOrd="0" presId="urn:microsoft.com/office/officeart/2016/7/layout/LinearArrowProcessNumbered#1"/>
    <dgm:cxn modelId="{97B86354-6D57-4D36-A29A-F165AD648E0B}" type="presParOf" srcId="{96C906A6-4FF4-454D-9D77-308711C77F14}" destId="{C988C04E-40E3-4D68-BF18-66EFFEEF4EB2}" srcOrd="2" destOrd="0" presId="urn:microsoft.com/office/officeart/2016/7/layout/LinearArrowProcessNumbered#1"/>
    <dgm:cxn modelId="{9C2EAD07-5CA4-4A8F-A77F-518577EA58B7}" type="presParOf" srcId="{D9938462-A694-4D2B-BC8A-98DD7FFDFAAA}" destId="{B6BBB860-34CE-4234-8D3B-BDBD461D22B0}" srcOrd="5" destOrd="0" presId="urn:microsoft.com/office/officeart/2016/7/layout/LinearArrowProcessNumbered#1"/>
    <dgm:cxn modelId="{0B5592C3-58E4-409D-A4E4-BE4295C6D6B7}" type="presParOf" srcId="{D9938462-A694-4D2B-BC8A-98DD7FFDFAAA}" destId="{F093D1EA-1E4B-4611-A553-45F589D6189E}" srcOrd="6" destOrd="0" presId="urn:microsoft.com/office/officeart/2016/7/layout/LinearArrowProcessNumbered#1"/>
    <dgm:cxn modelId="{B48D15F9-F0C1-433A-928F-D8D89E85C085}" type="presParOf" srcId="{F093D1EA-1E4B-4611-A553-45F589D6189E}" destId="{200EAA04-D9FF-4E34-8629-9FF0013CAD96}" srcOrd="0" destOrd="0" presId="urn:microsoft.com/office/officeart/2016/7/layout/LinearArrowProcessNumbered#1"/>
    <dgm:cxn modelId="{69E55308-09EF-4F00-A808-6424943A075E}" type="presParOf" srcId="{F093D1EA-1E4B-4611-A553-45F589D6189E}" destId="{311144D1-3BA2-4573-AB3C-C1D2F0AEE5A2}" srcOrd="1" destOrd="0" presId="urn:microsoft.com/office/officeart/2016/7/layout/LinearArrowProcessNumbered#1"/>
    <dgm:cxn modelId="{AA26D826-4442-40B7-9319-BC35953393A7}" type="presParOf" srcId="{311144D1-3BA2-4573-AB3C-C1D2F0AEE5A2}" destId="{B301E9C0-66A8-4889-AB14-A827A90B7730}" srcOrd="0" destOrd="0" presId="urn:microsoft.com/office/officeart/2016/7/layout/LinearArrowProcessNumbered#1"/>
    <dgm:cxn modelId="{0AF48CB6-2EF5-46FC-9CC3-EF16A9587803}" type="presParOf" srcId="{311144D1-3BA2-4573-AB3C-C1D2F0AEE5A2}" destId="{C520B667-F0A6-4456-B459-83C4807E6047}" srcOrd="1" destOrd="0" presId="urn:microsoft.com/office/officeart/2016/7/layout/LinearArrowProcessNumbered#1"/>
    <dgm:cxn modelId="{219A58BA-E359-4F59-A899-F71683E541D3}" type="presParOf" srcId="{311144D1-3BA2-4573-AB3C-C1D2F0AEE5A2}" destId="{ADD1CCE4-82A5-468F-8BC5-15D0185DBB4E}" srcOrd="2" destOrd="0" presId="urn:microsoft.com/office/officeart/2016/7/layout/LinearArrowProcessNumbered#1"/>
    <dgm:cxn modelId="{315DF184-B0A1-463B-B431-638FB9959533}" type="presParOf" srcId="{311144D1-3BA2-4573-AB3C-C1D2F0AEE5A2}" destId="{C251040B-EE34-45B4-9F5D-BC733169E090}" srcOrd="3" destOrd="0" presId="urn:microsoft.com/office/officeart/2016/7/layout/LinearArrowProcessNumbered#1"/>
    <dgm:cxn modelId="{94D8DA09-34BF-4FB7-9955-7C23FAB06370}" type="presParOf" srcId="{F093D1EA-1E4B-4611-A553-45F589D6189E}" destId="{12E9BEA5-B7F5-4B40-9B17-6A733AF73901}" srcOrd="2" destOrd="0" presId="urn:microsoft.com/office/officeart/2016/7/layout/LinearArrowProcessNumbered#1"/>
    <dgm:cxn modelId="{4CFD5772-BD3F-49CC-8105-53E3D58DA0A4}" type="presParOf" srcId="{D9938462-A694-4D2B-BC8A-98DD7FFDFAAA}" destId="{35E6EF17-E484-4B06-BD04-1114BDD6AE49}" srcOrd="7" destOrd="0" presId="urn:microsoft.com/office/officeart/2016/7/layout/LinearArrowProcessNumbered#1"/>
    <dgm:cxn modelId="{9AED277C-3B9F-4BFC-8BF5-B6CD2AE9CA93}" type="presParOf" srcId="{D9938462-A694-4D2B-BC8A-98DD7FFDFAAA}" destId="{F191E6AC-D335-43FD-9BCC-B6410C726B8A}" srcOrd="8" destOrd="0" presId="urn:microsoft.com/office/officeart/2016/7/layout/LinearArrowProcessNumbered#1"/>
    <dgm:cxn modelId="{6A47D3EF-E4E1-4D44-9308-DCC83C2D1CC2}" type="presParOf" srcId="{F191E6AC-D335-43FD-9BCC-B6410C726B8A}" destId="{691B272D-AEC8-430E-936D-2AB0A64D72AE}" srcOrd="0" destOrd="0" presId="urn:microsoft.com/office/officeart/2016/7/layout/LinearArrowProcessNumbered#1"/>
    <dgm:cxn modelId="{F48EC99E-9356-4363-806F-835D36E19F01}" type="presParOf" srcId="{F191E6AC-D335-43FD-9BCC-B6410C726B8A}" destId="{00E7883D-13E0-419A-8CB6-169DF9386E10}" srcOrd="1" destOrd="0" presId="urn:microsoft.com/office/officeart/2016/7/layout/LinearArrowProcessNumbered#1"/>
    <dgm:cxn modelId="{E8C64E02-6CDF-41BF-B9DE-47DE753D9B52}" type="presParOf" srcId="{00E7883D-13E0-419A-8CB6-169DF9386E10}" destId="{98FC13F5-E633-4E1D-AC5F-6F956633F8CC}" srcOrd="0" destOrd="0" presId="urn:microsoft.com/office/officeart/2016/7/layout/LinearArrowProcessNumbered#1"/>
    <dgm:cxn modelId="{254B18D4-B7C4-4F6A-8F57-53668C04569F}" type="presParOf" srcId="{00E7883D-13E0-419A-8CB6-169DF9386E10}" destId="{852C83FD-BB6A-41CB-BDAC-26661C8025B8}" srcOrd="1" destOrd="0" presId="urn:microsoft.com/office/officeart/2016/7/layout/LinearArrowProcessNumbered#1"/>
    <dgm:cxn modelId="{71FECA3D-96C0-4DF1-BCE2-18618258F1BB}" type="presParOf" srcId="{00E7883D-13E0-419A-8CB6-169DF9386E10}" destId="{A40815D7-3BD6-44D4-A32A-A6FD819154DF}" srcOrd="2" destOrd="0" presId="urn:microsoft.com/office/officeart/2016/7/layout/LinearArrowProcessNumbered#1"/>
    <dgm:cxn modelId="{101650BE-94D9-44AE-911A-A8FCE4B7940B}" type="presParOf" srcId="{00E7883D-13E0-419A-8CB6-169DF9386E10}" destId="{13747DFA-6414-464B-A499-B8238DDAD9A2}" srcOrd="3" destOrd="0" presId="urn:microsoft.com/office/officeart/2016/7/layout/LinearArrowProcessNumbered#1"/>
    <dgm:cxn modelId="{F0F38679-67FF-41DB-8B85-D1F75BB7FA1B}" type="presParOf" srcId="{F191E6AC-D335-43FD-9BCC-B6410C726B8A}" destId="{B116FA97-1FAE-40A9-8C85-DB8F4C91EF7C}" srcOrd="2" destOrd="0" presId="urn:microsoft.com/office/officeart/2016/7/layout/LinearArrowProcessNumbered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43B479-C689-4D23-A07B-E9F9607A4D6A}">
      <dsp:nvSpPr>
        <dsp:cNvPr id="0" name=""/>
        <dsp:cNvSpPr/>
      </dsp:nvSpPr>
      <dsp:spPr>
        <a:xfrm>
          <a:off x="1052586" y="872701"/>
          <a:ext cx="841042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DEDB39-23F5-41B5-B8F8-7FD84FF2E4C1}">
      <dsp:nvSpPr>
        <dsp:cNvPr id="0" name=""/>
        <dsp:cNvSpPr/>
      </dsp:nvSpPr>
      <dsp:spPr>
        <a:xfrm>
          <a:off x="1944092" y="802090"/>
          <a:ext cx="96719" cy="181664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31B981-8D81-4564-8528-EC1D1789413C}">
      <dsp:nvSpPr>
        <dsp:cNvPr id="0" name=""/>
        <dsp:cNvSpPr/>
      </dsp:nvSpPr>
      <dsp:spPr>
        <a:xfrm>
          <a:off x="525631" y="450912"/>
          <a:ext cx="843651" cy="8436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738" tIns="32738" rIns="32738" bIns="32738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1</a:t>
          </a:r>
        </a:p>
      </dsp:txBody>
      <dsp:txXfrm>
        <a:off x="649181" y="574462"/>
        <a:ext cx="596551" cy="596551"/>
      </dsp:txXfrm>
    </dsp:sp>
    <dsp:sp modelId="{9E12A04F-BCB2-418C-8FAC-C5B16FD6DDB2}">
      <dsp:nvSpPr>
        <dsp:cNvPr id="0" name=""/>
        <dsp:cNvSpPr/>
      </dsp:nvSpPr>
      <dsp:spPr>
        <a:xfrm>
          <a:off x="1283" y="1460163"/>
          <a:ext cx="189234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270" tIns="165100" rIns="149270" bIns="165100" numCol="1" spcCol="1270" anchor="t" anchorCtr="0">
          <a:noAutofit/>
        </a:bodyPr>
        <a:lstStyle/>
        <a:p>
          <a:pPr marL="0" lvl="0" indent="0" algn="l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>
              <a:latin typeface="The Serif Hand Black"/>
              <a:ea typeface="Calibri"/>
              <a:cs typeface="Calibri"/>
            </a:rPr>
            <a:t>Može</a:t>
          </a:r>
          <a:r>
            <a:rPr lang="en-US" sz="1100" kern="1200" dirty="0">
              <a:latin typeface="The Serif Hand Black"/>
              <a:ea typeface="Calibri"/>
              <a:cs typeface="Calibri"/>
            </a:rPr>
            <a:t> li </a:t>
          </a:r>
          <a:r>
            <a:rPr lang="en-US" sz="1100" kern="1200" dirty="0" err="1">
              <a:latin typeface="The Serif Hand Black"/>
              <a:ea typeface="Calibri"/>
              <a:cs typeface="Calibri"/>
            </a:rPr>
            <a:t>mašina</a:t>
          </a:r>
          <a:r>
            <a:rPr lang="en-US" sz="1100" kern="1200" dirty="0">
              <a:latin typeface="The Serif Hand Black"/>
              <a:ea typeface="Calibri"/>
              <a:cs typeface="Calibri"/>
            </a:rPr>
            <a:t> da </a:t>
          </a:r>
          <a:r>
            <a:rPr lang="en-US" sz="1100" kern="1200" dirty="0" err="1">
              <a:latin typeface="The Serif Hand Black"/>
              <a:ea typeface="Calibri"/>
              <a:cs typeface="Calibri"/>
            </a:rPr>
            <a:t>zameni</a:t>
          </a:r>
          <a:r>
            <a:rPr lang="en-US" sz="1100" kern="1200" dirty="0">
              <a:latin typeface="The Serif Hand Black"/>
              <a:ea typeface="Calibri"/>
              <a:cs typeface="Calibri"/>
            </a:rPr>
            <a:t> </a:t>
          </a:r>
          <a:r>
            <a:rPr lang="en-US" sz="1100" kern="1200" dirty="0" err="1">
              <a:latin typeface="The Serif Hand Black"/>
              <a:ea typeface="Calibri"/>
              <a:cs typeface="Calibri"/>
            </a:rPr>
            <a:t>ljudsku</a:t>
          </a:r>
          <a:r>
            <a:rPr lang="en-US" sz="1100" kern="1200" dirty="0">
              <a:latin typeface="The Serif Hand Black"/>
              <a:ea typeface="Calibri"/>
              <a:cs typeface="Calibri"/>
            </a:rPr>
            <a:t> </a:t>
          </a:r>
          <a:r>
            <a:rPr lang="en-US" sz="1100" kern="1200" dirty="0" err="1">
              <a:latin typeface="The Serif Hand Black"/>
              <a:ea typeface="Calibri"/>
              <a:cs typeface="Calibri"/>
            </a:rPr>
            <a:t>bliskost</a:t>
          </a:r>
          <a:r>
            <a:rPr lang="en-US" sz="1100" kern="1200" dirty="0">
              <a:latin typeface="The Serif Hand Black"/>
              <a:ea typeface="Calibri"/>
              <a:cs typeface="Calibri"/>
            </a:rPr>
            <a:t>?</a:t>
          </a:r>
        </a:p>
      </dsp:txBody>
      <dsp:txXfrm>
        <a:off x="1283" y="1838632"/>
        <a:ext cx="1892345" cy="1587131"/>
      </dsp:txXfrm>
    </dsp:sp>
    <dsp:sp modelId="{F5142449-10A1-4278-B96C-C4ABAB189E46}">
      <dsp:nvSpPr>
        <dsp:cNvPr id="0" name=""/>
        <dsp:cNvSpPr/>
      </dsp:nvSpPr>
      <dsp:spPr>
        <a:xfrm>
          <a:off x="2103890" y="872701"/>
          <a:ext cx="1892345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784251-3D1A-453A-AC20-F2E87A36EEF3}">
      <dsp:nvSpPr>
        <dsp:cNvPr id="0" name=""/>
        <dsp:cNvSpPr/>
      </dsp:nvSpPr>
      <dsp:spPr>
        <a:xfrm>
          <a:off x="4046698" y="802089"/>
          <a:ext cx="96719" cy="181665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680E2B-37E7-47C5-9407-98DE51395E71}">
      <dsp:nvSpPr>
        <dsp:cNvPr id="0" name=""/>
        <dsp:cNvSpPr/>
      </dsp:nvSpPr>
      <dsp:spPr>
        <a:xfrm>
          <a:off x="2628237" y="450911"/>
          <a:ext cx="843651" cy="8436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738" tIns="32738" rIns="32738" bIns="32738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2</a:t>
          </a:r>
        </a:p>
      </dsp:txBody>
      <dsp:txXfrm>
        <a:off x="2751787" y="574461"/>
        <a:ext cx="596551" cy="596551"/>
      </dsp:txXfrm>
    </dsp:sp>
    <dsp:sp modelId="{2D736B05-B42D-46EA-852B-C2BFDDD5591E}">
      <dsp:nvSpPr>
        <dsp:cNvPr id="0" name=""/>
        <dsp:cNvSpPr/>
      </dsp:nvSpPr>
      <dsp:spPr>
        <a:xfrm>
          <a:off x="2103890" y="1460163"/>
          <a:ext cx="189234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270" tIns="165100" rIns="149270" bIns="16510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he Serif Hand Black"/>
              <a:ea typeface="Calibri"/>
              <a:cs typeface="Calibri"/>
            </a:rPr>
            <a:t>Da li je </a:t>
          </a:r>
          <a:r>
            <a:rPr lang="en-US" sz="1600" kern="1200" dirty="0" err="1">
              <a:latin typeface="The Serif Hand Black"/>
              <a:ea typeface="Calibri"/>
              <a:cs typeface="Calibri"/>
            </a:rPr>
            <a:t>odnos</a:t>
          </a:r>
          <a:r>
            <a:rPr lang="en-US" sz="1600" kern="1200" dirty="0">
              <a:latin typeface="The Serif Hand Black"/>
              <a:ea typeface="Calibri"/>
              <a:cs typeface="Calibri"/>
            </a:rPr>
            <a:t> bez </a:t>
          </a:r>
          <a:r>
            <a:rPr lang="en-US" sz="1600" kern="1200" dirty="0" err="1">
              <a:latin typeface="The Serif Hand Black"/>
              <a:ea typeface="Calibri"/>
              <a:cs typeface="Calibri"/>
            </a:rPr>
            <a:t>konflikata</a:t>
          </a:r>
          <a:r>
            <a:rPr lang="en-US" sz="1600" kern="1200" dirty="0">
              <a:latin typeface="The Serif Hand Black"/>
              <a:ea typeface="Calibri"/>
              <a:cs typeface="Calibri"/>
            </a:rPr>
            <a:t> </a:t>
          </a:r>
          <a:r>
            <a:rPr lang="en-US" sz="1600" kern="1200" dirty="0" err="1">
              <a:latin typeface="The Serif Hand Black"/>
              <a:ea typeface="Calibri"/>
              <a:cs typeface="Calibri"/>
            </a:rPr>
            <a:t>dobar</a:t>
          </a:r>
          <a:r>
            <a:rPr lang="en-US" sz="1600" kern="1200" dirty="0">
              <a:latin typeface="The Serif Hand Black"/>
              <a:ea typeface="Calibri"/>
              <a:cs typeface="Calibri"/>
            </a:rPr>
            <a:t> </a:t>
          </a:r>
          <a:r>
            <a:rPr lang="en-US" sz="1600" kern="1200" dirty="0" err="1">
              <a:latin typeface="The Serif Hand Black"/>
              <a:ea typeface="Calibri"/>
              <a:cs typeface="Calibri"/>
            </a:rPr>
            <a:t>odnos</a:t>
          </a:r>
          <a:r>
            <a:rPr lang="en-US" sz="1600" kern="1200" dirty="0">
              <a:latin typeface="The Serif Hand Black"/>
              <a:ea typeface="Calibri"/>
              <a:cs typeface="Calibri"/>
            </a:rPr>
            <a:t>?</a:t>
          </a:r>
        </a:p>
      </dsp:txBody>
      <dsp:txXfrm>
        <a:off x="2103890" y="1838632"/>
        <a:ext cx="1892345" cy="1587131"/>
      </dsp:txXfrm>
    </dsp:sp>
    <dsp:sp modelId="{69403660-B91F-4F31-9188-E4F56CDF83C4}">
      <dsp:nvSpPr>
        <dsp:cNvPr id="0" name=""/>
        <dsp:cNvSpPr/>
      </dsp:nvSpPr>
      <dsp:spPr>
        <a:xfrm>
          <a:off x="4206496" y="872701"/>
          <a:ext cx="1892345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3C13A9-1FDD-4FC4-A337-CF907FF0D233}">
      <dsp:nvSpPr>
        <dsp:cNvPr id="0" name=""/>
        <dsp:cNvSpPr/>
      </dsp:nvSpPr>
      <dsp:spPr>
        <a:xfrm>
          <a:off x="6149305" y="802089"/>
          <a:ext cx="96719" cy="181665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0F8023-7BBB-4718-BC8F-AC65EE454DC6}">
      <dsp:nvSpPr>
        <dsp:cNvPr id="0" name=""/>
        <dsp:cNvSpPr/>
      </dsp:nvSpPr>
      <dsp:spPr>
        <a:xfrm>
          <a:off x="4730844" y="450911"/>
          <a:ext cx="843651" cy="8436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738" tIns="32738" rIns="32738" bIns="32738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3</a:t>
          </a:r>
        </a:p>
      </dsp:txBody>
      <dsp:txXfrm>
        <a:off x="4854394" y="574461"/>
        <a:ext cx="596551" cy="596551"/>
      </dsp:txXfrm>
    </dsp:sp>
    <dsp:sp modelId="{C988C04E-40E3-4D68-BF18-66EFFEEF4EB2}">
      <dsp:nvSpPr>
        <dsp:cNvPr id="0" name=""/>
        <dsp:cNvSpPr/>
      </dsp:nvSpPr>
      <dsp:spPr>
        <a:xfrm>
          <a:off x="4206496" y="1460163"/>
          <a:ext cx="189234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270" tIns="165100" rIns="149270" bIns="16510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he Serif Hand Black"/>
              <a:ea typeface="Calibri"/>
              <a:cs typeface="Calibri"/>
            </a:rPr>
            <a:t>Zakon </a:t>
          </a:r>
          <a:r>
            <a:rPr lang="en-US" sz="1600" kern="1200" dirty="0" err="1">
              <a:latin typeface="The Serif Hand Black"/>
              <a:ea typeface="Calibri"/>
              <a:cs typeface="Calibri"/>
            </a:rPr>
            <a:t>ili</a:t>
          </a:r>
          <a:r>
            <a:rPr lang="en-US" sz="1600" kern="1200" dirty="0">
              <a:latin typeface="The Serif Hand Black"/>
              <a:ea typeface="Calibri"/>
              <a:cs typeface="Calibri"/>
            </a:rPr>
            <a:t> </a:t>
          </a:r>
          <a:r>
            <a:rPr lang="en-US" sz="1600" kern="1200" dirty="0" err="1">
              <a:latin typeface="The Serif Hand Black"/>
              <a:ea typeface="Calibri"/>
              <a:cs typeface="Calibri"/>
            </a:rPr>
            <a:t>etika</a:t>
          </a:r>
          <a:r>
            <a:rPr lang="en-US" sz="1600" kern="1200" dirty="0">
              <a:latin typeface="The Serif Hand Black"/>
              <a:ea typeface="Calibri"/>
              <a:cs typeface="Calibri"/>
            </a:rPr>
            <a:t>: </a:t>
          </a:r>
          <a:r>
            <a:rPr lang="en-US" sz="1600" kern="1200" dirty="0" err="1">
              <a:latin typeface="The Serif Hand Black"/>
              <a:ea typeface="Calibri"/>
              <a:cs typeface="Calibri"/>
            </a:rPr>
            <a:t>odgovornost</a:t>
          </a:r>
          <a:r>
            <a:rPr lang="en-US" sz="1600" kern="1200" dirty="0">
              <a:latin typeface="The Serif Hand Black"/>
              <a:ea typeface="Calibri"/>
              <a:cs typeface="Calibri"/>
            </a:rPr>
            <a:t> za </a:t>
          </a:r>
          <a:r>
            <a:rPr lang="en-US" sz="1600" kern="1200" dirty="0" err="1">
              <a:latin typeface="The Serif Hand Black"/>
              <a:ea typeface="Calibri"/>
              <a:cs typeface="Calibri"/>
            </a:rPr>
            <a:t>odgovore</a:t>
          </a:r>
          <a:r>
            <a:rPr lang="en-US" sz="1600" kern="1200" dirty="0">
              <a:latin typeface="The Serif Hand Black"/>
              <a:ea typeface="Calibri"/>
              <a:cs typeface="Calibri"/>
            </a:rPr>
            <a:t> chatbot-a?</a:t>
          </a:r>
        </a:p>
      </dsp:txBody>
      <dsp:txXfrm>
        <a:off x="4206496" y="1838632"/>
        <a:ext cx="1892345" cy="1587131"/>
      </dsp:txXfrm>
    </dsp:sp>
    <dsp:sp modelId="{B301E9C0-66A8-4889-AB14-A827A90B7730}">
      <dsp:nvSpPr>
        <dsp:cNvPr id="0" name=""/>
        <dsp:cNvSpPr/>
      </dsp:nvSpPr>
      <dsp:spPr>
        <a:xfrm>
          <a:off x="6309103" y="872701"/>
          <a:ext cx="1892345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20B667-F0A6-4456-B459-83C4807E6047}">
      <dsp:nvSpPr>
        <dsp:cNvPr id="0" name=""/>
        <dsp:cNvSpPr/>
      </dsp:nvSpPr>
      <dsp:spPr>
        <a:xfrm>
          <a:off x="8251911" y="802089"/>
          <a:ext cx="96719" cy="181665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D1CCE4-82A5-468F-8BC5-15D0185DBB4E}">
      <dsp:nvSpPr>
        <dsp:cNvPr id="0" name=""/>
        <dsp:cNvSpPr/>
      </dsp:nvSpPr>
      <dsp:spPr>
        <a:xfrm>
          <a:off x="6833450" y="450911"/>
          <a:ext cx="843651" cy="8436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738" tIns="32738" rIns="32738" bIns="32738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4</a:t>
          </a:r>
        </a:p>
      </dsp:txBody>
      <dsp:txXfrm>
        <a:off x="6957000" y="574461"/>
        <a:ext cx="596551" cy="596551"/>
      </dsp:txXfrm>
    </dsp:sp>
    <dsp:sp modelId="{12E9BEA5-B7F5-4B40-9B17-6A733AF73901}">
      <dsp:nvSpPr>
        <dsp:cNvPr id="0" name=""/>
        <dsp:cNvSpPr/>
      </dsp:nvSpPr>
      <dsp:spPr>
        <a:xfrm>
          <a:off x="6309103" y="1460163"/>
          <a:ext cx="189234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270" tIns="165100" rIns="149270" bIns="16510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>
              <a:latin typeface="The Serif Hand Black"/>
            </a:rPr>
            <a:t>Šta</a:t>
          </a:r>
          <a:r>
            <a:rPr lang="en-US" sz="1600" kern="1200" dirty="0">
              <a:latin typeface="The Serif Hand Black"/>
            </a:rPr>
            <a:t> </a:t>
          </a:r>
          <a:r>
            <a:rPr lang="en-US" sz="1600" kern="1200" dirty="0" err="1">
              <a:latin typeface="The Serif Hand Black"/>
            </a:rPr>
            <a:t>mislite</a:t>
          </a:r>
          <a:r>
            <a:rPr lang="en-US" sz="1600" kern="1200" dirty="0">
              <a:latin typeface="The Serif Hand Black"/>
            </a:rPr>
            <a:t> o </a:t>
          </a:r>
          <a:r>
            <a:rPr lang="en-US" sz="1600" kern="1200" dirty="0" err="1">
              <a:latin typeface="The Serif Hand Black"/>
            </a:rPr>
            <a:t>pojmu</a:t>
          </a:r>
          <a:r>
            <a:rPr lang="en-US" sz="1600" kern="1200" dirty="0">
              <a:latin typeface="The Serif Hand Black"/>
            </a:rPr>
            <a:t> </a:t>
          </a:r>
          <a:r>
            <a:rPr lang="en-US" sz="1600" kern="1200" dirty="0" err="1">
              <a:latin typeface="The Serif Hand Black"/>
            </a:rPr>
            <a:t>digitalni</a:t>
          </a:r>
          <a:r>
            <a:rPr lang="en-US" sz="1600" kern="1200" dirty="0">
              <a:latin typeface="The Serif Hand Black"/>
            </a:rPr>
            <a:t> lek?</a:t>
          </a:r>
          <a:endParaRPr lang="en-US" sz="1600" kern="1200" dirty="0"/>
        </a:p>
      </dsp:txBody>
      <dsp:txXfrm>
        <a:off x="6309103" y="1838632"/>
        <a:ext cx="1892345" cy="1587131"/>
      </dsp:txXfrm>
    </dsp:sp>
    <dsp:sp modelId="{98FC13F5-E633-4E1D-AC5F-6F956633F8CC}">
      <dsp:nvSpPr>
        <dsp:cNvPr id="0" name=""/>
        <dsp:cNvSpPr/>
      </dsp:nvSpPr>
      <dsp:spPr>
        <a:xfrm>
          <a:off x="8411709" y="872701"/>
          <a:ext cx="946172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0815D7-3BD6-44D4-A32A-A6FD819154DF}">
      <dsp:nvSpPr>
        <dsp:cNvPr id="0" name=""/>
        <dsp:cNvSpPr/>
      </dsp:nvSpPr>
      <dsp:spPr>
        <a:xfrm>
          <a:off x="8936057" y="450911"/>
          <a:ext cx="843651" cy="8436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738" tIns="32738" rIns="32738" bIns="32738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5</a:t>
          </a:r>
        </a:p>
      </dsp:txBody>
      <dsp:txXfrm>
        <a:off x="9059607" y="574461"/>
        <a:ext cx="596551" cy="596551"/>
      </dsp:txXfrm>
    </dsp:sp>
    <dsp:sp modelId="{B116FA97-1FAE-40A9-8C85-DB8F4C91EF7C}">
      <dsp:nvSpPr>
        <dsp:cNvPr id="0" name=""/>
        <dsp:cNvSpPr/>
      </dsp:nvSpPr>
      <dsp:spPr>
        <a:xfrm>
          <a:off x="8411709" y="1460163"/>
          <a:ext cx="189234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270" tIns="165100" rIns="149270" bIns="16510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u="none" kern="1200" dirty="0">
              <a:latin typeface="The Serif Hand Black"/>
            </a:rPr>
            <a:t>Da li </a:t>
          </a:r>
          <a:r>
            <a:rPr lang="en-US" sz="1600" b="0" i="0" u="none" kern="1200" dirty="0" err="1">
              <a:latin typeface="The Serif Hand Black"/>
            </a:rPr>
            <a:t>biste</a:t>
          </a:r>
          <a:r>
            <a:rPr lang="en-US" sz="1600" b="0" i="0" u="none" kern="1200" dirty="0">
              <a:latin typeface="The Serif Hand Black"/>
            </a:rPr>
            <a:t> </a:t>
          </a:r>
          <a:r>
            <a:rPr lang="en-US" sz="1600" b="0" i="0" u="none" kern="1200" dirty="0" err="1">
              <a:latin typeface="The Serif Hand Black"/>
            </a:rPr>
            <a:t>radije</a:t>
          </a:r>
          <a:r>
            <a:rPr lang="en-US" sz="1600" b="0" i="0" u="none" kern="1200" dirty="0">
              <a:latin typeface="The Serif Hand Black"/>
            </a:rPr>
            <a:t> </a:t>
          </a:r>
          <a:r>
            <a:rPr lang="en-US" sz="1600" b="0" i="0" u="none" kern="1200" dirty="0" err="1">
              <a:latin typeface="The Serif Hand Black"/>
            </a:rPr>
            <a:t>koristili</a:t>
          </a:r>
          <a:r>
            <a:rPr lang="en-US" sz="1600" b="0" i="0" u="none" kern="1200" dirty="0">
              <a:latin typeface="The Serif Hand Black"/>
            </a:rPr>
            <a:t> </a:t>
          </a:r>
          <a:r>
            <a:rPr lang="en-US" sz="1600" b="0" i="0" u="none" kern="1200" dirty="0" err="1">
              <a:latin typeface="The Serif Hand Black"/>
            </a:rPr>
            <a:t>Repliku</a:t>
          </a:r>
          <a:r>
            <a:rPr lang="en-US" sz="1600" b="0" i="0" u="none" kern="1200" dirty="0">
              <a:latin typeface="The Serif Hand Black"/>
            </a:rPr>
            <a:t> </a:t>
          </a:r>
          <a:r>
            <a:rPr lang="en-US" sz="1600" b="0" i="0" u="none" kern="1200" dirty="0" err="1">
              <a:latin typeface="The Serif Hand Black"/>
            </a:rPr>
            <a:t>ili</a:t>
          </a:r>
          <a:r>
            <a:rPr lang="en-US" sz="1600" b="0" i="0" u="none" kern="1200" dirty="0">
              <a:latin typeface="The Serif Hand Black"/>
            </a:rPr>
            <a:t> </a:t>
          </a:r>
          <a:r>
            <a:rPr lang="en-US" sz="1600" b="0" i="0" u="none" kern="1200" dirty="0" err="1">
              <a:latin typeface="The Serif Hand Black"/>
            </a:rPr>
            <a:t>Woebot</a:t>
          </a:r>
          <a:r>
            <a:rPr lang="en-US" sz="1600" b="0" i="0" u="none" kern="1200" dirty="0">
              <a:latin typeface="The Serif Hand Black"/>
            </a:rPr>
            <a:t>?</a:t>
          </a:r>
          <a:r>
            <a:rPr lang="en-US" sz="1600" b="0" i="0" u="none" kern="1200" dirty="0"/>
            <a:t> </a:t>
          </a:r>
          <a:endParaRPr lang="en-US" sz="1600" kern="1200" dirty="0"/>
        </a:p>
      </dsp:txBody>
      <dsp:txXfrm>
        <a:off x="8411709" y="1838632"/>
        <a:ext cx="1892345" cy="15871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ArrowProcessNumbered#1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{0BCCEA4B-F3EB-4171-AE59-457154E02EEE}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{6E793552-5898-4293-8C7D-49823170C6CF}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{E37CDDB0-D246-4BF3-A6BB-E15F509C93D9}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BA6C86A-E696-4915-84A9-365D513683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FA275-E5BD-42D5-86C3-D4A66EF382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4D676F-4DB5-46B8-8F00-05DB67D5471C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08037F-BC33-4B71-9390-1FCCB44C83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7A39EB-596B-48AB-BC3E-069215B7692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EDFD5B-C328-43D8-A4C7-929BECA315C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7013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6T06:19:28.1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6T06:44:34.3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6T06:55:31.10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7BE5AB-3192-4552-A220-BA06EA9D867F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D0E63-0F6A-47B0-8BD1-6E95B004C8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328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phic 33" descr="Tag=AccentColor&#10;Flavor=Light&#10;Target=Fill">
            <a:extLst>
              <a:ext uri="{FF2B5EF4-FFF2-40B4-BE49-F238E27FC236}">
                <a16:creationId xmlns:a16="http://schemas.microsoft.com/office/drawing/2014/main" id="{A4E7DAC5-621F-40E6-ACD2-590570CC84F8}"/>
              </a:ext>
            </a:extLst>
          </p:cNvPr>
          <p:cNvSpPr>
            <a:spLocks noChangeAspect="1"/>
          </p:cNvSpPr>
          <p:nvPr userDrawn="1"/>
        </p:nvSpPr>
        <p:spPr>
          <a:xfrm>
            <a:off x="1318417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0320" y="960120"/>
            <a:ext cx="7077456" cy="2898648"/>
          </a:xfrm>
        </p:spPr>
        <p:txBody>
          <a:bodyPr anchor="b">
            <a:noAutofit/>
          </a:bodyPr>
          <a:lstStyle>
            <a:lvl1pPr algn="ctr">
              <a:defRPr sz="8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3472" y="4535424"/>
            <a:ext cx="6931152" cy="94183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71B7A5D-C918-4744-A5FA-75C904B3B8D4}"/>
              </a:ext>
            </a:extLst>
          </p:cNvPr>
          <p:cNvSpPr/>
          <p:nvPr userDrawn="1"/>
        </p:nvSpPr>
        <p:spPr>
          <a:xfrm>
            <a:off x="3974206" y="4113338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689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77CE2522-15B5-4BC5-91A9-523F325A8324}"/>
              </a:ext>
            </a:extLst>
          </p:cNvPr>
          <p:cNvSpPr/>
          <p:nvPr userDrawn="1"/>
        </p:nvSpPr>
        <p:spPr>
          <a:xfrm>
            <a:off x="5477731" y="0"/>
            <a:ext cx="6714269" cy="6858000"/>
          </a:xfrm>
          <a:custGeom>
            <a:avLst/>
            <a:gdLst>
              <a:gd name="connsiteX0" fmla="*/ 1097203 w 6714269"/>
              <a:gd name="connsiteY0" fmla="*/ 0 h 6858000"/>
              <a:gd name="connsiteX1" fmla="*/ 1154155 w 6714269"/>
              <a:gd name="connsiteY1" fmla="*/ 0 h 6858000"/>
              <a:gd name="connsiteX2" fmla="*/ 972305 w 6714269"/>
              <a:gd name="connsiteY2" fmla="*/ 343212 h 6858000"/>
              <a:gd name="connsiteX3" fmla="*/ 780524 w 6714269"/>
              <a:gd name="connsiteY3" fmla="*/ 761067 h 6858000"/>
              <a:gd name="connsiteX4" fmla="*/ 737045 w 6714269"/>
              <a:gd name="connsiteY4" fmla="*/ 865164 h 6858000"/>
              <a:gd name="connsiteX5" fmla="*/ 762322 w 6714269"/>
              <a:gd name="connsiteY5" fmla="*/ 830676 h 6858000"/>
              <a:gd name="connsiteX6" fmla="*/ 1118805 w 6714269"/>
              <a:gd name="connsiteY6" fmla="*/ 160440 h 6858000"/>
              <a:gd name="connsiteX7" fmla="*/ 1221640 w 6714269"/>
              <a:gd name="connsiteY7" fmla="*/ 0 h 6858000"/>
              <a:gd name="connsiteX8" fmla="*/ 6714269 w 6714269"/>
              <a:gd name="connsiteY8" fmla="*/ 0 h 6858000"/>
              <a:gd name="connsiteX9" fmla="*/ 6714269 w 6714269"/>
              <a:gd name="connsiteY9" fmla="*/ 6858000 h 6858000"/>
              <a:gd name="connsiteX10" fmla="*/ 704817 w 6714269"/>
              <a:gd name="connsiteY10" fmla="*/ 6858000 h 6858000"/>
              <a:gd name="connsiteX11" fmla="*/ 618717 w 6714269"/>
              <a:gd name="connsiteY11" fmla="*/ 6672538 h 6858000"/>
              <a:gd name="connsiteX12" fmla="*/ 309324 w 6714269"/>
              <a:gd name="connsiteY12" fmla="*/ 5833618 h 6858000"/>
              <a:gd name="connsiteX13" fmla="*/ 209850 w 6714269"/>
              <a:gd name="connsiteY13" fmla="*/ 5484180 h 6858000"/>
              <a:gd name="connsiteX14" fmla="*/ 211619 w 6714269"/>
              <a:gd name="connsiteY14" fmla="*/ 5517653 h 6858000"/>
              <a:gd name="connsiteX15" fmla="*/ 361778 w 6714269"/>
              <a:gd name="connsiteY15" fmla="*/ 6145524 h 6858000"/>
              <a:gd name="connsiteX16" fmla="*/ 591356 w 6714269"/>
              <a:gd name="connsiteY16" fmla="*/ 6843306 h 6858000"/>
              <a:gd name="connsiteX17" fmla="*/ 597415 w 6714269"/>
              <a:gd name="connsiteY17" fmla="*/ 6858000 h 6858000"/>
              <a:gd name="connsiteX18" fmla="*/ 545224 w 6714269"/>
              <a:gd name="connsiteY18" fmla="*/ 6858000 h 6858000"/>
              <a:gd name="connsiteX19" fmla="*/ 533604 w 6714269"/>
              <a:gd name="connsiteY19" fmla="*/ 6830072 h 6858000"/>
              <a:gd name="connsiteX20" fmla="*/ 169657 w 6714269"/>
              <a:gd name="connsiteY20" fmla="*/ 5556577 h 6858000"/>
              <a:gd name="connsiteX21" fmla="*/ 12169 w 6714269"/>
              <a:gd name="connsiteY21" fmla="*/ 4362835 h 6858000"/>
              <a:gd name="connsiteX22" fmla="*/ 46168 w 6714269"/>
              <a:gd name="connsiteY22" fmla="*/ 3338487 h 6858000"/>
              <a:gd name="connsiteX23" fmla="*/ 490574 w 6714269"/>
              <a:gd name="connsiteY23" fmla="*/ 1381078 h 6858000"/>
              <a:gd name="connsiteX24" fmla="*/ 984701 w 6714269"/>
              <a:gd name="connsiteY24" fmla="*/ 2082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6714269" h="6858000">
                <a:moveTo>
                  <a:pt x="1097203" y="0"/>
                </a:moveTo>
                <a:lnTo>
                  <a:pt x="1154155" y="0"/>
                </a:lnTo>
                <a:lnTo>
                  <a:pt x="972305" y="343212"/>
                </a:lnTo>
                <a:cubicBezTo>
                  <a:pt x="904739" y="480367"/>
                  <a:pt x="840941" y="619727"/>
                  <a:pt x="780524" y="761067"/>
                </a:cubicBezTo>
                <a:cubicBezTo>
                  <a:pt x="765737" y="795681"/>
                  <a:pt x="751579" y="830550"/>
                  <a:pt x="737045" y="865164"/>
                </a:cubicBezTo>
                <a:cubicBezTo>
                  <a:pt x="748306" y="856057"/>
                  <a:pt x="757014" y="844174"/>
                  <a:pt x="762322" y="830676"/>
                </a:cubicBezTo>
                <a:cubicBezTo>
                  <a:pt x="870201" y="600612"/>
                  <a:pt x="988539" y="376889"/>
                  <a:pt x="1118805" y="160440"/>
                </a:cubicBezTo>
                <a:lnTo>
                  <a:pt x="1221640" y="0"/>
                </a:lnTo>
                <a:lnTo>
                  <a:pt x="6714269" y="0"/>
                </a:lnTo>
                <a:lnTo>
                  <a:pt x="6714269" y="6858000"/>
                </a:lnTo>
                <a:lnTo>
                  <a:pt x="704817" y="6858000"/>
                </a:lnTo>
                <a:lnTo>
                  <a:pt x="618717" y="6672538"/>
                </a:lnTo>
                <a:cubicBezTo>
                  <a:pt x="501618" y="6400947"/>
                  <a:pt x="398622" y="6121213"/>
                  <a:pt x="309324" y="5833618"/>
                </a:cubicBezTo>
                <a:cubicBezTo>
                  <a:pt x="275071" y="5723183"/>
                  <a:pt x="246125" y="5611225"/>
                  <a:pt x="209850" y="5484180"/>
                </a:cubicBezTo>
                <a:cubicBezTo>
                  <a:pt x="209859" y="5495363"/>
                  <a:pt x="210448" y="5506534"/>
                  <a:pt x="211619" y="5517653"/>
                </a:cubicBezTo>
                <a:cubicBezTo>
                  <a:pt x="261166" y="5727113"/>
                  <a:pt x="303888" y="5938474"/>
                  <a:pt x="361778" y="6145524"/>
                </a:cubicBezTo>
                <a:cubicBezTo>
                  <a:pt x="428356" y="6383258"/>
                  <a:pt x="504422" y="6616111"/>
                  <a:pt x="591356" y="6843306"/>
                </a:cubicBezTo>
                <a:lnTo>
                  <a:pt x="597415" y="6858000"/>
                </a:lnTo>
                <a:lnTo>
                  <a:pt x="545224" y="6858000"/>
                </a:lnTo>
                <a:lnTo>
                  <a:pt x="533604" y="6830072"/>
                </a:lnTo>
                <a:cubicBezTo>
                  <a:pt x="376384" y="6416985"/>
                  <a:pt x="257344" y="5991917"/>
                  <a:pt x="169657" y="5556577"/>
                </a:cubicBezTo>
                <a:cubicBezTo>
                  <a:pt x="90154" y="5162256"/>
                  <a:pt x="43261" y="4763750"/>
                  <a:pt x="12169" y="4362835"/>
                </a:cubicBezTo>
                <a:cubicBezTo>
                  <a:pt x="-14122" y="4019865"/>
                  <a:pt x="4458" y="3679429"/>
                  <a:pt x="46168" y="3338487"/>
                </a:cubicBezTo>
                <a:cubicBezTo>
                  <a:pt x="125796" y="2672248"/>
                  <a:pt x="274744" y="2016203"/>
                  <a:pt x="490574" y="1381078"/>
                </a:cubicBezTo>
                <a:cubicBezTo>
                  <a:pt x="629230" y="976550"/>
                  <a:pt x="791584" y="584320"/>
                  <a:pt x="984701" y="208241"/>
                </a:cubicBezTo>
                <a:close/>
              </a:path>
            </a:pathLst>
          </a:custGeom>
          <a:solidFill>
            <a:schemeClr val="accent1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856" y="649224"/>
            <a:ext cx="4178808" cy="5568696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4224" y="1307592"/>
            <a:ext cx="4992624" cy="4251960"/>
          </a:xfrm>
        </p:spPr>
        <p:txBody>
          <a:bodyPr anchor="ctr"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2pPr marL="228600">
              <a:defRPr sz="4000">
                <a:solidFill>
                  <a:schemeClr val="bg1"/>
                </a:solidFill>
              </a:defRPr>
            </a:lvl2pPr>
            <a:lvl3pPr marL="457200">
              <a:defRPr sz="36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64224" y="6355080"/>
            <a:ext cx="32004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7544" y="6355080"/>
            <a:ext cx="128016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205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17D0AB67-E176-475C-977C-73640253B9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" y="4361970"/>
            <a:ext cx="4038599" cy="2496030"/>
          </a:xfrm>
          <a:custGeom>
            <a:avLst/>
            <a:gdLst>
              <a:gd name="connsiteX0" fmla="*/ 2464753 w 4038599"/>
              <a:gd name="connsiteY0" fmla="*/ 4 h 2496030"/>
              <a:gd name="connsiteX1" fmla="*/ 2599067 w 4038599"/>
              <a:gd name="connsiteY1" fmla="*/ 4428 h 2496030"/>
              <a:gd name="connsiteX2" fmla="*/ 3052443 w 4038599"/>
              <a:gd name="connsiteY2" fmla="*/ 14222 h 2496030"/>
              <a:gd name="connsiteX3" fmla="*/ 3417420 w 4038599"/>
              <a:gd name="connsiteY3" fmla="*/ 9782 h 2496030"/>
              <a:gd name="connsiteX4" fmla="*/ 3757835 w 4038599"/>
              <a:gd name="connsiteY4" fmla="*/ 19315 h 2496030"/>
              <a:gd name="connsiteX5" fmla="*/ 3892671 w 4038599"/>
              <a:gd name="connsiteY5" fmla="*/ 13177 h 2496030"/>
              <a:gd name="connsiteX6" fmla="*/ 4016790 w 4038599"/>
              <a:gd name="connsiteY6" fmla="*/ 8134 h 2496030"/>
              <a:gd name="connsiteX7" fmla="*/ 4034037 w 4038599"/>
              <a:gd name="connsiteY7" fmla="*/ 8999 h 2496030"/>
              <a:gd name="connsiteX8" fmla="*/ 4035370 w 4038599"/>
              <a:gd name="connsiteY8" fmla="*/ 62503 h 2496030"/>
              <a:gd name="connsiteX9" fmla="*/ 4020562 w 4038599"/>
              <a:gd name="connsiteY9" fmla="*/ 231143 h 2496030"/>
              <a:gd name="connsiteX10" fmla="*/ 4019168 w 4038599"/>
              <a:gd name="connsiteY10" fmla="*/ 393470 h 2496030"/>
              <a:gd name="connsiteX11" fmla="*/ 4014100 w 4038599"/>
              <a:gd name="connsiteY11" fmla="*/ 651618 h 2496030"/>
              <a:gd name="connsiteX12" fmla="*/ 4019295 w 4038599"/>
              <a:gd name="connsiteY12" fmla="*/ 902406 h 2496030"/>
              <a:gd name="connsiteX13" fmla="*/ 4033231 w 4038599"/>
              <a:gd name="connsiteY13" fmla="*/ 1078946 h 2496030"/>
              <a:gd name="connsiteX14" fmla="*/ 4011566 w 4038599"/>
              <a:gd name="connsiteY14" fmla="*/ 1189872 h 2496030"/>
              <a:gd name="connsiteX15" fmla="*/ 4011566 w 4038599"/>
              <a:gd name="connsiteY15" fmla="*/ 1387989 h 2496030"/>
              <a:gd name="connsiteX16" fmla="*/ 4038599 w 4038599"/>
              <a:gd name="connsiteY16" fmla="*/ 1495613 h 2496030"/>
              <a:gd name="connsiteX17" fmla="*/ 4038599 w 4038599"/>
              <a:gd name="connsiteY17" fmla="*/ 1746509 h 2496030"/>
              <a:gd name="connsiteX18" fmla="*/ 4038283 w 4038599"/>
              <a:gd name="connsiteY18" fmla="*/ 1749734 h 2496030"/>
              <a:gd name="connsiteX19" fmla="*/ 4026896 w 4038599"/>
              <a:gd name="connsiteY19" fmla="*/ 1837274 h 2496030"/>
              <a:gd name="connsiteX20" fmla="*/ 4029684 w 4038599"/>
              <a:gd name="connsiteY20" fmla="*/ 2121948 h 2496030"/>
              <a:gd name="connsiteX21" fmla="*/ 4032978 w 4038599"/>
              <a:gd name="connsiteY21" fmla="*/ 2359155 h 2496030"/>
              <a:gd name="connsiteX22" fmla="*/ 4023519 w 4038599"/>
              <a:gd name="connsiteY22" fmla="*/ 2496030 h 2496030"/>
              <a:gd name="connsiteX23" fmla="*/ 0 w 4038599"/>
              <a:gd name="connsiteY23" fmla="*/ 2496030 h 2496030"/>
              <a:gd name="connsiteX24" fmla="*/ 0 w 4038599"/>
              <a:gd name="connsiteY24" fmla="*/ 12459 h 2496030"/>
              <a:gd name="connsiteX25" fmla="*/ 17104 w 4038599"/>
              <a:gd name="connsiteY25" fmla="*/ 15006 h 2496030"/>
              <a:gd name="connsiteX26" fmla="*/ 216416 w 4038599"/>
              <a:gd name="connsiteY26" fmla="*/ 7824 h 2496030"/>
              <a:gd name="connsiteX27" fmla="*/ 651370 w 4038599"/>
              <a:gd name="connsiteY27" fmla="*/ 17748 h 2496030"/>
              <a:gd name="connsiteX28" fmla="*/ 958396 w 4038599"/>
              <a:gd name="connsiteY28" fmla="*/ 14092 h 2496030"/>
              <a:gd name="connsiteX29" fmla="*/ 1519486 w 4038599"/>
              <a:gd name="connsiteY29" fmla="*/ 21666 h 2496030"/>
              <a:gd name="connsiteX30" fmla="*/ 2062411 w 4038599"/>
              <a:gd name="connsiteY30" fmla="*/ 17487 h 2496030"/>
              <a:gd name="connsiteX31" fmla="*/ 2464753 w 4038599"/>
              <a:gd name="connsiteY31" fmla="*/ 4 h 2496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038599" h="2496030">
                <a:moveTo>
                  <a:pt x="2464753" y="4"/>
                </a:moveTo>
                <a:cubicBezTo>
                  <a:pt x="2509518" y="-78"/>
                  <a:pt x="2554292" y="1163"/>
                  <a:pt x="2599067" y="4428"/>
                </a:cubicBezTo>
                <a:cubicBezTo>
                  <a:pt x="2749817" y="17813"/>
                  <a:pt x="2901270" y="21079"/>
                  <a:pt x="3052443" y="14222"/>
                </a:cubicBezTo>
                <a:cubicBezTo>
                  <a:pt x="3173923" y="5694"/>
                  <a:pt x="3295774" y="4206"/>
                  <a:pt x="3417420" y="9782"/>
                </a:cubicBezTo>
                <a:cubicBezTo>
                  <a:pt x="3530764" y="16442"/>
                  <a:pt x="3644108" y="23233"/>
                  <a:pt x="3757835" y="19315"/>
                </a:cubicBezTo>
                <a:cubicBezTo>
                  <a:pt x="3803121" y="17748"/>
                  <a:pt x="3847768" y="15789"/>
                  <a:pt x="3892671" y="13177"/>
                </a:cubicBezTo>
                <a:cubicBezTo>
                  <a:pt x="3933972" y="9619"/>
                  <a:pt x="3975386" y="7938"/>
                  <a:pt x="4016790" y="8134"/>
                </a:cubicBezTo>
                <a:lnTo>
                  <a:pt x="4034037" y="8999"/>
                </a:lnTo>
                <a:lnTo>
                  <a:pt x="4035370" y="62503"/>
                </a:lnTo>
                <a:cubicBezTo>
                  <a:pt x="4033549" y="118790"/>
                  <a:pt x="4026390" y="174983"/>
                  <a:pt x="4020562" y="231143"/>
                </a:cubicBezTo>
                <a:cubicBezTo>
                  <a:pt x="4014860" y="285717"/>
                  <a:pt x="4006498" y="343464"/>
                  <a:pt x="4019168" y="393470"/>
                </a:cubicBezTo>
                <a:cubicBezTo>
                  <a:pt x="4042480" y="482184"/>
                  <a:pt x="4024236" y="566457"/>
                  <a:pt x="4014100" y="651618"/>
                </a:cubicBezTo>
                <a:cubicBezTo>
                  <a:pt x="4001874" y="734926"/>
                  <a:pt x="4003635" y="819681"/>
                  <a:pt x="4019295" y="902406"/>
                </a:cubicBezTo>
                <a:cubicBezTo>
                  <a:pt x="4031711" y="960787"/>
                  <a:pt x="4031711" y="1020184"/>
                  <a:pt x="4033231" y="1078946"/>
                </a:cubicBezTo>
                <a:cubicBezTo>
                  <a:pt x="4034118" y="1115753"/>
                  <a:pt x="4020562" y="1153193"/>
                  <a:pt x="4011566" y="1189872"/>
                </a:cubicBezTo>
                <a:cubicBezTo>
                  <a:pt x="3995476" y="1256123"/>
                  <a:pt x="3989648" y="1323388"/>
                  <a:pt x="4011566" y="1387989"/>
                </a:cubicBezTo>
                <a:lnTo>
                  <a:pt x="4038599" y="1495613"/>
                </a:lnTo>
                <a:lnTo>
                  <a:pt x="4038599" y="1746509"/>
                </a:lnTo>
                <a:lnTo>
                  <a:pt x="4038283" y="1749734"/>
                </a:lnTo>
                <a:cubicBezTo>
                  <a:pt x="4035575" y="1779147"/>
                  <a:pt x="4032408" y="1808464"/>
                  <a:pt x="4026896" y="1837274"/>
                </a:cubicBezTo>
                <a:cubicBezTo>
                  <a:pt x="4008779" y="1932843"/>
                  <a:pt x="4015240" y="2027776"/>
                  <a:pt x="4029684" y="2121948"/>
                </a:cubicBezTo>
                <a:cubicBezTo>
                  <a:pt x="4039832" y="2200637"/>
                  <a:pt x="4040934" y="2280226"/>
                  <a:pt x="4032978" y="2359155"/>
                </a:cubicBezTo>
                <a:lnTo>
                  <a:pt x="4023519" y="2496030"/>
                </a:lnTo>
                <a:lnTo>
                  <a:pt x="0" y="2496030"/>
                </a:lnTo>
                <a:lnTo>
                  <a:pt x="0" y="12459"/>
                </a:lnTo>
                <a:lnTo>
                  <a:pt x="17104" y="15006"/>
                </a:lnTo>
                <a:cubicBezTo>
                  <a:pt x="83627" y="15006"/>
                  <a:pt x="150022" y="12263"/>
                  <a:pt x="216416" y="7824"/>
                </a:cubicBezTo>
                <a:cubicBezTo>
                  <a:pt x="361434" y="-156"/>
                  <a:pt x="506837" y="3162"/>
                  <a:pt x="651370" y="17748"/>
                </a:cubicBezTo>
                <a:cubicBezTo>
                  <a:pt x="753623" y="25440"/>
                  <a:pt x="856335" y="24213"/>
                  <a:pt x="958396" y="14092"/>
                </a:cubicBezTo>
                <a:cubicBezTo>
                  <a:pt x="1145682" y="-1710"/>
                  <a:pt x="1332584" y="10958"/>
                  <a:pt x="1519486" y="21666"/>
                </a:cubicBezTo>
                <a:cubicBezTo>
                  <a:pt x="1700504" y="32113"/>
                  <a:pt x="1881394" y="24408"/>
                  <a:pt x="2062411" y="17487"/>
                </a:cubicBezTo>
                <a:cubicBezTo>
                  <a:pt x="2196255" y="12394"/>
                  <a:pt x="2330459" y="249"/>
                  <a:pt x="2464753" y="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ABE113B-49CB-42B2-AC93-B3DF044078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041336" cy="4193763"/>
          </a:xfrm>
          <a:custGeom>
            <a:avLst/>
            <a:gdLst>
              <a:gd name="connsiteX0" fmla="*/ 0 w 4041336"/>
              <a:gd name="connsiteY0" fmla="*/ 0 h 4193763"/>
              <a:gd name="connsiteX1" fmla="*/ 4019848 w 4041336"/>
              <a:gd name="connsiteY1" fmla="*/ 0 h 4193763"/>
              <a:gd name="connsiteX2" fmla="*/ 4021195 w 4041336"/>
              <a:gd name="connsiteY2" fmla="*/ 11419 h 4193763"/>
              <a:gd name="connsiteX3" fmla="*/ 4037665 w 4041336"/>
              <a:gd name="connsiteY3" fmla="*/ 264364 h 4193763"/>
              <a:gd name="connsiteX4" fmla="*/ 4034118 w 4041336"/>
              <a:gd name="connsiteY4" fmla="*/ 574168 h 4193763"/>
              <a:gd name="connsiteX5" fmla="*/ 4026263 w 4041336"/>
              <a:gd name="connsiteY5" fmla="*/ 838028 h 4193763"/>
              <a:gd name="connsiteX6" fmla="*/ 4026263 w 4041336"/>
              <a:gd name="connsiteY6" fmla="*/ 847166 h 4193763"/>
              <a:gd name="connsiteX7" fmla="*/ 4026263 w 4041336"/>
              <a:gd name="connsiteY7" fmla="*/ 1138186 h 4193763"/>
              <a:gd name="connsiteX8" fmla="*/ 4024109 w 4041336"/>
              <a:gd name="connsiteY8" fmla="*/ 1259137 h 4193763"/>
              <a:gd name="connsiteX9" fmla="*/ 4016887 w 4041336"/>
              <a:gd name="connsiteY9" fmla="*/ 1412960 h 4193763"/>
              <a:gd name="connsiteX10" fmla="*/ 4026263 w 4041336"/>
              <a:gd name="connsiteY10" fmla="*/ 1539116 h 4193763"/>
              <a:gd name="connsiteX11" fmla="*/ 4024869 w 4041336"/>
              <a:gd name="connsiteY11" fmla="*/ 1823155 h 4193763"/>
              <a:gd name="connsiteX12" fmla="*/ 4017014 w 4041336"/>
              <a:gd name="connsiteY12" fmla="*/ 2154154 h 4193763"/>
              <a:gd name="connsiteX13" fmla="*/ 4017014 w 4041336"/>
              <a:gd name="connsiteY13" fmla="*/ 2421948 h 4193763"/>
              <a:gd name="connsiteX14" fmla="*/ 4029684 w 4041336"/>
              <a:gd name="connsiteY14" fmla="*/ 2667279 h 4193763"/>
              <a:gd name="connsiteX15" fmla="*/ 4019421 w 4041336"/>
              <a:gd name="connsiteY15" fmla="*/ 2956268 h 4193763"/>
              <a:gd name="connsiteX16" fmla="*/ 4022082 w 4041336"/>
              <a:gd name="connsiteY16" fmla="*/ 3094480 h 4193763"/>
              <a:gd name="connsiteX17" fmla="*/ 4027656 w 4041336"/>
              <a:gd name="connsiteY17" fmla="*/ 3260614 h 4193763"/>
              <a:gd name="connsiteX18" fmla="*/ 4009412 w 4041336"/>
              <a:gd name="connsiteY18" fmla="*/ 3538181 h 4193763"/>
              <a:gd name="connsiteX19" fmla="*/ 4031711 w 4041336"/>
              <a:gd name="connsiteY19" fmla="*/ 3694923 h 4193763"/>
              <a:gd name="connsiteX20" fmla="*/ 4038425 w 4041336"/>
              <a:gd name="connsiteY20" fmla="*/ 3836308 h 4193763"/>
              <a:gd name="connsiteX21" fmla="*/ 4029810 w 4041336"/>
              <a:gd name="connsiteY21" fmla="*/ 3956245 h 4193763"/>
              <a:gd name="connsiteX22" fmla="*/ 4013847 w 4041336"/>
              <a:gd name="connsiteY22" fmla="*/ 4114764 h 4193763"/>
              <a:gd name="connsiteX23" fmla="*/ 4010970 w 4041336"/>
              <a:gd name="connsiteY23" fmla="*/ 4161894 h 4193763"/>
              <a:gd name="connsiteX24" fmla="*/ 4002764 w 4041336"/>
              <a:gd name="connsiteY24" fmla="*/ 4161042 h 4193763"/>
              <a:gd name="connsiteX25" fmla="*/ 3868108 w 4041336"/>
              <a:gd name="connsiteY25" fmla="*/ 4163980 h 4193763"/>
              <a:gd name="connsiteX26" fmla="*/ 3174741 w 4041336"/>
              <a:gd name="connsiteY26" fmla="*/ 4175341 h 4193763"/>
              <a:gd name="connsiteX27" fmla="*/ 2247906 w 4041336"/>
              <a:gd name="connsiteY27" fmla="*/ 4167376 h 4193763"/>
              <a:gd name="connsiteX28" fmla="*/ 2057934 w 4041336"/>
              <a:gd name="connsiteY28" fmla="*/ 4175733 h 4193763"/>
              <a:gd name="connsiteX29" fmla="*/ 1797729 w 4041336"/>
              <a:gd name="connsiteY29" fmla="*/ 4165547 h 4193763"/>
              <a:gd name="connsiteX30" fmla="*/ 1485458 w 4041336"/>
              <a:gd name="connsiteY30" fmla="*/ 4175995 h 4193763"/>
              <a:gd name="connsiteX31" fmla="*/ 949185 w 4041336"/>
              <a:gd name="connsiteY31" fmla="*/ 4186181 h 4193763"/>
              <a:gd name="connsiteX32" fmla="*/ 357136 w 4041336"/>
              <a:gd name="connsiteY32" fmla="*/ 4175995 h 4193763"/>
              <a:gd name="connsiteX33" fmla="*/ 0 w 4041336"/>
              <a:gd name="connsiteY33" fmla="*/ 4175060 h 4193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041336" h="4193763">
                <a:moveTo>
                  <a:pt x="0" y="0"/>
                </a:moveTo>
                <a:lnTo>
                  <a:pt x="4019848" y="0"/>
                </a:lnTo>
                <a:lnTo>
                  <a:pt x="4021195" y="11419"/>
                </a:lnTo>
                <a:cubicBezTo>
                  <a:pt x="4036145" y="95184"/>
                  <a:pt x="4033611" y="180091"/>
                  <a:pt x="4037665" y="264364"/>
                </a:cubicBezTo>
                <a:cubicBezTo>
                  <a:pt x="4042480" y="367421"/>
                  <a:pt x="4036399" y="470858"/>
                  <a:pt x="4034118" y="574168"/>
                </a:cubicBezTo>
                <a:cubicBezTo>
                  <a:pt x="4032344" y="662121"/>
                  <a:pt x="4023602" y="749948"/>
                  <a:pt x="4026263" y="838028"/>
                </a:cubicBezTo>
                <a:cubicBezTo>
                  <a:pt x="4026453" y="841074"/>
                  <a:pt x="4026453" y="844120"/>
                  <a:pt x="4026263" y="847166"/>
                </a:cubicBezTo>
                <a:cubicBezTo>
                  <a:pt x="4018154" y="944003"/>
                  <a:pt x="4018154" y="1041348"/>
                  <a:pt x="4026263" y="1138186"/>
                </a:cubicBezTo>
                <a:cubicBezTo>
                  <a:pt x="4028835" y="1178494"/>
                  <a:pt x="4028113" y="1218943"/>
                  <a:pt x="4024109" y="1259137"/>
                </a:cubicBezTo>
                <a:cubicBezTo>
                  <a:pt x="4020308" y="1310285"/>
                  <a:pt x="4008145" y="1362194"/>
                  <a:pt x="4016887" y="1412960"/>
                </a:cubicBezTo>
                <a:cubicBezTo>
                  <a:pt x="4022576" y="1454780"/>
                  <a:pt x="4025705" y="1496916"/>
                  <a:pt x="4026263" y="1539116"/>
                </a:cubicBezTo>
                <a:cubicBezTo>
                  <a:pt x="4030697" y="1633542"/>
                  <a:pt x="4026516" y="1728475"/>
                  <a:pt x="4024869" y="1823155"/>
                </a:cubicBezTo>
                <a:cubicBezTo>
                  <a:pt x="4023095" y="1933446"/>
                  <a:pt x="4025883" y="2043737"/>
                  <a:pt x="4017014" y="2154154"/>
                </a:cubicBezTo>
                <a:cubicBezTo>
                  <a:pt x="4012136" y="2243351"/>
                  <a:pt x="4012136" y="2332751"/>
                  <a:pt x="4017014" y="2421948"/>
                </a:cubicBezTo>
                <a:cubicBezTo>
                  <a:pt x="4019421" y="2503683"/>
                  <a:pt x="4031711" y="2584656"/>
                  <a:pt x="4029684" y="2667279"/>
                </a:cubicBezTo>
                <a:cubicBezTo>
                  <a:pt x="4027276" y="2763608"/>
                  <a:pt x="4015874" y="2859684"/>
                  <a:pt x="4019421" y="2956268"/>
                </a:cubicBezTo>
                <a:cubicBezTo>
                  <a:pt x="4021068" y="3002339"/>
                  <a:pt x="4021195" y="3048410"/>
                  <a:pt x="4022082" y="3094480"/>
                </a:cubicBezTo>
                <a:cubicBezTo>
                  <a:pt x="4023222" y="3149943"/>
                  <a:pt x="4033231" y="3205278"/>
                  <a:pt x="4027656" y="3260614"/>
                </a:cubicBezTo>
                <a:cubicBezTo>
                  <a:pt x="4018408" y="3352883"/>
                  <a:pt x="3994462" y="3443628"/>
                  <a:pt x="4009412" y="3538181"/>
                </a:cubicBezTo>
                <a:cubicBezTo>
                  <a:pt x="4017647" y="3590217"/>
                  <a:pt x="4026896" y="3642380"/>
                  <a:pt x="4031711" y="3694923"/>
                </a:cubicBezTo>
                <a:cubicBezTo>
                  <a:pt x="4035892" y="3741882"/>
                  <a:pt x="4046407" y="3789603"/>
                  <a:pt x="4038425" y="3836308"/>
                </a:cubicBezTo>
                <a:cubicBezTo>
                  <a:pt x="4031584" y="3876287"/>
                  <a:pt x="4035131" y="3916266"/>
                  <a:pt x="4029810" y="3956245"/>
                </a:cubicBezTo>
                <a:cubicBezTo>
                  <a:pt x="4022842" y="4008661"/>
                  <a:pt x="4019168" y="4061966"/>
                  <a:pt x="4013847" y="4114764"/>
                </a:cubicBezTo>
                <a:lnTo>
                  <a:pt x="4010970" y="4161894"/>
                </a:lnTo>
                <a:lnTo>
                  <a:pt x="4002764" y="4161042"/>
                </a:lnTo>
                <a:cubicBezTo>
                  <a:pt x="3957904" y="4159210"/>
                  <a:pt x="3912934" y="4160186"/>
                  <a:pt x="3868108" y="4163980"/>
                </a:cubicBezTo>
                <a:cubicBezTo>
                  <a:pt x="3637072" y="4178737"/>
                  <a:pt x="3405779" y="4172076"/>
                  <a:pt x="3174741" y="4175341"/>
                </a:cubicBezTo>
                <a:cubicBezTo>
                  <a:pt x="2865668" y="4179782"/>
                  <a:pt x="2556851" y="4168420"/>
                  <a:pt x="2247906" y="4167376"/>
                </a:cubicBezTo>
                <a:cubicBezTo>
                  <a:pt x="2184582" y="4167115"/>
                  <a:pt x="2121002" y="4170510"/>
                  <a:pt x="2057934" y="4175733"/>
                </a:cubicBezTo>
                <a:cubicBezTo>
                  <a:pt x="1970560" y="4182786"/>
                  <a:pt x="1884336" y="4173905"/>
                  <a:pt x="1797729" y="4165547"/>
                </a:cubicBezTo>
                <a:cubicBezTo>
                  <a:pt x="1693340" y="4155492"/>
                  <a:pt x="1589207" y="4164372"/>
                  <a:pt x="1485458" y="4175995"/>
                </a:cubicBezTo>
                <a:cubicBezTo>
                  <a:pt x="1307344" y="4195571"/>
                  <a:pt x="1127888" y="4198979"/>
                  <a:pt x="949185" y="4186181"/>
                </a:cubicBezTo>
                <a:cubicBezTo>
                  <a:pt x="751793" y="4172468"/>
                  <a:pt x="554529" y="4174950"/>
                  <a:pt x="357136" y="4175995"/>
                </a:cubicBezTo>
                <a:lnTo>
                  <a:pt x="0" y="417506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4296" y="329184"/>
            <a:ext cx="6894576" cy="1783080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>
              <a:defRPr sz="2000"/>
            </a:lvl2pPr>
            <a:lvl3pPr marL="457200">
              <a:defRPr sz="1800"/>
            </a:lvl3pPr>
            <a:lvl4pPr marL="685800">
              <a:defRPr sz="1600"/>
            </a:lvl4pPr>
            <a:lvl5pPr marL="914400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108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9B1377BC-1A5F-4113-953E-30CA51FC6F91}"/>
              </a:ext>
            </a:extLst>
          </p:cNvPr>
          <p:cNvSpPr/>
          <p:nvPr userDrawn="1"/>
        </p:nvSpPr>
        <p:spPr>
          <a:xfrm>
            <a:off x="4654296" y="2395728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803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CB56F624-1B75-47D6-8B9E-1F3E7840AE13}"/>
              </a:ext>
            </a:extLst>
          </p:cNvPr>
          <p:cNvSpPr>
            <a:spLocks noChangeAspect="1"/>
          </p:cNvSpPr>
          <p:nvPr userDrawn="1"/>
        </p:nvSpPr>
        <p:spPr>
          <a:xfrm>
            <a:off x="807242" y="612648"/>
            <a:ext cx="10577516" cy="5566372"/>
          </a:xfrm>
          <a:custGeom>
            <a:avLst/>
            <a:gdLst>
              <a:gd name="connsiteX0" fmla="*/ 2871593 w 10577516"/>
              <a:gd name="connsiteY0" fmla="*/ 5218333 h 5566372"/>
              <a:gd name="connsiteX1" fmla="*/ 3890441 w 10577516"/>
              <a:gd name="connsiteY1" fmla="*/ 5441298 h 5566372"/>
              <a:gd name="connsiteX2" fmla="*/ 4931282 w 10577516"/>
              <a:gd name="connsiteY2" fmla="*/ 5506891 h 5566372"/>
              <a:gd name="connsiteX3" fmla="*/ 2871593 w 10577516"/>
              <a:gd name="connsiteY3" fmla="*/ 5218333 h 5566372"/>
              <a:gd name="connsiteX4" fmla="*/ 4720395 w 10577516"/>
              <a:gd name="connsiteY4" fmla="*/ 128662 h 5566372"/>
              <a:gd name="connsiteX5" fmla="*/ 3554723 w 10577516"/>
              <a:gd name="connsiteY5" fmla="*/ 250059 h 5566372"/>
              <a:gd name="connsiteX6" fmla="*/ 2497230 w 10577516"/>
              <a:gd name="connsiteY6" fmla="*/ 530354 h 5566372"/>
              <a:gd name="connsiteX7" fmla="*/ 2960194 w 10577516"/>
              <a:gd name="connsiteY7" fmla="*/ 403237 h 5566372"/>
              <a:gd name="connsiteX8" fmla="*/ 3980314 w 10577516"/>
              <a:gd name="connsiteY8" fmla="*/ 212560 h 5566372"/>
              <a:gd name="connsiteX9" fmla="*/ 4677428 w 10577516"/>
              <a:gd name="connsiteY9" fmla="*/ 139593 h 5566372"/>
              <a:gd name="connsiteX10" fmla="*/ 4760675 w 10577516"/>
              <a:gd name="connsiteY10" fmla="*/ 134906 h 5566372"/>
              <a:gd name="connsiteX11" fmla="*/ 4792997 w 10577516"/>
              <a:gd name="connsiteY11" fmla="*/ 130123 h 5566372"/>
              <a:gd name="connsiteX12" fmla="*/ 4798006 w 10577516"/>
              <a:gd name="connsiteY12" fmla="*/ 130828 h 5566372"/>
              <a:gd name="connsiteX13" fmla="*/ 4798006 w 10577516"/>
              <a:gd name="connsiteY13" fmla="*/ 129381 h 5566372"/>
              <a:gd name="connsiteX14" fmla="*/ 4792997 w 10577516"/>
              <a:gd name="connsiteY14" fmla="*/ 130123 h 5566372"/>
              <a:gd name="connsiteX15" fmla="*/ 4788863 w 10577516"/>
              <a:gd name="connsiteY15" fmla="*/ 129541 h 5566372"/>
              <a:gd name="connsiteX16" fmla="*/ 4720395 w 10577516"/>
              <a:gd name="connsiteY16" fmla="*/ 128662 h 5566372"/>
              <a:gd name="connsiteX17" fmla="*/ 6438297 w 10577516"/>
              <a:gd name="connsiteY17" fmla="*/ 19 h 5566372"/>
              <a:gd name="connsiteX18" fmla="*/ 7523724 w 10577516"/>
              <a:gd name="connsiteY18" fmla="*/ 104129 h 5566372"/>
              <a:gd name="connsiteX19" fmla="*/ 8525668 w 10577516"/>
              <a:gd name="connsiteY19" fmla="*/ 421922 h 5566372"/>
              <a:gd name="connsiteX20" fmla="*/ 9518204 w 10577516"/>
              <a:gd name="connsiteY20" fmla="*/ 1055605 h 5566372"/>
              <a:gd name="connsiteX21" fmla="*/ 10008242 w 10577516"/>
              <a:gd name="connsiteY21" fmla="*/ 1589500 h 5566372"/>
              <a:gd name="connsiteX22" fmla="*/ 10325274 w 10577516"/>
              <a:gd name="connsiteY22" fmla="*/ 2051574 h 5566372"/>
              <a:gd name="connsiteX23" fmla="*/ 10565908 w 10577516"/>
              <a:gd name="connsiteY23" fmla="*/ 2649028 h 5566372"/>
              <a:gd name="connsiteX24" fmla="*/ 10542137 w 10577516"/>
              <a:gd name="connsiteY24" fmla="*/ 2966823 h 5566372"/>
              <a:gd name="connsiteX25" fmla="*/ 10513789 w 10577516"/>
              <a:gd name="connsiteY25" fmla="*/ 3066355 h 5566372"/>
              <a:gd name="connsiteX26" fmla="*/ 10417308 w 10577516"/>
              <a:gd name="connsiteY26" fmla="*/ 3369150 h 5566372"/>
              <a:gd name="connsiteX27" fmla="*/ 9794430 w 10577516"/>
              <a:gd name="connsiteY27" fmla="*/ 4220840 h 5566372"/>
              <a:gd name="connsiteX28" fmla="*/ 8719522 w 10577516"/>
              <a:gd name="connsiteY28" fmla="*/ 4888463 h 5566372"/>
              <a:gd name="connsiteX29" fmla="*/ 7693808 w 10577516"/>
              <a:gd name="connsiteY29" fmla="*/ 5234223 h 5566372"/>
              <a:gd name="connsiteX30" fmla="*/ 7092669 w 10577516"/>
              <a:gd name="connsiteY30" fmla="*/ 5363248 h 5566372"/>
              <a:gd name="connsiteX31" fmla="*/ 6240978 w 10577516"/>
              <a:gd name="connsiteY31" fmla="*/ 5507272 h 5566372"/>
              <a:gd name="connsiteX32" fmla="*/ 5462508 w 10577516"/>
              <a:gd name="connsiteY32" fmla="*/ 5559010 h 5566372"/>
              <a:gd name="connsiteX33" fmla="*/ 4386329 w 10577516"/>
              <a:gd name="connsiteY33" fmla="*/ 5548839 h 5566372"/>
              <a:gd name="connsiteX34" fmla="*/ 3501461 w 10577516"/>
              <a:gd name="connsiteY34" fmla="*/ 5432782 h 5566372"/>
              <a:gd name="connsiteX35" fmla="*/ 2624348 w 10577516"/>
              <a:gd name="connsiteY35" fmla="*/ 5200409 h 5566372"/>
              <a:gd name="connsiteX36" fmla="*/ 2221385 w 10577516"/>
              <a:gd name="connsiteY36" fmla="*/ 5053589 h 5566372"/>
              <a:gd name="connsiteX37" fmla="*/ 1173934 w 10577516"/>
              <a:gd name="connsiteY37" fmla="*/ 4636388 h 5566372"/>
              <a:gd name="connsiteX38" fmla="*/ 438176 w 10577516"/>
              <a:gd name="connsiteY38" fmla="*/ 4080883 h 5566372"/>
              <a:gd name="connsiteX39" fmla="*/ 18687 w 10577516"/>
              <a:gd name="connsiteY39" fmla="*/ 2942161 h 5566372"/>
              <a:gd name="connsiteX40" fmla="*/ 0 w 10577516"/>
              <a:gd name="connsiteY40" fmla="*/ 2832713 h 5566372"/>
              <a:gd name="connsiteX41" fmla="*/ 0 w 10577516"/>
              <a:gd name="connsiteY41" fmla="*/ 2747290 h 5566372"/>
              <a:gd name="connsiteX42" fmla="*/ 14746 w 10577516"/>
              <a:gd name="connsiteY42" fmla="*/ 2661993 h 5566372"/>
              <a:gd name="connsiteX43" fmla="*/ 292753 w 10577516"/>
              <a:gd name="connsiteY43" fmla="*/ 1968947 h 5566372"/>
              <a:gd name="connsiteX44" fmla="*/ 923893 w 10577516"/>
              <a:gd name="connsiteY44" fmla="*/ 1299417 h 5566372"/>
              <a:gd name="connsiteX45" fmla="*/ 2035538 w 10577516"/>
              <a:gd name="connsiteY45" fmla="*/ 648828 h 5566372"/>
              <a:gd name="connsiteX46" fmla="*/ 3545571 w 10577516"/>
              <a:gd name="connsiteY46" fmla="*/ 196289 h 5566372"/>
              <a:gd name="connsiteX47" fmla="*/ 5211705 w 10577516"/>
              <a:gd name="connsiteY47" fmla="*/ 78323 h 5566372"/>
              <a:gd name="connsiteX48" fmla="*/ 5467720 w 10577516"/>
              <a:gd name="connsiteY48" fmla="*/ 77052 h 5566372"/>
              <a:gd name="connsiteX49" fmla="*/ 6073564 w 10577516"/>
              <a:gd name="connsiteY49" fmla="*/ 11840 h 5566372"/>
              <a:gd name="connsiteX50" fmla="*/ 6438297 w 10577516"/>
              <a:gd name="connsiteY50" fmla="*/ 19 h 55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77516" h="5566372">
                <a:moveTo>
                  <a:pt x="2871593" y="5218333"/>
                </a:moveTo>
                <a:cubicBezTo>
                  <a:pt x="2990956" y="5269180"/>
                  <a:pt x="3517223" y="5383586"/>
                  <a:pt x="3890441" y="5441298"/>
                </a:cubicBezTo>
                <a:cubicBezTo>
                  <a:pt x="4162855" y="5483248"/>
                  <a:pt x="4828063" y="5526341"/>
                  <a:pt x="4931282" y="5506891"/>
                </a:cubicBezTo>
                <a:cubicBezTo>
                  <a:pt x="4236330" y="5449560"/>
                  <a:pt x="3552816" y="5364900"/>
                  <a:pt x="2871593" y="5218333"/>
                </a:cubicBezTo>
                <a:close/>
                <a:moveTo>
                  <a:pt x="4720395" y="128662"/>
                </a:moveTo>
                <a:cubicBezTo>
                  <a:pt x="4329266" y="138551"/>
                  <a:pt x="3939509" y="179153"/>
                  <a:pt x="3554723" y="250059"/>
                </a:cubicBezTo>
                <a:cubicBezTo>
                  <a:pt x="3195336" y="315207"/>
                  <a:pt x="2841707" y="408943"/>
                  <a:pt x="2497230" y="530354"/>
                </a:cubicBezTo>
                <a:cubicBezTo>
                  <a:pt x="2650917" y="485354"/>
                  <a:pt x="2804728" y="441372"/>
                  <a:pt x="2960194" y="403237"/>
                </a:cubicBezTo>
                <a:cubicBezTo>
                  <a:pt x="3296586" y="321538"/>
                  <a:pt x="3637121" y="257890"/>
                  <a:pt x="3980314" y="212560"/>
                </a:cubicBezTo>
                <a:cubicBezTo>
                  <a:pt x="4212050" y="181797"/>
                  <a:pt x="4444422" y="158280"/>
                  <a:pt x="4677428" y="139593"/>
                </a:cubicBezTo>
                <a:cubicBezTo>
                  <a:pt x="4704949" y="137369"/>
                  <a:pt x="4732915" y="137369"/>
                  <a:pt x="4760675" y="134906"/>
                </a:cubicBezTo>
                <a:lnTo>
                  <a:pt x="4792997" y="130123"/>
                </a:lnTo>
                <a:lnTo>
                  <a:pt x="4798006" y="130828"/>
                </a:lnTo>
                <a:lnTo>
                  <a:pt x="4798006" y="129381"/>
                </a:lnTo>
                <a:lnTo>
                  <a:pt x="4792997" y="130123"/>
                </a:lnTo>
                <a:lnTo>
                  <a:pt x="4788863" y="129541"/>
                </a:lnTo>
                <a:cubicBezTo>
                  <a:pt x="4766106" y="127801"/>
                  <a:pt x="4743237" y="127505"/>
                  <a:pt x="4720395" y="128662"/>
                </a:cubicBezTo>
                <a:close/>
                <a:moveTo>
                  <a:pt x="6438297" y="19"/>
                </a:moveTo>
                <a:cubicBezTo>
                  <a:pt x="6802322" y="-887"/>
                  <a:pt x="7164203" y="31671"/>
                  <a:pt x="7523724" y="104129"/>
                </a:cubicBezTo>
                <a:cubicBezTo>
                  <a:pt x="7868594" y="172060"/>
                  <a:pt x="8204694" y="278661"/>
                  <a:pt x="8525668" y="421922"/>
                </a:cubicBezTo>
                <a:cubicBezTo>
                  <a:pt x="8886414" y="582180"/>
                  <a:pt x="9221001" y="795802"/>
                  <a:pt x="9518204" y="1055605"/>
                </a:cubicBezTo>
                <a:cubicBezTo>
                  <a:pt x="9701176" y="1214502"/>
                  <a:pt x="9865578" y="1393612"/>
                  <a:pt x="10008242" y="1589500"/>
                </a:cubicBezTo>
                <a:cubicBezTo>
                  <a:pt x="10117308" y="1741190"/>
                  <a:pt x="10222982" y="1895218"/>
                  <a:pt x="10325274" y="2051574"/>
                </a:cubicBezTo>
                <a:cubicBezTo>
                  <a:pt x="10446215" y="2231789"/>
                  <a:pt x="10528180" y="2435291"/>
                  <a:pt x="10565908" y="2649028"/>
                </a:cubicBezTo>
                <a:cubicBezTo>
                  <a:pt x="10584595" y="2757459"/>
                  <a:pt x="10583451" y="2862839"/>
                  <a:pt x="10542137" y="2966823"/>
                </a:cubicBezTo>
                <a:cubicBezTo>
                  <a:pt x="10530023" y="2999186"/>
                  <a:pt x="10520540" y="3032466"/>
                  <a:pt x="10513789" y="3066355"/>
                </a:cubicBezTo>
                <a:cubicBezTo>
                  <a:pt x="10490298" y="3169843"/>
                  <a:pt x="10458023" y="3271142"/>
                  <a:pt x="10417308" y="3369150"/>
                </a:cubicBezTo>
                <a:cubicBezTo>
                  <a:pt x="10279257" y="3703851"/>
                  <a:pt x="10062140" y="3980714"/>
                  <a:pt x="9794430" y="4220840"/>
                </a:cubicBezTo>
                <a:cubicBezTo>
                  <a:pt x="9475364" y="4506346"/>
                  <a:pt x="9109391" y="4716599"/>
                  <a:pt x="8719522" y="4888463"/>
                </a:cubicBezTo>
                <a:cubicBezTo>
                  <a:pt x="8388126" y="5034394"/>
                  <a:pt x="8044526" y="5145368"/>
                  <a:pt x="7693808" y="5234223"/>
                </a:cubicBezTo>
                <a:cubicBezTo>
                  <a:pt x="7495123" y="5285070"/>
                  <a:pt x="7294022" y="5324223"/>
                  <a:pt x="7092669" y="5363248"/>
                </a:cubicBezTo>
                <a:cubicBezTo>
                  <a:pt x="6809577" y="5418035"/>
                  <a:pt x="6527120" y="5474730"/>
                  <a:pt x="6240978" y="5507272"/>
                </a:cubicBezTo>
                <a:cubicBezTo>
                  <a:pt x="5982166" y="5536509"/>
                  <a:pt x="5722845" y="5554814"/>
                  <a:pt x="5462508" y="5559010"/>
                </a:cubicBezTo>
                <a:cubicBezTo>
                  <a:pt x="5103782" y="5564730"/>
                  <a:pt x="4744928" y="5576298"/>
                  <a:pt x="4386329" y="5548839"/>
                </a:cubicBezTo>
                <a:cubicBezTo>
                  <a:pt x="4089394" y="5527103"/>
                  <a:pt x="3793960" y="5488344"/>
                  <a:pt x="3501461" y="5432782"/>
                </a:cubicBezTo>
                <a:cubicBezTo>
                  <a:pt x="3204247" y="5374930"/>
                  <a:pt x="2911229" y="5297299"/>
                  <a:pt x="2624348" y="5200409"/>
                </a:cubicBezTo>
                <a:cubicBezTo>
                  <a:pt x="2488841" y="5154775"/>
                  <a:pt x="2358417" y="5094775"/>
                  <a:pt x="2221385" y="5053589"/>
                </a:cubicBezTo>
                <a:cubicBezTo>
                  <a:pt x="1859988" y="4945157"/>
                  <a:pt x="1506856" y="4815878"/>
                  <a:pt x="1173934" y="4636388"/>
                </a:cubicBezTo>
                <a:cubicBezTo>
                  <a:pt x="900250" y="4488931"/>
                  <a:pt x="647539" y="4313508"/>
                  <a:pt x="438176" y="4080883"/>
                </a:cubicBezTo>
                <a:cubicBezTo>
                  <a:pt x="146695" y="3757114"/>
                  <a:pt x="3178" y="3378811"/>
                  <a:pt x="18687" y="2942161"/>
                </a:cubicBezTo>
                <a:cubicBezTo>
                  <a:pt x="19582" y="2904814"/>
                  <a:pt x="13236" y="2867645"/>
                  <a:pt x="0" y="2832713"/>
                </a:cubicBezTo>
                <a:lnTo>
                  <a:pt x="0" y="2747290"/>
                </a:lnTo>
                <a:cubicBezTo>
                  <a:pt x="13474" y="2720341"/>
                  <a:pt x="10296" y="2690468"/>
                  <a:pt x="14746" y="2661993"/>
                </a:cubicBezTo>
                <a:cubicBezTo>
                  <a:pt x="54533" y="2409665"/>
                  <a:pt x="152923" y="2181106"/>
                  <a:pt x="292753" y="1968947"/>
                </a:cubicBezTo>
                <a:cubicBezTo>
                  <a:pt x="464108" y="1708991"/>
                  <a:pt x="680970" y="1491747"/>
                  <a:pt x="923893" y="1299417"/>
                </a:cubicBezTo>
                <a:cubicBezTo>
                  <a:pt x="1263678" y="1030182"/>
                  <a:pt x="1638930" y="820945"/>
                  <a:pt x="2035538" y="648828"/>
                </a:cubicBezTo>
                <a:cubicBezTo>
                  <a:pt x="2521001" y="438575"/>
                  <a:pt x="3025660" y="291755"/>
                  <a:pt x="3545571" y="196289"/>
                </a:cubicBezTo>
                <a:cubicBezTo>
                  <a:pt x="4094899" y="95674"/>
                  <a:pt x="4653670" y="56116"/>
                  <a:pt x="5211705" y="78323"/>
                </a:cubicBezTo>
                <a:cubicBezTo>
                  <a:pt x="5297128" y="81756"/>
                  <a:pt x="5383313" y="88620"/>
                  <a:pt x="5467720" y="77052"/>
                </a:cubicBezTo>
                <a:cubicBezTo>
                  <a:pt x="5669076" y="49467"/>
                  <a:pt x="5870557" y="24299"/>
                  <a:pt x="6073564" y="11840"/>
                </a:cubicBezTo>
                <a:cubicBezTo>
                  <a:pt x="6195374" y="4340"/>
                  <a:pt x="6316955" y="320"/>
                  <a:pt x="6438297" y="1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66544" y="1911096"/>
            <a:ext cx="8055864" cy="2075688"/>
          </a:xfrm>
        </p:spPr>
        <p:txBody>
          <a:bodyPr anchor="b"/>
          <a:lstStyle>
            <a:lvl1pPr algn="ctr"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EC686F5F-8990-4C72-9CE5-9517854EA994}"/>
              </a:ext>
            </a:extLst>
          </p:cNvPr>
          <p:cNvSpPr/>
          <p:nvPr userDrawn="1"/>
        </p:nvSpPr>
        <p:spPr>
          <a:xfrm>
            <a:off x="3974206" y="4173498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BBF36E3-BC05-42D6-BE88-CFA8276D6A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7832" y="4352544"/>
            <a:ext cx="5733288" cy="932688"/>
          </a:xfrm>
        </p:spPr>
        <p:txBody>
          <a:bodyPr/>
          <a:lstStyle>
            <a:lvl1pPr algn="ct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915773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365125"/>
            <a:ext cx="10515600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5688"/>
            <a:ext cx="10515600" cy="41056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552069 w 10515600"/>
              <a:gd name="csY1" fmla="*/ 0 h 27432"/>
              <a:gd name="csX2" fmla="*/ 893826 w 10515600"/>
              <a:gd name="csY2" fmla="*/ 0 h 27432"/>
              <a:gd name="csX3" fmla="*/ 1761363 w 10515600"/>
              <a:gd name="csY3" fmla="*/ 0 h 27432"/>
              <a:gd name="csX4" fmla="*/ 2313432 w 10515600"/>
              <a:gd name="csY4" fmla="*/ 0 h 27432"/>
              <a:gd name="csX5" fmla="*/ 2865501 w 10515600"/>
              <a:gd name="csY5" fmla="*/ 0 h 27432"/>
              <a:gd name="csX6" fmla="*/ 3733038 w 10515600"/>
              <a:gd name="csY6" fmla="*/ 0 h 27432"/>
              <a:gd name="csX7" fmla="*/ 4179951 w 10515600"/>
              <a:gd name="csY7" fmla="*/ 0 h 27432"/>
              <a:gd name="csX8" fmla="*/ 5047488 w 10515600"/>
              <a:gd name="csY8" fmla="*/ 0 h 27432"/>
              <a:gd name="csX9" fmla="*/ 5915025 w 10515600"/>
              <a:gd name="csY9" fmla="*/ 0 h 27432"/>
              <a:gd name="csX10" fmla="*/ 6572250 w 10515600"/>
              <a:gd name="csY10" fmla="*/ 0 h 27432"/>
              <a:gd name="csX11" fmla="*/ 7439787 w 10515600"/>
              <a:gd name="csY11" fmla="*/ 0 h 27432"/>
              <a:gd name="csX12" fmla="*/ 7991856 w 10515600"/>
              <a:gd name="csY12" fmla="*/ 0 h 27432"/>
              <a:gd name="csX13" fmla="*/ 8543925 w 10515600"/>
              <a:gd name="csY13" fmla="*/ 0 h 27432"/>
              <a:gd name="csX14" fmla="*/ 9306306 w 10515600"/>
              <a:gd name="csY14" fmla="*/ 0 h 27432"/>
              <a:gd name="csX15" fmla="*/ 9858375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9753219 w 10515600"/>
              <a:gd name="csY18" fmla="*/ 27432 h 27432"/>
              <a:gd name="csX19" fmla="*/ 9411462 w 10515600"/>
              <a:gd name="csY19" fmla="*/ 27432 h 27432"/>
              <a:gd name="csX20" fmla="*/ 8964549 w 10515600"/>
              <a:gd name="csY20" fmla="*/ 27432 h 27432"/>
              <a:gd name="csX21" fmla="*/ 8097012 w 10515600"/>
              <a:gd name="csY21" fmla="*/ 27432 h 27432"/>
              <a:gd name="csX22" fmla="*/ 7439787 w 10515600"/>
              <a:gd name="csY22" fmla="*/ 27432 h 27432"/>
              <a:gd name="csX23" fmla="*/ 6992874 w 10515600"/>
              <a:gd name="csY23" fmla="*/ 27432 h 27432"/>
              <a:gd name="csX24" fmla="*/ 6335649 w 10515600"/>
              <a:gd name="csY24" fmla="*/ 27432 h 27432"/>
              <a:gd name="csX25" fmla="*/ 5993892 w 10515600"/>
              <a:gd name="csY25" fmla="*/ 27432 h 27432"/>
              <a:gd name="csX26" fmla="*/ 5652135 w 10515600"/>
              <a:gd name="csY26" fmla="*/ 27432 h 27432"/>
              <a:gd name="csX27" fmla="*/ 4994910 w 10515600"/>
              <a:gd name="csY27" fmla="*/ 27432 h 27432"/>
              <a:gd name="csX28" fmla="*/ 4547997 w 10515600"/>
              <a:gd name="csY28" fmla="*/ 27432 h 27432"/>
              <a:gd name="csX29" fmla="*/ 3785616 w 10515600"/>
              <a:gd name="csY29" fmla="*/ 27432 h 27432"/>
              <a:gd name="csX30" fmla="*/ 3338703 w 10515600"/>
              <a:gd name="csY30" fmla="*/ 27432 h 27432"/>
              <a:gd name="csX31" fmla="*/ 2576322 w 10515600"/>
              <a:gd name="csY31" fmla="*/ 27432 h 27432"/>
              <a:gd name="csX32" fmla="*/ 2234565 w 10515600"/>
              <a:gd name="csY32" fmla="*/ 27432 h 27432"/>
              <a:gd name="csX33" fmla="*/ 1472184 w 10515600"/>
              <a:gd name="csY33" fmla="*/ 27432 h 27432"/>
              <a:gd name="csX34" fmla="*/ 1025271 w 10515600"/>
              <a:gd name="csY34" fmla="*/ 27432 h 27432"/>
              <a:gd name="csX35" fmla="*/ 683514 w 10515600"/>
              <a:gd name="csY35" fmla="*/ 27432 h 27432"/>
              <a:gd name="csX36" fmla="*/ 0 w 10515600"/>
              <a:gd name="csY36" fmla="*/ 27432 h 27432"/>
              <a:gd name="csX37" fmla="*/ 0 w 10515600"/>
              <a:gd name="csY37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515600" h="27432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noFill/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438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76F9E1DA-21B7-46CB-A98B-FA0C2179E1DE}"/>
              </a:ext>
            </a:extLst>
          </p:cNvPr>
          <p:cNvSpPr/>
          <p:nvPr userDrawn="1"/>
        </p:nvSpPr>
        <p:spPr>
          <a:xfrm>
            <a:off x="0" y="1"/>
            <a:ext cx="12192000" cy="6054983"/>
          </a:xfrm>
          <a:custGeom>
            <a:avLst/>
            <a:gdLst>
              <a:gd name="connsiteX0" fmla="*/ 6788003 w 12188952"/>
              <a:gd name="connsiteY0" fmla="*/ 5986774 h 6054983"/>
              <a:gd name="connsiteX1" fmla="*/ 6787005 w 12188952"/>
              <a:gd name="connsiteY1" fmla="*/ 5986852 h 6054983"/>
              <a:gd name="connsiteX2" fmla="*/ 6786779 w 12188952"/>
              <a:gd name="connsiteY2" fmla="*/ 5987386 h 6054983"/>
              <a:gd name="connsiteX3" fmla="*/ 0 w 12188952"/>
              <a:gd name="connsiteY3" fmla="*/ 0 h 6054983"/>
              <a:gd name="connsiteX4" fmla="*/ 12188952 w 12188952"/>
              <a:gd name="connsiteY4" fmla="*/ 0 h 6054983"/>
              <a:gd name="connsiteX5" fmla="*/ 12188952 w 12188952"/>
              <a:gd name="connsiteY5" fmla="*/ 5092539 h 6054983"/>
              <a:gd name="connsiteX6" fmla="*/ 12058081 w 12188952"/>
              <a:gd name="connsiteY6" fmla="*/ 5131579 h 6054983"/>
              <a:gd name="connsiteX7" fmla="*/ 11673881 w 12188952"/>
              <a:gd name="connsiteY7" fmla="*/ 5235154 h 6054983"/>
              <a:gd name="connsiteX8" fmla="*/ 10422749 w 12188952"/>
              <a:gd name="connsiteY8" fmla="*/ 5518693 h 6054983"/>
              <a:gd name="connsiteX9" fmla="*/ 9421666 w 12188952"/>
              <a:gd name="connsiteY9" fmla="*/ 5693855 h 6054983"/>
              <a:gd name="connsiteX10" fmla="*/ 8456304 w 12188952"/>
              <a:gd name="connsiteY10" fmla="*/ 5827556 h 6054983"/>
              <a:gd name="connsiteX11" fmla="*/ 7714041 w 12188952"/>
              <a:gd name="connsiteY11" fmla="*/ 5907503 h 6054983"/>
              <a:gd name="connsiteX12" fmla="*/ 6949978 w 12188952"/>
              <a:gd name="connsiteY12" fmla="*/ 5973283 h 6054983"/>
              <a:gd name="connsiteX13" fmla="*/ 6934569 w 12188952"/>
              <a:gd name="connsiteY13" fmla="*/ 5975354 h 6054983"/>
              <a:gd name="connsiteX14" fmla="*/ 6788750 w 12188952"/>
              <a:gd name="connsiteY14" fmla="*/ 5986715 h 6054983"/>
              <a:gd name="connsiteX15" fmla="*/ 6798241 w 12188952"/>
              <a:gd name="connsiteY15" fmla="*/ 5988535 h 6054983"/>
              <a:gd name="connsiteX16" fmla="*/ 6833723 w 12188952"/>
              <a:gd name="connsiteY16" fmla="*/ 5986828 h 6054983"/>
              <a:gd name="connsiteX17" fmla="*/ 6882282 w 12188952"/>
              <a:gd name="connsiteY17" fmla="*/ 5983850 h 6054983"/>
              <a:gd name="connsiteX18" fmla="*/ 7576876 w 12188952"/>
              <a:gd name="connsiteY18" fmla="*/ 5951323 h 6054983"/>
              <a:gd name="connsiteX19" fmla="*/ 8621689 w 12188952"/>
              <a:gd name="connsiteY19" fmla="*/ 5864426 h 6054983"/>
              <a:gd name="connsiteX20" fmla="*/ 9477600 w 12188952"/>
              <a:gd name="connsiteY20" fmla="*/ 5760520 h 6054983"/>
              <a:gd name="connsiteX21" fmla="*/ 10626651 w 12188952"/>
              <a:gd name="connsiteY21" fmla="*/ 5566363 h 6054983"/>
              <a:gd name="connsiteX22" fmla="*/ 11995498 w 12188952"/>
              <a:gd name="connsiteY22" fmla="*/ 5240369 h 6054983"/>
              <a:gd name="connsiteX23" fmla="*/ 12188952 w 12188952"/>
              <a:gd name="connsiteY23" fmla="*/ 5183370 h 6054983"/>
              <a:gd name="connsiteX24" fmla="*/ 12188952 w 12188952"/>
              <a:gd name="connsiteY24" fmla="*/ 5238107 h 6054983"/>
              <a:gd name="connsiteX25" fmla="*/ 11826300 w 12188952"/>
              <a:gd name="connsiteY25" fmla="*/ 5343406 h 6054983"/>
              <a:gd name="connsiteX26" fmla="*/ 10936448 w 12188952"/>
              <a:gd name="connsiteY26" fmla="*/ 5557921 h 6054983"/>
              <a:gd name="connsiteX27" fmla="*/ 9983034 w 12188952"/>
              <a:gd name="connsiteY27" fmla="*/ 5737926 h 6054983"/>
              <a:gd name="connsiteX28" fmla="*/ 9184585 w 12188952"/>
              <a:gd name="connsiteY28" fmla="*/ 5853873 h 6054983"/>
              <a:gd name="connsiteX29" fmla="*/ 8576053 w 12188952"/>
              <a:gd name="connsiteY29" fmla="*/ 5923392 h 6054983"/>
              <a:gd name="connsiteX30" fmla="*/ 7862392 w 12188952"/>
              <a:gd name="connsiteY30" fmla="*/ 5984843 h 6054983"/>
              <a:gd name="connsiteX31" fmla="*/ 6933768 w 12188952"/>
              <a:gd name="connsiteY31" fmla="*/ 6036237 h 6054983"/>
              <a:gd name="connsiteX32" fmla="*/ 6476130 w 12188952"/>
              <a:gd name="connsiteY32" fmla="*/ 6050140 h 6054983"/>
              <a:gd name="connsiteX33" fmla="*/ 6360703 w 12188952"/>
              <a:gd name="connsiteY33" fmla="*/ 6054983 h 6054983"/>
              <a:gd name="connsiteX34" fmla="*/ 6055614 w 12188952"/>
              <a:gd name="connsiteY34" fmla="*/ 6054983 h 6054983"/>
              <a:gd name="connsiteX35" fmla="*/ 5976289 w 12188952"/>
              <a:gd name="connsiteY35" fmla="*/ 6050389 h 6054983"/>
              <a:gd name="connsiteX36" fmla="*/ 5263770 w 12188952"/>
              <a:gd name="connsiteY36" fmla="*/ 6014140 h 6054983"/>
              <a:gd name="connsiteX37" fmla="*/ 4345190 w 12188952"/>
              <a:gd name="connsiteY37" fmla="*/ 5952070 h 6054983"/>
              <a:gd name="connsiteX38" fmla="*/ 3372201 w 12188952"/>
              <a:gd name="connsiteY38" fmla="*/ 5853501 h 6054983"/>
              <a:gd name="connsiteX39" fmla="*/ 2361582 w 12188952"/>
              <a:gd name="connsiteY39" fmla="*/ 5734574 h 6054983"/>
              <a:gd name="connsiteX40" fmla="*/ 1232869 w 12188952"/>
              <a:gd name="connsiteY40" fmla="*/ 5561398 h 6054983"/>
              <a:gd name="connsiteX41" fmla="*/ 68483 w 12188952"/>
              <a:gd name="connsiteY41" fmla="*/ 5321691 h 6054983"/>
              <a:gd name="connsiteX42" fmla="*/ 0 w 12188952"/>
              <a:gd name="connsiteY42" fmla="*/ 5304336 h 6054983"/>
              <a:gd name="connsiteX43" fmla="*/ 0 w 12188952"/>
              <a:gd name="connsiteY43" fmla="*/ 5247847 h 6054983"/>
              <a:gd name="connsiteX44" fmla="*/ 72423 w 12188952"/>
              <a:gd name="connsiteY44" fmla="*/ 5266624 h 6054983"/>
              <a:gd name="connsiteX45" fmla="*/ 600566 w 12188952"/>
              <a:gd name="connsiteY45" fmla="*/ 5384994 h 6054983"/>
              <a:gd name="connsiteX46" fmla="*/ 1769069 w 12188952"/>
              <a:gd name="connsiteY46" fmla="*/ 5595162 h 6054983"/>
              <a:gd name="connsiteX47" fmla="*/ 2612900 w 12188952"/>
              <a:gd name="connsiteY47" fmla="*/ 5712104 h 6054983"/>
              <a:gd name="connsiteX48" fmla="*/ 2580488 w 12188952"/>
              <a:gd name="connsiteY48" fmla="*/ 5702173 h 6054983"/>
              <a:gd name="connsiteX49" fmla="*/ 1112357 w 12188952"/>
              <a:gd name="connsiteY49" fmla="*/ 5369476 h 6054983"/>
              <a:gd name="connsiteX50" fmla="*/ 420307 w 12188952"/>
              <a:gd name="connsiteY50" fmla="*/ 5170043 h 6054983"/>
              <a:gd name="connsiteX51" fmla="*/ 0 w 12188952"/>
              <a:gd name="connsiteY51" fmla="*/ 5031126 h 60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88952" h="6054983">
                <a:moveTo>
                  <a:pt x="6788003" y="5986774"/>
                </a:moveTo>
                <a:lnTo>
                  <a:pt x="6787005" y="5986852"/>
                </a:lnTo>
                <a:lnTo>
                  <a:pt x="6786779" y="5987386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5092539"/>
                </a:lnTo>
                <a:lnTo>
                  <a:pt x="12058081" y="5131579"/>
                </a:lnTo>
                <a:cubicBezTo>
                  <a:pt x="11930517" y="5167793"/>
                  <a:pt x="11802439" y="5202322"/>
                  <a:pt x="11673881" y="5235154"/>
                </a:cubicBezTo>
                <a:cubicBezTo>
                  <a:pt x="11259973" y="5342661"/>
                  <a:pt x="10842632" y="5436263"/>
                  <a:pt x="10422749" y="5518693"/>
                </a:cubicBezTo>
                <a:cubicBezTo>
                  <a:pt x="10090287" y="5583904"/>
                  <a:pt x="9756593" y="5642301"/>
                  <a:pt x="9421666" y="5693855"/>
                </a:cubicBezTo>
                <a:cubicBezTo>
                  <a:pt x="9100721" y="5743512"/>
                  <a:pt x="8778938" y="5788079"/>
                  <a:pt x="8456304" y="5827556"/>
                </a:cubicBezTo>
                <a:cubicBezTo>
                  <a:pt x="8209307" y="5857722"/>
                  <a:pt x="7961801" y="5883295"/>
                  <a:pt x="7714041" y="5907503"/>
                </a:cubicBezTo>
                <a:lnTo>
                  <a:pt x="6949978" y="5973283"/>
                </a:lnTo>
                <a:lnTo>
                  <a:pt x="6934569" y="5975354"/>
                </a:lnTo>
                <a:lnTo>
                  <a:pt x="6788750" y="5986715"/>
                </a:lnTo>
                <a:lnTo>
                  <a:pt x="6798241" y="5988535"/>
                </a:lnTo>
                <a:cubicBezTo>
                  <a:pt x="6809920" y="5989001"/>
                  <a:pt x="6822028" y="5986828"/>
                  <a:pt x="6833723" y="5986828"/>
                </a:cubicBezTo>
                <a:cubicBezTo>
                  <a:pt x="6849867" y="5986828"/>
                  <a:pt x="6866012" y="5984221"/>
                  <a:pt x="6882282" y="5983850"/>
                </a:cubicBezTo>
                <a:cubicBezTo>
                  <a:pt x="7114026" y="5978388"/>
                  <a:pt x="7345514" y="5966221"/>
                  <a:pt x="7576876" y="5951323"/>
                </a:cubicBezTo>
                <a:cubicBezTo>
                  <a:pt x="7925570" y="5928855"/>
                  <a:pt x="8274011" y="5900676"/>
                  <a:pt x="8621689" y="5864426"/>
                </a:cubicBezTo>
                <a:cubicBezTo>
                  <a:pt x="8907712" y="5835128"/>
                  <a:pt x="9193011" y="5800493"/>
                  <a:pt x="9477600" y="5760520"/>
                </a:cubicBezTo>
                <a:cubicBezTo>
                  <a:pt x="9862435" y="5706146"/>
                  <a:pt x="10245452" y="5641432"/>
                  <a:pt x="10626651" y="5566363"/>
                </a:cubicBezTo>
                <a:cubicBezTo>
                  <a:pt x="11087341" y="5475243"/>
                  <a:pt x="11544088" y="5367737"/>
                  <a:pt x="11995498" y="5240369"/>
                </a:cubicBezTo>
                <a:lnTo>
                  <a:pt x="12188952" y="5183370"/>
                </a:lnTo>
                <a:lnTo>
                  <a:pt x="12188952" y="5238107"/>
                </a:lnTo>
                <a:lnTo>
                  <a:pt x="11826300" y="5343406"/>
                </a:lnTo>
                <a:cubicBezTo>
                  <a:pt x="11531885" y="5423103"/>
                  <a:pt x="11235310" y="5493989"/>
                  <a:pt x="10936448" y="5557921"/>
                </a:cubicBezTo>
                <a:cubicBezTo>
                  <a:pt x="10620168" y="5625703"/>
                  <a:pt x="10302365" y="5685700"/>
                  <a:pt x="9983034" y="5737926"/>
                </a:cubicBezTo>
                <a:cubicBezTo>
                  <a:pt x="9717606" y="5781375"/>
                  <a:pt x="9451451" y="5820020"/>
                  <a:pt x="9184585" y="5853873"/>
                </a:cubicBezTo>
                <a:cubicBezTo>
                  <a:pt x="8981951" y="5879447"/>
                  <a:pt x="8779319" y="5903530"/>
                  <a:pt x="8576053" y="5923392"/>
                </a:cubicBezTo>
                <a:cubicBezTo>
                  <a:pt x="8338462" y="5946112"/>
                  <a:pt x="8100618" y="5967587"/>
                  <a:pt x="7862392" y="5984843"/>
                </a:cubicBezTo>
                <a:cubicBezTo>
                  <a:pt x="7553105" y="6007187"/>
                  <a:pt x="7243690" y="6025065"/>
                  <a:pt x="6933768" y="6036237"/>
                </a:cubicBezTo>
                <a:cubicBezTo>
                  <a:pt x="6781221" y="6041700"/>
                  <a:pt x="6628676" y="6045548"/>
                  <a:pt x="6476130" y="6050140"/>
                </a:cubicBezTo>
                <a:cubicBezTo>
                  <a:pt x="6437585" y="6048056"/>
                  <a:pt x="6398929" y="6049681"/>
                  <a:pt x="6360703" y="6054983"/>
                </a:cubicBezTo>
                <a:lnTo>
                  <a:pt x="6055614" y="6054983"/>
                </a:lnTo>
                <a:lnTo>
                  <a:pt x="5976289" y="6050389"/>
                </a:lnTo>
                <a:cubicBezTo>
                  <a:pt x="5738826" y="6037976"/>
                  <a:pt x="5501363" y="6024197"/>
                  <a:pt x="5263770" y="6014140"/>
                </a:cubicBezTo>
                <a:cubicBezTo>
                  <a:pt x="4957027" y="6001724"/>
                  <a:pt x="4650663" y="5981244"/>
                  <a:pt x="4345190" y="5952070"/>
                </a:cubicBezTo>
                <a:cubicBezTo>
                  <a:pt x="4020648" y="5921158"/>
                  <a:pt x="3696870" y="5886523"/>
                  <a:pt x="3372201" y="5853501"/>
                </a:cubicBezTo>
                <a:cubicBezTo>
                  <a:pt x="3034653" y="5819239"/>
                  <a:pt x="2697781" y="5779600"/>
                  <a:pt x="2361582" y="5734574"/>
                </a:cubicBezTo>
                <a:cubicBezTo>
                  <a:pt x="1984196" y="5684421"/>
                  <a:pt x="1607962" y="5626695"/>
                  <a:pt x="1232869" y="5561398"/>
                </a:cubicBezTo>
                <a:cubicBezTo>
                  <a:pt x="841970" y="5492685"/>
                  <a:pt x="453644" y="5414197"/>
                  <a:pt x="68483" y="5321691"/>
                </a:cubicBezTo>
                <a:lnTo>
                  <a:pt x="0" y="5304336"/>
                </a:lnTo>
                <a:lnTo>
                  <a:pt x="0" y="5247847"/>
                </a:lnTo>
                <a:lnTo>
                  <a:pt x="72423" y="5266624"/>
                </a:lnTo>
                <a:cubicBezTo>
                  <a:pt x="247899" y="5308802"/>
                  <a:pt x="424058" y="5348062"/>
                  <a:pt x="600566" y="5384994"/>
                </a:cubicBezTo>
                <a:cubicBezTo>
                  <a:pt x="988032" y="5465808"/>
                  <a:pt x="1377788" y="5534706"/>
                  <a:pt x="1769069" y="5595162"/>
                </a:cubicBezTo>
                <a:cubicBezTo>
                  <a:pt x="2051913" y="5638738"/>
                  <a:pt x="2335141" y="5678835"/>
                  <a:pt x="2612900" y="5712104"/>
                </a:cubicBezTo>
                <a:cubicBezTo>
                  <a:pt x="2604892" y="5714711"/>
                  <a:pt x="2593962" y="5704655"/>
                  <a:pt x="2580488" y="5702173"/>
                </a:cubicBezTo>
                <a:cubicBezTo>
                  <a:pt x="2086656" y="5610221"/>
                  <a:pt x="1597284" y="5499328"/>
                  <a:pt x="1112357" y="5369476"/>
                </a:cubicBezTo>
                <a:cubicBezTo>
                  <a:pt x="880233" y="5307405"/>
                  <a:pt x="649550" y="5240927"/>
                  <a:pt x="420307" y="5170043"/>
                </a:cubicBezTo>
                <a:lnTo>
                  <a:pt x="0" y="503112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7048" y="932688"/>
            <a:ext cx="9144000" cy="2523744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74AF53-8E5D-4CC4-B341-32DDBD4237D3}"/>
              </a:ext>
            </a:extLst>
          </p:cNvPr>
          <p:cNvSpPr/>
          <p:nvPr userDrawn="1"/>
        </p:nvSpPr>
        <p:spPr>
          <a:xfrm>
            <a:off x="3974206" y="3542284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9470D2B-C603-4551-B51F-8216C72B2D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7048" y="3694176"/>
            <a:ext cx="9144000" cy="1627632"/>
          </a:xfrm>
        </p:spPr>
        <p:txBody>
          <a:bodyPr/>
          <a:lstStyle>
            <a:lvl1pPr algn="ct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744367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BCD35F50-8168-4166-90C4-6A55BA443EB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32109" y="3063095"/>
            <a:ext cx="1463039" cy="1479810"/>
          </a:xfrm>
          <a:custGeom>
            <a:avLst/>
            <a:gdLst>
              <a:gd name="connsiteX0" fmla="*/ 866622 w 1463039"/>
              <a:gd name="connsiteY0" fmla="*/ 571 h 1479810"/>
              <a:gd name="connsiteX1" fmla="*/ 964706 w 1463039"/>
              <a:gd name="connsiteY1" fmla="*/ 8669 h 1479810"/>
              <a:gd name="connsiteX2" fmla="*/ 1111825 w 1463039"/>
              <a:gd name="connsiteY2" fmla="*/ 8366 h 1479810"/>
              <a:gd name="connsiteX3" fmla="*/ 1290055 w 1463039"/>
              <a:gd name="connsiteY3" fmla="*/ 8730 h 1479810"/>
              <a:gd name="connsiteX4" fmla="*/ 1417397 w 1463039"/>
              <a:gd name="connsiteY4" fmla="*/ 6608 h 1479810"/>
              <a:gd name="connsiteX5" fmla="*/ 1454473 w 1463039"/>
              <a:gd name="connsiteY5" fmla="*/ 5290 h 1479810"/>
              <a:gd name="connsiteX6" fmla="*/ 1449518 w 1463039"/>
              <a:gd name="connsiteY6" fmla="*/ 94305 h 1479810"/>
              <a:gd name="connsiteX7" fmla="*/ 1454054 w 1463039"/>
              <a:gd name="connsiteY7" fmla="*/ 198723 h 1479810"/>
              <a:gd name="connsiteX8" fmla="*/ 1456615 w 1463039"/>
              <a:gd name="connsiteY8" fmla="*/ 391199 h 1479810"/>
              <a:gd name="connsiteX9" fmla="*/ 1452607 w 1463039"/>
              <a:gd name="connsiteY9" fmla="*/ 565102 h 1479810"/>
              <a:gd name="connsiteX10" fmla="*/ 1461012 w 1463039"/>
              <a:gd name="connsiteY10" fmla="*/ 624834 h 1479810"/>
              <a:gd name="connsiteX11" fmla="*/ 1451383 w 1463039"/>
              <a:gd name="connsiteY11" fmla="*/ 907022 h 1479810"/>
              <a:gd name="connsiteX12" fmla="*/ 1452663 w 1463039"/>
              <a:gd name="connsiteY12" fmla="*/ 1009694 h 1479810"/>
              <a:gd name="connsiteX13" fmla="*/ 1456002 w 1463039"/>
              <a:gd name="connsiteY13" fmla="*/ 1096988 h 1479810"/>
              <a:gd name="connsiteX14" fmla="*/ 1453720 w 1463039"/>
              <a:gd name="connsiteY14" fmla="*/ 1174562 h 1479810"/>
              <a:gd name="connsiteX15" fmla="*/ 1461722 w 1463039"/>
              <a:gd name="connsiteY15" fmla="*/ 1280018 h 1479810"/>
              <a:gd name="connsiteX16" fmla="*/ 1463039 w 1463039"/>
              <a:gd name="connsiteY16" fmla="*/ 1330769 h 1479810"/>
              <a:gd name="connsiteX17" fmla="*/ 1463039 w 1463039"/>
              <a:gd name="connsiteY17" fmla="*/ 1433804 h 1479810"/>
              <a:gd name="connsiteX18" fmla="*/ 1458897 w 1463039"/>
              <a:gd name="connsiteY18" fmla="*/ 1471900 h 1479810"/>
              <a:gd name="connsiteX19" fmla="*/ 1458306 w 1463039"/>
              <a:gd name="connsiteY19" fmla="*/ 1476109 h 1479810"/>
              <a:gd name="connsiteX20" fmla="*/ 1456251 w 1463039"/>
              <a:gd name="connsiteY20" fmla="*/ 1476006 h 1479810"/>
              <a:gd name="connsiteX21" fmla="*/ 1358699 w 1463039"/>
              <a:gd name="connsiteY21" fmla="*/ 1478795 h 1479810"/>
              <a:gd name="connsiteX22" fmla="*/ 1337088 w 1463039"/>
              <a:gd name="connsiteY22" fmla="*/ 1479810 h 1479810"/>
              <a:gd name="connsiteX23" fmla="*/ 1199842 w 1463039"/>
              <a:gd name="connsiteY23" fmla="*/ 1479810 h 1479810"/>
              <a:gd name="connsiteX24" fmla="*/ 1178285 w 1463039"/>
              <a:gd name="connsiteY24" fmla="*/ 1478795 h 1479810"/>
              <a:gd name="connsiteX25" fmla="*/ 859950 w 1463039"/>
              <a:gd name="connsiteY25" fmla="*/ 1471898 h 1479810"/>
              <a:gd name="connsiteX26" fmla="*/ 711774 w 1463039"/>
              <a:gd name="connsiteY26" fmla="*/ 1479810 h 1479810"/>
              <a:gd name="connsiteX27" fmla="*/ 637511 w 1463039"/>
              <a:gd name="connsiteY27" fmla="*/ 1479810 h 1479810"/>
              <a:gd name="connsiteX28" fmla="*/ 500700 w 1463039"/>
              <a:gd name="connsiteY28" fmla="*/ 1474455 h 1479810"/>
              <a:gd name="connsiteX29" fmla="*/ 234328 w 1463039"/>
              <a:gd name="connsiteY29" fmla="*/ 1468257 h 1479810"/>
              <a:gd name="connsiteX30" fmla="*/ 183686 w 1463039"/>
              <a:gd name="connsiteY30" fmla="*/ 1476228 h 1479810"/>
              <a:gd name="connsiteX31" fmla="*/ 157756 w 1463039"/>
              <a:gd name="connsiteY31" fmla="*/ 1479810 h 1479810"/>
              <a:gd name="connsiteX32" fmla="*/ 13214 w 1463039"/>
              <a:gd name="connsiteY32" fmla="*/ 1479810 h 1479810"/>
              <a:gd name="connsiteX33" fmla="*/ 15315 w 1463039"/>
              <a:gd name="connsiteY33" fmla="*/ 1462749 h 1479810"/>
              <a:gd name="connsiteX34" fmla="*/ 11891 w 1463039"/>
              <a:gd name="connsiteY34" fmla="*/ 1410409 h 1479810"/>
              <a:gd name="connsiteX35" fmla="*/ 6411 w 1463039"/>
              <a:gd name="connsiteY35" fmla="*/ 1244508 h 1479810"/>
              <a:gd name="connsiteX36" fmla="*/ 6849 w 1463039"/>
              <a:gd name="connsiteY36" fmla="*/ 1119455 h 1479810"/>
              <a:gd name="connsiteX37" fmla="*/ 6849 w 1463039"/>
              <a:gd name="connsiteY37" fmla="*/ 1060773 h 1479810"/>
              <a:gd name="connsiteX38" fmla="*/ 9698 w 1463039"/>
              <a:gd name="connsiteY38" fmla="*/ 982321 h 1479810"/>
              <a:gd name="connsiteX39" fmla="*/ 4219 w 1463039"/>
              <a:gd name="connsiteY39" fmla="*/ 947592 h 1479810"/>
              <a:gd name="connsiteX40" fmla="*/ 6903 w 1463039"/>
              <a:gd name="connsiteY40" fmla="*/ 858680 h 1479810"/>
              <a:gd name="connsiteX41" fmla="*/ 9808 w 1463039"/>
              <a:gd name="connsiteY41" fmla="*/ 755960 h 1479810"/>
              <a:gd name="connsiteX42" fmla="*/ 10247 w 1463039"/>
              <a:gd name="connsiteY42" fmla="*/ 673166 h 1479810"/>
              <a:gd name="connsiteX43" fmla="*/ 11452 w 1463039"/>
              <a:gd name="connsiteY43" fmla="*/ 516733 h 1479810"/>
              <a:gd name="connsiteX44" fmla="*/ 10465 w 1463039"/>
              <a:gd name="connsiteY44" fmla="*/ 425571 h 1479810"/>
              <a:gd name="connsiteX45" fmla="*/ 10465 w 1463039"/>
              <a:gd name="connsiteY45" fmla="*/ 216366 h 1479810"/>
              <a:gd name="connsiteX46" fmla="*/ 10795 w 1463039"/>
              <a:gd name="connsiteY46" fmla="*/ 104023 h 1479810"/>
              <a:gd name="connsiteX47" fmla="*/ 3534 w 1463039"/>
              <a:gd name="connsiteY47" fmla="*/ 20936 h 1479810"/>
              <a:gd name="connsiteX48" fmla="*/ 3924 w 1463039"/>
              <a:gd name="connsiteY48" fmla="*/ 8444 h 1479810"/>
              <a:gd name="connsiteX49" fmla="*/ 72291 w 1463039"/>
              <a:gd name="connsiteY49" fmla="*/ 7146 h 1479810"/>
              <a:gd name="connsiteX50" fmla="*/ 231770 w 1463039"/>
              <a:gd name="connsiteY50" fmla="*/ 4001 h 1479810"/>
              <a:gd name="connsiteX51" fmla="*/ 364602 w 1463039"/>
              <a:gd name="connsiteY51" fmla="*/ 11882 h 1479810"/>
              <a:gd name="connsiteX52" fmla="*/ 768233 w 1463039"/>
              <a:gd name="connsiteY52" fmla="*/ 2061 h 1479810"/>
              <a:gd name="connsiteX53" fmla="*/ 866622 w 1463039"/>
              <a:gd name="connsiteY53" fmla="*/ 571 h 147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1463039" h="1479810">
                <a:moveTo>
                  <a:pt x="866622" y="571"/>
                </a:moveTo>
                <a:cubicBezTo>
                  <a:pt x="899405" y="1673"/>
                  <a:pt x="932136" y="4374"/>
                  <a:pt x="964706" y="8669"/>
                </a:cubicBezTo>
                <a:cubicBezTo>
                  <a:pt x="1013529" y="15823"/>
                  <a:pt x="1062766" y="11397"/>
                  <a:pt x="1111825" y="8366"/>
                </a:cubicBezTo>
                <a:cubicBezTo>
                  <a:pt x="1171216" y="4668"/>
                  <a:pt x="1230547" y="2667"/>
                  <a:pt x="1290055" y="8730"/>
                </a:cubicBezTo>
                <a:cubicBezTo>
                  <a:pt x="1332384" y="13094"/>
                  <a:pt x="1374949" y="9033"/>
                  <a:pt x="1417397" y="6608"/>
                </a:cubicBezTo>
                <a:lnTo>
                  <a:pt x="1454473" y="5290"/>
                </a:lnTo>
                <a:lnTo>
                  <a:pt x="1449518" y="94305"/>
                </a:lnTo>
                <a:cubicBezTo>
                  <a:pt x="1449059" y="129134"/>
                  <a:pt x="1450325" y="163951"/>
                  <a:pt x="1454054" y="198723"/>
                </a:cubicBezTo>
                <a:cubicBezTo>
                  <a:pt x="1459999" y="262767"/>
                  <a:pt x="1460856" y="327062"/>
                  <a:pt x="1456615" y="391199"/>
                </a:cubicBezTo>
                <a:cubicBezTo>
                  <a:pt x="1453665" y="449151"/>
                  <a:pt x="1446428" y="507012"/>
                  <a:pt x="1452607" y="565102"/>
                </a:cubicBezTo>
                <a:cubicBezTo>
                  <a:pt x="1454722" y="585089"/>
                  <a:pt x="1459843" y="604710"/>
                  <a:pt x="1461012" y="624834"/>
                </a:cubicBezTo>
                <a:cubicBezTo>
                  <a:pt x="1466578" y="719110"/>
                  <a:pt x="1458229" y="813066"/>
                  <a:pt x="1451383" y="907022"/>
                </a:cubicBezTo>
                <a:cubicBezTo>
                  <a:pt x="1448878" y="941246"/>
                  <a:pt x="1445816" y="975470"/>
                  <a:pt x="1452663" y="1009694"/>
                </a:cubicBezTo>
                <a:cubicBezTo>
                  <a:pt x="1458090" y="1038574"/>
                  <a:pt x="1459209" y="1067889"/>
                  <a:pt x="1456002" y="1096988"/>
                </a:cubicBezTo>
                <a:cubicBezTo>
                  <a:pt x="1452796" y="1122760"/>
                  <a:pt x="1452034" y="1148693"/>
                  <a:pt x="1453720" y="1174562"/>
                </a:cubicBezTo>
                <a:cubicBezTo>
                  <a:pt x="1457199" y="1209699"/>
                  <a:pt x="1459899" y="1244847"/>
                  <a:pt x="1461722" y="1280018"/>
                </a:cubicBezTo>
                <a:lnTo>
                  <a:pt x="1463039" y="1330769"/>
                </a:lnTo>
                <a:lnTo>
                  <a:pt x="1463039" y="1433804"/>
                </a:lnTo>
                <a:lnTo>
                  <a:pt x="1458897" y="1471900"/>
                </a:lnTo>
                <a:lnTo>
                  <a:pt x="1458306" y="1476109"/>
                </a:lnTo>
                <a:lnTo>
                  <a:pt x="1456251" y="1476006"/>
                </a:lnTo>
                <a:cubicBezTo>
                  <a:pt x="1423775" y="1477710"/>
                  <a:pt x="1391236" y="1478252"/>
                  <a:pt x="1358699" y="1478795"/>
                </a:cubicBezTo>
                <a:lnTo>
                  <a:pt x="1337088" y="1479810"/>
                </a:lnTo>
                <a:lnTo>
                  <a:pt x="1199842" y="1479810"/>
                </a:lnTo>
                <a:lnTo>
                  <a:pt x="1178285" y="1478795"/>
                </a:lnTo>
                <a:cubicBezTo>
                  <a:pt x="1072671" y="1461942"/>
                  <a:pt x="965946" y="1459625"/>
                  <a:pt x="859950" y="1471898"/>
                </a:cubicBezTo>
                <a:lnTo>
                  <a:pt x="711774" y="1479810"/>
                </a:lnTo>
                <a:lnTo>
                  <a:pt x="637511" y="1479810"/>
                </a:lnTo>
                <a:lnTo>
                  <a:pt x="500700" y="1474455"/>
                </a:lnTo>
                <a:cubicBezTo>
                  <a:pt x="412071" y="1467172"/>
                  <a:pt x="323261" y="1461748"/>
                  <a:pt x="234328" y="1468257"/>
                </a:cubicBezTo>
                <a:cubicBezTo>
                  <a:pt x="217301" y="1469536"/>
                  <a:pt x="200486" y="1472964"/>
                  <a:pt x="183686" y="1476228"/>
                </a:cubicBezTo>
                <a:lnTo>
                  <a:pt x="157756" y="1479810"/>
                </a:lnTo>
                <a:lnTo>
                  <a:pt x="13214" y="1479810"/>
                </a:lnTo>
                <a:lnTo>
                  <a:pt x="15315" y="1462749"/>
                </a:lnTo>
                <a:cubicBezTo>
                  <a:pt x="16576" y="1445267"/>
                  <a:pt x="16192" y="1427772"/>
                  <a:pt x="11891" y="1410409"/>
                </a:cubicBezTo>
                <a:cubicBezTo>
                  <a:pt x="-1809" y="1355230"/>
                  <a:pt x="931" y="1300104"/>
                  <a:pt x="6411" y="1244508"/>
                </a:cubicBezTo>
                <a:cubicBezTo>
                  <a:pt x="10521" y="1203137"/>
                  <a:pt x="15069" y="1161296"/>
                  <a:pt x="6849" y="1119455"/>
                </a:cubicBezTo>
                <a:cubicBezTo>
                  <a:pt x="3315" y="1100041"/>
                  <a:pt x="3315" y="1080187"/>
                  <a:pt x="6849" y="1060773"/>
                </a:cubicBezTo>
                <a:cubicBezTo>
                  <a:pt x="11123" y="1034622"/>
                  <a:pt x="15178" y="1008733"/>
                  <a:pt x="9698" y="982321"/>
                </a:cubicBezTo>
                <a:cubicBezTo>
                  <a:pt x="7288" y="970815"/>
                  <a:pt x="5480" y="959204"/>
                  <a:pt x="4219" y="947592"/>
                </a:cubicBezTo>
                <a:cubicBezTo>
                  <a:pt x="1709" y="917948"/>
                  <a:pt x="2608" y="888136"/>
                  <a:pt x="6903" y="858680"/>
                </a:cubicBezTo>
                <a:cubicBezTo>
                  <a:pt x="11014" y="824475"/>
                  <a:pt x="4328" y="790061"/>
                  <a:pt x="9808" y="755960"/>
                </a:cubicBezTo>
                <a:cubicBezTo>
                  <a:pt x="13699" y="728497"/>
                  <a:pt x="13847" y="700667"/>
                  <a:pt x="10247" y="673166"/>
                </a:cubicBezTo>
                <a:cubicBezTo>
                  <a:pt x="3769" y="621179"/>
                  <a:pt x="4174" y="568621"/>
                  <a:pt x="11452" y="516733"/>
                </a:cubicBezTo>
                <a:cubicBezTo>
                  <a:pt x="15946" y="486450"/>
                  <a:pt x="18521" y="455279"/>
                  <a:pt x="10465" y="425571"/>
                </a:cubicBezTo>
                <a:cubicBezTo>
                  <a:pt x="-8495" y="355749"/>
                  <a:pt x="2575" y="285822"/>
                  <a:pt x="10465" y="216366"/>
                </a:cubicBezTo>
                <a:cubicBezTo>
                  <a:pt x="15261" y="179065"/>
                  <a:pt x="15370" y="141350"/>
                  <a:pt x="10795" y="104023"/>
                </a:cubicBezTo>
                <a:cubicBezTo>
                  <a:pt x="6734" y="76457"/>
                  <a:pt x="4312" y="48717"/>
                  <a:pt x="3534" y="20936"/>
                </a:cubicBezTo>
                <a:lnTo>
                  <a:pt x="3924" y="8444"/>
                </a:lnTo>
                <a:lnTo>
                  <a:pt x="72291" y="7146"/>
                </a:lnTo>
                <a:cubicBezTo>
                  <a:pt x="125549" y="5562"/>
                  <a:pt x="178727" y="3395"/>
                  <a:pt x="231770" y="4001"/>
                </a:cubicBezTo>
                <a:cubicBezTo>
                  <a:pt x="276048" y="4486"/>
                  <a:pt x="320207" y="13579"/>
                  <a:pt x="364602" y="11882"/>
                </a:cubicBezTo>
                <a:cubicBezTo>
                  <a:pt x="499146" y="6911"/>
                  <a:pt x="633749" y="8548"/>
                  <a:pt x="768233" y="2061"/>
                </a:cubicBezTo>
                <a:cubicBezTo>
                  <a:pt x="801007" y="-37"/>
                  <a:pt x="833840" y="-532"/>
                  <a:pt x="866622" y="571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163C3609-48D8-42DB-AD9E-61699A6F131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01259" y="3064916"/>
            <a:ext cx="1442437" cy="1477990"/>
          </a:xfrm>
          <a:custGeom>
            <a:avLst/>
            <a:gdLst>
              <a:gd name="connsiteX0" fmla="*/ 866623 w 1442437"/>
              <a:gd name="connsiteY0" fmla="*/ 571 h 1477990"/>
              <a:gd name="connsiteX1" fmla="*/ 964707 w 1442437"/>
              <a:gd name="connsiteY1" fmla="*/ 8669 h 1477990"/>
              <a:gd name="connsiteX2" fmla="*/ 1111826 w 1442437"/>
              <a:gd name="connsiteY2" fmla="*/ 8366 h 1477990"/>
              <a:gd name="connsiteX3" fmla="*/ 1290056 w 1442437"/>
              <a:gd name="connsiteY3" fmla="*/ 8730 h 1477990"/>
              <a:gd name="connsiteX4" fmla="*/ 1417398 w 1442437"/>
              <a:gd name="connsiteY4" fmla="*/ 6608 h 1477990"/>
              <a:gd name="connsiteX5" fmla="*/ 1442437 w 1442437"/>
              <a:gd name="connsiteY5" fmla="*/ 5718 h 1477990"/>
              <a:gd name="connsiteX6" fmla="*/ 1442437 w 1442437"/>
              <a:gd name="connsiteY6" fmla="*/ 1476401 h 1477990"/>
              <a:gd name="connsiteX7" fmla="*/ 1386857 w 1442437"/>
              <a:gd name="connsiteY7" fmla="*/ 1477990 h 1477990"/>
              <a:gd name="connsiteX8" fmla="*/ 1169378 w 1442437"/>
              <a:gd name="connsiteY8" fmla="*/ 1477990 h 1477990"/>
              <a:gd name="connsiteX9" fmla="*/ 1019262 w 1442437"/>
              <a:gd name="connsiteY9" fmla="*/ 1464424 h 1477990"/>
              <a:gd name="connsiteX10" fmla="*/ 859951 w 1442437"/>
              <a:gd name="connsiteY10" fmla="*/ 1471898 h 1477990"/>
              <a:gd name="connsiteX11" fmla="*/ 745859 w 1442437"/>
              <a:gd name="connsiteY11" fmla="*/ 1477990 h 1477990"/>
              <a:gd name="connsiteX12" fmla="*/ 591014 w 1442437"/>
              <a:gd name="connsiteY12" fmla="*/ 1477990 h 1477990"/>
              <a:gd name="connsiteX13" fmla="*/ 500701 w 1442437"/>
              <a:gd name="connsiteY13" fmla="*/ 1474455 h 1477990"/>
              <a:gd name="connsiteX14" fmla="*/ 234329 w 1442437"/>
              <a:gd name="connsiteY14" fmla="*/ 1468257 h 1477990"/>
              <a:gd name="connsiteX15" fmla="*/ 183687 w 1442437"/>
              <a:gd name="connsiteY15" fmla="*/ 1476228 h 1477990"/>
              <a:gd name="connsiteX16" fmla="*/ 170933 w 1442437"/>
              <a:gd name="connsiteY16" fmla="*/ 1477990 h 1477990"/>
              <a:gd name="connsiteX17" fmla="*/ 13439 w 1442437"/>
              <a:gd name="connsiteY17" fmla="*/ 1477990 h 1477990"/>
              <a:gd name="connsiteX18" fmla="*/ 15316 w 1442437"/>
              <a:gd name="connsiteY18" fmla="*/ 1462749 h 1477990"/>
              <a:gd name="connsiteX19" fmla="*/ 11892 w 1442437"/>
              <a:gd name="connsiteY19" fmla="*/ 1410409 h 1477990"/>
              <a:gd name="connsiteX20" fmla="*/ 6412 w 1442437"/>
              <a:gd name="connsiteY20" fmla="*/ 1244508 h 1477990"/>
              <a:gd name="connsiteX21" fmla="*/ 6850 w 1442437"/>
              <a:gd name="connsiteY21" fmla="*/ 1119455 h 1477990"/>
              <a:gd name="connsiteX22" fmla="*/ 6850 w 1442437"/>
              <a:gd name="connsiteY22" fmla="*/ 1060773 h 1477990"/>
              <a:gd name="connsiteX23" fmla="*/ 9699 w 1442437"/>
              <a:gd name="connsiteY23" fmla="*/ 982321 h 1477990"/>
              <a:gd name="connsiteX24" fmla="*/ 4220 w 1442437"/>
              <a:gd name="connsiteY24" fmla="*/ 947592 h 1477990"/>
              <a:gd name="connsiteX25" fmla="*/ 6904 w 1442437"/>
              <a:gd name="connsiteY25" fmla="*/ 858680 h 1477990"/>
              <a:gd name="connsiteX26" fmla="*/ 9809 w 1442437"/>
              <a:gd name="connsiteY26" fmla="*/ 755960 h 1477990"/>
              <a:gd name="connsiteX27" fmla="*/ 10248 w 1442437"/>
              <a:gd name="connsiteY27" fmla="*/ 673166 h 1477990"/>
              <a:gd name="connsiteX28" fmla="*/ 11453 w 1442437"/>
              <a:gd name="connsiteY28" fmla="*/ 516733 h 1477990"/>
              <a:gd name="connsiteX29" fmla="*/ 10466 w 1442437"/>
              <a:gd name="connsiteY29" fmla="*/ 425571 h 1477990"/>
              <a:gd name="connsiteX30" fmla="*/ 10466 w 1442437"/>
              <a:gd name="connsiteY30" fmla="*/ 216366 h 1477990"/>
              <a:gd name="connsiteX31" fmla="*/ 10796 w 1442437"/>
              <a:gd name="connsiteY31" fmla="*/ 104023 h 1477990"/>
              <a:gd name="connsiteX32" fmla="*/ 3535 w 1442437"/>
              <a:gd name="connsiteY32" fmla="*/ 20936 h 1477990"/>
              <a:gd name="connsiteX33" fmla="*/ 3925 w 1442437"/>
              <a:gd name="connsiteY33" fmla="*/ 8444 h 1477990"/>
              <a:gd name="connsiteX34" fmla="*/ 72292 w 1442437"/>
              <a:gd name="connsiteY34" fmla="*/ 7146 h 1477990"/>
              <a:gd name="connsiteX35" fmla="*/ 231771 w 1442437"/>
              <a:gd name="connsiteY35" fmla="*/ 4001 h 1477990"/>
              <a:gd name="connsiteX36" fmla="*/ 364603 w 1442437"/>
              <a:gd name="connsiteY36" fmla="*/ 11882 h 1477990"/>
              <a:gd name="connsiteX37" fmla="*/ 768234 w 1442437"/>
              <a:gd name="connsiteY37" fmla="*/ 2061 h 1477990"/>
              <a:gd name="connsiteX38" fmla="*/ 866623 w 1442437"/>
              <a:gd name="connsiteY38" fmla="*/ 571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442437" h="1477990">
                <a:moveTo>
                  <a:pt x="866623" y="571"/>
                </a:moveTo>
                <a:cubicBezTo>
                  <a:pt x="899406" y="1673"/>
                  <a:pt x="932137" y="4374"/>
                  <a:pt x="964707" y="8669"/>
                </a:cubicBezTo>
                <a:cubicBezTo>
                  <a:pt x="1013530" y="15823"/>
                  <a:pt x="1062767" y="11397"/>
                  <a:pt x="1111826" y="8366"/>
                </a:cubicBezTo>
                <a:cubicBezTo>
                  <a:pt x="1171217" y="4668"/>
                  <a:pt x="1230548" y="2667"/>
                  <a:pt x="1290056" y="8730"/>
                </a:cubicBezTo>
                <a:cubicBezTo>
                  <a:pt x="1332385" y="13094"/>
                  <a:pt x="1374950" y="9033"/>
                  <a:pt x="1417398" y="6608"/>
                </a:cubicBezTo>
                <a:lnTo>
                  <a:pt x="1442437" y="5718"/>
                </a:lnTo>
                <a:lnTo>
                  <a:pt x="1442437" y="1476401"/>
                </a:lnTo>
                <a:lnTo>
                  <a:pt x="1386857" y="1477990"/>
                </a:lnTo>
                <a:lnTo>
                  <a:pt x="1169378" y="1477990"/>
                </a:lnTo>
                <a:lnTo>
                  <a:pt x="1019262" y="1464424"/>
                </a:lnTo>
                <a:cubicBezTo>
                  <a:pt x="966129" y="1463273"/>
                  <a:pt x="912949" y="1465762"/>
                  <a:pt x="859951" y="1471898"/>
                </a:cubicBezTo>
                <a:lnTo>
                  <a:pt x="745859" y="1477990"/>
                </a:lnTo>
                <a:lnTo>
                  <a:pt x="591014" y="1477990"/>
                </a:lnTo>
                <a:lnTo>
                  <a:pt x="500701" y="1474455"/>
                </a:lnTo>
                <a:cubicBezTo>
                  <a:pt x="412072" y="1467172"/>
                  <a:pt x="323262" y="1461748"/>
                  <a:pt x="234329" y="1468257"/>
                </a:cubicBezTo>
                <a:cubicBezTo>
                  <a:pt x="217302" y="1469536"/>
                  <a:pt x="200487" y="1472964"/>
                  <a:pt x="183687" y="1476228"/>
                </a:cubicBezTo>
                <a:lnTo>
                  <a:pt x="170933" y="1477990"/>
                </a:lnTo>
                <a:lnTo>
                  <a:pt x="13439" y="1477990"/>
                </a:lnTo>
                <a:lnTo>
                  <a:pt x="15316" y="1462749"/>
                </a:lnTo>
                <a:cubicBezTo>
                  <a:pt x="16577" y="1445267"/>
                  <a:pt x="16193" y="1427772"/>
                  <a:pt x="11892" y="1410409"/>
                </a:cubicBezTo>
                <a:cubicBezTo>
                  <a:pt x="-1808" y="1355230"/>
                  <a:pt x="932" y="1300104"/>
                  <a:pt x="6412" y="1244508"/>
                </a:cubicBezTo>
                <a:cubicBezTo>
                  <a:pt x="10522" y="1203137"/>
                  <a:pt x="15070" y="1161296"/>
                  <a:pt x="6850" y="1119455"/>
                </a:cubicBezTo>
                <a:cubicBezTo>
                  <a:pt x="3316" y="1100041"/>
                  <a:pt x="3316" y="1080187"/>
                  <a:pt x="6850" y="1060773"/>
                </a:cubicBezTo>
                <a:cubicBezTo>
                  <a:pt x="11124" y="1034622"/>
                  <a:pt x="15179" y="1008733"/>
                  <a:pt x="9699" y="982321"/>
                </a:cubicBezTo>
                <a:cubicBezTo>
                  <a:pt x="7289" y="970815"/>
                  <a:pt x="5481" y="959204"/>
                  <a:pt x="4220" y="947592"/>
                </a:cubicBezTo>
                <a:cubicBezTo>
                  <a:pt x="1710" y="917948"/>
                  <a:pt x="2609" y="888136"/>
                  <a:pt x="6904" y="858680"/>
                </a:cubicBezTo>
                <a:cubicBezTo>
                  <a:pt x="11015" y="824475"/>
                  <a:pt x="4329" y="790061"/>
                  <a:pt x="9809" y="755960"/>
                </a:cubicBezTo>
                <a:cubicBezTo>
                  <a:pt x="13700" y="728497"/>
                  <a:pt x="13848" y="700667"/>
                  <a:pt x="10248" y="673166"/>
                </a:cubicBezTo>
                <a:cubicBezTo>
                  <a:pt x="3770" y="621179"/>
                  <a:pt x="4175" y="568621"/>
                  <a:pt x="11453" y="516733"/>
                </a:cubicBezTo>
                <a:cubicBezTo>
                  <a:pt x="15947" y="486450"/>
                  <a:pt x="18522" y="455279"/>
                  <a:pt x="10466" y="425571"/>
                </a:cubicBezTo>
                <a:cubicBezTo>
                  <a:pt x="-8494" y="355749"/>
                  <a:pt x="2576" y="285822"/>
                  <a:pt x="10466" y="216366"/>
                </a:cubicBezTo>
                <a:cubicBezTo>
                  <a:pt x="15262" y="179065"/>
                  <a:pt x="15371" y="141350"/>
                  <a:pt x="10796" y="104023"/>
                </a:cubicBezTo>
                <a:cubicBezTo>
                  <a:pt x="6735" y="76457"/>
                  <a:pt x="4313" y="48717"/>
                  <a:pt x="3535" y="20936"/>
                </a:cubicBezTo>
                <a:lnTo>
                  <a:pt x="3925" y="8444"/>
                </a:lnTo>
                <a:lnTo>
                  <a:pt x="72292" y="7146"/>
                </a:lnTo>
                <a:cubicBezTo>
                  <a:pt x="125550" y="5562"/>
                  <a:pt x="178728" y="3395"/>
                  <a:pt x="231771" y="4001"/>
                </a:cubicBezTo>
                <a:cubicBezTo>
                  <a:pt x="276049" y="4486"/>
                  <a:pt x="320208" y="13579"/>
                  <a:pt x="364603" y="11882"/>
                </a:cubicBezTo>
                <a:cubicBezTo>
                  <a:pt x="499147" y="6911"/>
                  <a:pt x="633750" y="8548"/>
                  <a:pt x="768234" y="2061"/>
                </a:cubicBezTo>
                <a:cubicBezTo>
                  <a:pt x="801008" y="-37"/>
                  <a:pt x="833841" y="-532"/>
                  <a:pt x="866623" y="571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2B03F1E7-A2BE-4059-85FC-6546945FA3F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370488" y="3064916"/>
            <a:ext cx="1455507" cy="1477990"/>
          </a:xfrm>
          <a:custGeom>
            <a:avLst/>
            <a:gdLst>
              <a:gd name="connsiteX0" fmla="*/ 100458 w 1455507"/>
              <a:gd name="connsiteY0" fmla="*/ 0 h 1477990"/>
              <a:gd name="connsiteX1" fmla="*/ 258284 w 1455507"/>
              <a:gd name="connsiteY1" fmla="*/ 0 h 1477990"/>
              <a:gd name="connsiteX2" fmla="*/ 290610 w 1455507"/>
              <a:gd name="connsiteY2" fmla="*/ 2318 h 1477990"/>
              <a:gd name="connsiteX3" fmla="*/ 357070 w 1455507"/>
              <a:gd name="connsiteY3" fmla="*/ 5440 h 1477990"/>
              <a:gd name="connsiteX4" fmla="*/ 558908 w 1455507"/>
              <a:gd name="connsiteY4" fmla="*/ 1098 h 1477990"/>
              <a:gd name="connsiteX5" fmla="*/ 599348 w 1455507"/>
              <a:gd name="connsiteY5" fmla="*/ 0 h 1477990"/>
              <a:gd name="connsiteX6" fmla="*/ 930201 w 1455507"/>
              <a:gd name="connsiteY6" fmla="*/ 0 h 1477990"/>
              <a:gd name="connsiteX7" fmla="*/ 957174 w 1455507"/>
              <a:gd name="connsiteY7" fmla="*/ 2227 h 1477990"/>
              <a:gd name="connsiteX8" fmla="*/ 1104293 w 1455507"/>
              <a:gd name="connsiteY8" fmla="*/ 1924 h 1477990"/>
              <a:gd name="connsiteX9" fmla="*/ 1153561 w 1455507"/>
              <a:gd name="connsiteY9" fmla="*/ 0 h 1477990"/>
              <a:gd name="connsiteX10" fmla="*/ 1229432 w 1455507"/>
              <a:gd name="connsiteY10" fmla="*/ 0 h 1477990"/>
              <a:gd name="connsiteX11" fmla="*/ 1282523 w 1455507"/>
              <a:gd name="connsiteY11" fmla="*/ 2288 h 1477990"/>
              <a:gd name="connsiteX12" fmla="*/ 1409865 w 1455507"/>
              <a:gd name="connsiteY12" fmla="*/ 166 h 1477990"/>
              <a:gd name="connsiteX13" fmla="*/ 1414535 w 1455507"/>
              <a:gd name="connsiteY13" fmla="*/ 0 h 1477990"/>
              <a:gd name="connsiteX14" fmla="*/ 1446877 w 1455507"/>
              <a:gd name="connsiteY14" fmla="*/ 0 h 1477990"/>
              <a:gd name="connsiteX15" fmla="*/ 1441986 w 1455507"/>
              <a:gd name="connsiteY15" fmla="*/ 87863 h 1477990"/>
              <a:gd name="connsiteX16" fmla="*/ 1446522 w 1455507"/>
              <a:gd name="connsiteY16" fmla="*/ 192281 h 1477990"/>
              <a:gd name="connsiteX17" fmla="*/ 1449083 w 1455507"/>
              <a:gd name="connsiteY17" fmla="*/ 384757 h 1477990"/>
              <a:gd name="connsiteX18" fmla="*/ 1445075 w 1455507"/>
              <a:gd name="connsiteY18" fmla="*/ 558660 h 1477990"/>
              <a:gd name="connsiteX19" fmla="*/ 1453480 w 1455507"/>
              <a:gd name="connsiteY19" fmla="*/ 618392 h 1477990"/>
              <a:gd name="connsiteX20" fmla="*/ 1443851 w 1455507"/>
              <a:gd name="connsiteY20" fmla="*/ 900580 h 1477990"/>
              <a:gd name="connsiteX21" fmla="*/ 1445131 w 1455507"/>
              <a:gd name="connsiteY21" fmla="*/ 1003252 h 1477990"/>
              <a:gd name="connsiteX22" fmla="*/ 1448470 w 1455507"/>
              <a:gd name="connsiteY22" fmla="*/ 1090546 h 1477990"/>
              <a:gd name="connsiteX23" fmla="*/ 1446188 w 1455507"/>
              <a:gd name="connsiteY23" fmla="*/ 1168120 h 1477990"/>
              <a:gd name="connsiteX24" fmla="*/ 1454190 w 1455507"/>
              <a:gd name="connsiteY24" fmla="*/ 1273576 h 1477990"/>
              <a:gd name="connsiteX25" fmla="*/ 1455507 w 1455507"/>
              <a:gd name="connsiteY25" fmla="*/ 1324327 h 1477990"/>
              <a:gd name="connsiteX26" fmla="*/ 1455507 w 1455507"/>
              <a:gd name="connsiteY26" fmla="*/ 1427362 h 1477990"/>
              <a:gd name="connsiteX27" fmla="*/ 1451365 w 1455507"/>
              <a:gd name="connsiteY27" fmla="*/ 1465458 h 1477990"/>
              <a:gd name="connsiteX28" fmla="*/ 1450774 w 1455507"/>
              <a:gd name="connsiteY28" fmla="*/ 1469667 h 1477990"/>
              <a:gd name="connsiteX29" fmla="*/ 1448719 w 1455507"/>
              <a:gd name="connsiteY29" fmla="*/ 1469564 h 1477990"/>
              <a:gd name="connsiteX30" fmla="*/ 1351167 w 1455507"/>
              <a:gd name="connsiteY30" fmla="*/ 1472353 h 1477990"/>
              <a:gd name="connsiteX31" fmla="*/ 1170753 w 1455507"/>
              <a:gd name="connsiteY31" fmla="*/ 1472353 h 1477990"/>
              <a:gd name="connsiteX32" fmla="*/ 852418 w 1455507"/>
              <a:gd name="connsiteY32" fmla="*/ 1465456 h 1477990"/>
              <a:gd name="connsiteX33" fmla="*/ 493168 w 1455507"/>
              <a:gd name="connsiteY33" fmla="*/ 1468013 h 1477990"/>
              <a:gd name="connsiteX34" fmla="*/ 226796 w 1455507"/>
              <a:gd name="connsiteY34" fmla="*/ 1461815 h 1477990"/>
              <a:gd name="connsiteX35" fmla="*/ 125602 w 1455507"/>
              <a:gd name="connsiteY35" fmla="*/ 1476769 h 1477990"/>
              <a:gd name="connsiteX36" fmla="*/ 5112 w 1455507"/>
              <a:gd name="connsiteY36" fmla="*/ 1477990 h 1477990"/>
              <a:gd name="connsiteX37" fmla="*/ 7783 w 1455507"/>
              <a:gd name="connsiteY37" fmla="*/ 1456307 h 1477990"/>
              <a:gd name="connsiteX38" fmla="*/ 4359 w 1455507"/>
              <a:gd name="connsiteY38" fmla="*/ 1403967 h 1477990"/>
              <a:gd name="connsiteX39" fmla="*/ 295 w 1455507"/>
              <a:gd name="connsiteY39" fmla="*/ 1370091 h 1477990"/>
              <a:gd name="connsiteX40" fmla="*/ 295 w 1455507"/>
              <a:gd name="connsiteY40" fmla="*/ 1219835 h 1477990"/>
              <a:gd name="connsiteX41" fmla="*/ 3722 w 1455507"/>
              <a:gd name="connsiteY41" fmla="*/ 1175716 h 1477990"/>
              <a:gd name="connsiteX42" fmla="*/ 295 w 1455507"/>
              <a:gd name="connsiteY42" fmla="*/ 1126935 h 1477990"/>
              <a:gd name="connsiteX43" fmla="*/ 295 w 1455507"/>
              <a:gd name="connsiteY43" fmla="*/ 1046801 h 1477990"/>
              <a:gd name="connsiteX44" fmla="*/ 4400 w 1455507"/>
              <a:gd name="connsiteY44" fmla="*/ 1015203 h 1477990"/>
              <a:gd name="connsiteX45" fmla="*/ 2166 w 1455507"/>
              <a:gd name="connsiteY45" fmla="*/ 975879 h 1477990"/>
              <a:gd name="connsiteX46" fmla="*/ 295 w 1455507"/>
              <a:gd name="connsiteY46" fmla="*/ 964020 h 1477990"/>
              <a:gd name="connsiteX47" fmla="*/ 295 w 1455507"/>
              <a:gd name="connsiteY47" fmla="*/ 801667 h 1477990"/>
              <a:gd name="connsiteX48" fmla="*/ 310 w 1455507"/>
              <a:gd name="connsiteY48" fmla="*/ 800839 h 1477990"/>
              <a:gd name="connsiteX49" fmla="*/ 2276 w 1455507"/>
              <a:gd name="connsiteY49" fmla="*/ 749518 h 1477990"/>
              <a:gd name="connsiteX50" fmla="*/ 2715 w 1455507"/>
              <a:gd name="connsiteY50" fmla="*/ 666724 h 1477990"/>
              <a:gd name="connsiteX51" fmla="*/ 295 w 1455507"/>
              <a:gd name="connsiteY51" fmla="*/ 625158 h 1477990"/>
              <a:gd name="connsiteX52" fmla="*/ 295 w 1455507"/>
              <a:gd name="connsiteY52" fmla="*/ 559484 h 1477990"/>
              <a:gd name="connsiteX53" fmla="*/ 3920 w 1455507"/>
              <a:gd name="connsiteY53" fmla="*/ 510291 h 1477990"/>
              <a:gd name="connsiteX54" fmla="*/ 2933 w 1455507"/>
              <a:gd name="connsiteY54" fmla="*/ 419129 h 1477990"/>
              <a:gd name="connsiteX55" fmla="*/ 295 w 1455507"/>
              <a:gd name="connsiteY55" fmla="*/ 403959 h 1477990"/>
              <a:gd name="connsiteX56" fmla="*/ 295 w 1455507"/>
              <a:gd name="connsiteY56" fmla="*/ 237294 h 1477990"/>
              <a:gd name="connsiteX57" fmla="*/ 2933 w 1455507"/>
              <a:gd name="connsiteY57" fmla="*/ 209924 h 1477990"/>
              <a:gd name="connsiteX58" fmla="*/ 3263 w 1455507"/>
              <a:gd name="connsiteY58" fmla="*/ 97581 h 1477990"/>
              <a:gd name="connsiteX59" fmla="*/ 295 w 1455507"/>
              <a:gd name="connsiteY59" fmla="*/ 63619 h 1477990"/>
              <a:gd name="connsiteX60" fmla="*/ 295 w 1455507"/>
              <a:gd name="connsiteY60" fmla="*/ 1928 h 1477990"/>
              <a:gd name="connsiteX61" fmla="*/ 64759 w 1455507"/>
              <a:gd name="connsiteY61" fmla="*/ 704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1455507" h="1477990">
                <a:moveTo>
                  <a:pt x="100458" y="0"/>
                </a:moveTo>
                <a:lnTo>
                  <a:pt x="258284" y="0"/>
                </a:lnTo>
                <a:lnTo>
                  <a:pt x="290610" y="2318"/>
                </a:lnTo>
                <a:cubicBezTo>
                  <a:pt x="312734" y="4440"/>
                  <a:pt x="334873" y="6289"/>
                  <a:pt x="357070" y="5440"/>
                </a:cubicBezTo>
                <a:cubicBezTo>
                  <a:pt x="424342" y="2955"/>
                  <a:pt x="491629" y="2121"/>
                  <a:pt x="558908" y="1098"/>
                </a:cubicBezTo>
                <a:lnTo>
                  <a:pt x="599348" y="0"/>
                </a:lnTo>
                <a:lnTo>
                  <a:pt x="930201" y="0"/>
                </a:lnTo>
                <a:lnTo>
                  <a:pt x="957174" y="2227"/>
                </a:lnTo>
                <a:cubicBezTo>
                  <a:pt x="1005997" y="9381"/>
                  <a:pt x="1055234" y="4955"/>
                  <a:pt x="1104293" y="1924"/>
                </a:cubicBezTo>
                <a:lnTo>
                  <a:pt x="1153561" y="0"/>
                </a:lnTo>
                <a:lnTo>
                  <a:pt x="1229432" y="0"/>
                </a:lnTo>
                <a:lnTo>
                  <a:pt x="1282523" y="2288"/>
                </a:lnTo>
                <a:cubicBezTo>
                  <a:pt x="1324852" y="6652"/>
                  <a:pt x="1367417" y="2591"/>
                  <a:pt x="1409865" y="166"/>
                </a:cubicBezTo>
                <a:lnTo>
                  <a:pt x="1414535" y="0"/>
                </a:lnTo>
                <a:lnTo>
                  <a:pt x="1446877" y="0"/>
                </a:lnTo>
                <a:lnTo>
                  <a:pt x="1441986" y="87863"/>
                </a:lnTo>
                <a:cubicBezTo>
                  <a:pt x="1441527" y="122692"/>
                  <a:pt x="1442793" y="157509"/>
                  <a:pt x="1446522" y="192281"/>
                </a:cubicBezTo>
                <a:cubicBezTo>
                  <a:pt x="1452467" y="256325"/>
                  <a:pt x="1453324" y="320620"/>
                  <a:pt x="1449083" y="384757"/>
                </a:cubicBezTo>
                <a:cubicBezTo>
                  <a:pt x="1446133" y="442709"/>
                  <a:pt x="1438896" y="500570"/>
                  <a:pt x="1445075" y="558660"/>
                </a:cubicBezTo>
                <a:cubicBezTo>
                  <a:pt x="1447190" y="578647"/>
                  <a:pt x="1452311" y="598268"/>
                  <a:pt x="1453480" y="618392"/>
                </a:cubicBezTo>
                <a:cubicBezTo>
                  <a:pt x="1459046" y="712668"/>
                  <a:pt x="1450697" y="806624"/>
                  <a:pt x="1443851" y="900580"/>
                </a:cubicBezTo>
                <a:cubicBezTo>
                  <a:pt x="1441346" y="934804"/>
                  <a:pt x="1438284" y="969028"/>
                  <a:pt x="1445131" y="1003252"/>
                </a:cubicBezTo>
                <a:cubicBezTo>
                  <a:pt x="1450558" y="1032132"/>
                  <a:pt x="1451677" y="1061447"/>
                  <a:pt x="1448470" y="1090546"/>
                </a:cubicBezTo>
                <a:cubicBezTo>
                  <a:pt x="1445264" y="1116318"/>
                  <a:pt x="1444502" y="1142251"/>
                  <a:pt x="1446188" y="1168120"/>
                </a:cubicBezTo>
                <a:cubicBezTo>
                  <a:pt x="1449667" y="1203257"/>
                  <a:pt x="1452367" y="1238405"/>
                  <a:pt x="1454190" y="1273576"/>
                </a:cubicBezTo>
                <a:lnTo>
                  <a:pt x="1455507" y="1324327"/>
                </a:lnTo>
                <a:lnTo>
                  <a:pt x="1455507" y="1427362"/>
                </a:lnTo>
                <a:lnTo>
                  <a:pt x="1451365" y="1465458"/>
                </a:lnTo>
                <a:lnTo>
                  <a:pt x="1450774" y="1469667"/>
                </a:lnTo>
                <a:lnTo>
                  <a:pt x="1448719" y="1469564"/>
                </a:lnTo>
                <a:cubicBezTo>
                  <a:pt x="1416243" y="1471268"/>
                  <a:pt x="1383704" y="1471810"/>
                  <a:pt x="1351167" y="1472353"/>
                </a:cubicBezTo>
                <a:cubicBezTo>
                  <a:pt x="1291009" y="1473360"/>
                  <a:pt x="1230608" y="1482658"/>
                  <a:pt x="1170753" y="1472353"/>
                </a:cubicBezTo>
                <a:cubicBezTo>
                  <a:pt x="1065139" y="1455500"/>
                  <a:pt x="958414" y="1453183"/>
                  <a:pt x="852418" y="1465456"/>
                </a:cubicBezTo>
                <a:cubicBezTo>
                  <a:pt x="732873" y="1477389"/>
                  <a:pt x="612811" y="1478242"/>
                  <a:pt x="493168" y="1468013"/>
                </a:cubicBezTo>
                <a:cubicBezTo>
                  <a:pt x="404539" y="1460730"/>
                  <a:pt x="315729" y="1455306"/>
                  <a:pt x="226796" y="1461815"/>
                </a:cubicBezTo>
                <a:cubicBezTo>
                  <a:pt x="192742" y="1464372"/>
                  <a:pt x="159536" y="1475530"/>
                  <a:pt x="125602" y="1476769"/>
                </a:cubicBezTo>
                <a:lnTo>
                  <a:pt x="5112" y="1477990"/>
                </a:lnTo>
                <a:lnTo>
                  <a:pt x="7783" y="1456307"/>
                </a:lnTo>
                <a:cubicBezTo>
                  <a:pt x="9044" y="1438825"/>
                  <a:pt x="8660" y="1421330"/>
                  <a:pt x="4359" y="1403967"/>
                </a:cubicBezTo>
                <a:lnTo>
                  <a:pt x="295" y="1370091"/>
                </a:lnTo>
                <a:lnTo>
                  <a:pt x="295" y="1219835"/>
                </a:lnTo>
                <a:lnTo>
                  <a:pt x="3722" y="1175716"/>
                </a:lnTo>
                <a:lnTo>
                  <a:pt x="295" y="1126935"/>
                </a:lnTo>
                <a:lnTo>
                  <a:pt x="295" y="1046801"/>
                </a:lnTo>
                <a:lnTo>
                  <a:pt x="4400" y="1015203"/>
                </a:lnTo>
                <a:cubicBezTo>
                  <a:pt x="5263" y="1002160"/>
                  <a:pt x="4906" y="989085"/>
                  <a:pt x="2166" y="975879"/>
                </a:cubicBezTo>
                <a:lnTo>
                  <a:pt x="295" y="964020"/>
                </a:lnTo>
                <a:lnTo>
                  <a:pt x="295" y="801667"/>
                </a:lnTo>
                <a:lnTo>
                  <a:pt x="310" y="800839"/>
                </a:lnTo>
                <a:cubicBezTo>
                  <a:pt x="-163" y="783697"/>
                  <a:pt x="-464" y="766569"/>
                  <a:pt x="2276" y="749518"/>
                </a:cubicBezTo>
                <a:cubicBezTo>
                  <a:pt x="6167" y="722055"/>
                  <a:pt x="6315" y="694225"/>
                  <a:pt x="2715" y="666724"/>
                </a:cubicBezTo>
                <a:lnTo>
                  <a:pt x="295" y="625158"/>
                </a:lnTo>
                <a:lnTo>
                  <a:pt x="295" y="559484"/>
                </a:lnTo>
                <a:lnTo>
                  <a:pt x="3920" y="510291"/>
                </a:lnTo>
                <a:cubicBezTo>
                  <a:pt x="8414" y="480008"/>
                  <a:pt x="10989" y="448837"/>
                  <a:pt x="2933" y="419129"/>
                </a:cubicBezTo>
                <a:lnTo>
                  <a:pt x="295" y="403959"/>
                </a:lnTo>
                <a:lnTo>
                  <a:pt x="295" y="237294"/>
                </a:lnTo>
                <a:lnTo>
                  <a:pt x="2933" y="209924"/>
                </a:lnTo>
                <a:cubicBezTo>
                  <a:pt x="7729" y="172623"/>
                  <a:pt x="7838" y="134908"/>
                  <a:pt x="3263" y="97581"/>
                </a:cubicBezTo>
                <a:lnTo>
                  <a:pt x="295" y="63619"/>
                </a:lnTo>
                <a:lnTo>
                  <a:pt x="295" y="1928"/>
                </a:lnTo>
                <a:lnTo>
                  <a:pt x="64759" y="70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C62C212D-2434-4610-A983-7FC587B517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09627" y="3064916"/>
            <a:ext cx="1447216" cy="1477990"/>
          </a:xfrm>
          <a:custGeom>
            <a:avLst/>
            <a:gdLst>
              <a:gd name="connsiteX0" fmla="*/ 107991 w 1447216"/>
              <a:gd name="connsiteY0" fmla="*/ 0 h 1477990"/>
              <a:gd name="connsiteX1" fmla="*/ 265817 w 1447216"/>
              <a:gd name="connsiteY1" fmla="*/ 0 h 1477990"/>
              <a:gd name="connsiteX2" fmla="*/ 298143 w 1447216"/>
              <a:gd name="connsiteY2" fmla="*/ 2318 h 1477990"/>
              <a:gd name="connsiteX3" fmla="*/ 364603 w 1447216"/>
              <a:gd name="connsiteY3" fmla="*/ 5440 h 1477990"/>
              <a:gd name="connsiteX4" fmla="*/ 566441 w 1447216"/>
              <a:gd name="connsiteY4" fmla="*/ 1098 h 1477990"/>
              <a:gd name="connsiteX5" fmla="*/ 606880 w 1447216"/>
              <a:gd name="connsiteY5" fmla="*/ 0 h 1477990"/>
              <a:gd name="connsiteX6" fmla="*/ 937733 w 1447216"/>
              <a:gd name="connsiteY6" fmla="*/ 0 h 1477990"/>
              <a:gd name="connsiteX7" fmla="*/ 964707 w 1447216"/>
              <a:gd name="connsiteY7" fmla="*/ 2227 h 1477990"/>
              <a:gd name="connsiteX8" fmla="*/ 1111826 w 1447216"/>
              <a:gd name="connsiteY8" fmla="*/ 1924 h 1477990"/>
              <a:gd name="connsiteX9" fmla="*/ 1161094 w 1447216"/>
              <a:gd name="connsiteY9" fmla="*/ 0 h 1477990"/>
              <a:gd name="connsiteX10" fmla="*/ 1236965 w 1447216"/>
              <a:gd name="connsiteY10" fmla="*/ 0 h 1477990"/>
              <a:gd name="connsiteX11" fmla="*/ 1290056 w 1447216"/>
              <a:gd name="connsiteY11" fmla="*/ 2288 h 1477990"/>
              <a:gd name="connsiteX12" fmla="*/ 1417398 w 1447216"/>
              <a:gd name="connsiteY12" fmla="*/ 166 h 1477990"/>
              <a:gd name="connsiteX13" fmla="*/ 1422068 w 1447216"/>
              <a:gd name="connsiteY13" fmla="*/ 0 h 1477990"/>
              <a:gd name="connsiteX14" fmla="*/ 1447216 w 1447216"/>
              <a:gd name="connsiteY14" fmla="*/ 0 h 1477990"/>
              <a:gd name="connsiteX15" fmla="*/ 1447216 w 1447216"/>
              <a:gd name="connsiteY15" fmla="*/ 1469823 h 1477990"/>
              <a:gd name="connsiteX16" fmla="*/ 1358700 w 1447216"/>
              <a:gd name="connsiteY16" fmla="*/ 1472353 h 1477990"/>
              <a:gd name="connsiteX17" fmla="*/ 1178286 w 1447216"/>
              <a:gd name="connsiteY17" fmla="*/ 1472353 h 1477990"/>
              <a:gd name="connsiteX18" fmla="*/ 859951 w 1447216"/>
              <a:gd name="connsiteY18" fmla="*/ 1465456 h 1477990"/>
              <a:gd name="connsiteX19" fmla="*/ 500701 w 1447216"/>
              <a:gd name="connsiteY19" fmla="*/ 1468013 h 1477990"/>
              <a:gd name="connsiteX20" fmla="*/ 234329 w 1447216"/>
              <a:gd name="connsiteY20" fmla="*/ 1461815 h 1477990"/>
              <a:gd name="connsiteX21" fmla="*/ 133135 w 1447216"/>
              <a:gd name="connsiteY21" fmla="*/ 1476769 h 1477990"/>
              <a:gd name="connsiteX22" fmla="*/ 12645 w 1447216"/>
              <a:gd name="connsiteY22" fmla="*/ 1477990 h 1477990"/>
              <a:gd name="connsiteX23" fmla="*/ 15316 w 1447216"/>
              <a:gd name="connsiteY23" fmla="*/ 1456307 h 1477990"/>
              <a:gd name="connsiteX24" fmla="*/ 11892 w 1447216"/>
              <a:gd name="connsiteY24" fmla="*/ 1403967 h 1477990"/>
              <a:gd name="connsiteX25" fmla="*/ 6412 w 1447216"/>
              <a:gd name="connsiteY25" fmla="*/ 1238066 h 1477990"/>
              <a:gd name="connsiteX26" fmla="*/ 6850 w 1447216"/>
              <a:gd name="connsiteY26" fmla="*/ 1113013 h 1477990"/>
              <a:gd name="connsiteX27" fmla="*/ 6850 w 1447216"/>
              <a:gd name="connsiteY27" fmla="*/ 1054331 h 1477990"/>
              <a:gd name="connsiteX28" fmla="*/ 9699 w 1447216"/>
              <a:gd name="connsiteY28" fmla="*/ 975879 h 1477990"/>
              <a:gd name="connsiteX29" fmla="*/ 4220 w 1447216"/>
              <a:gd name="connsiteY29" fmla="*/ 941150 h 1477990"/>
              <a:gd name="connsiteX30" fmla="*/ 6904 w 1447216"/>
              <a:gd name="connsiteY30" fmla="*/ 852238 h 1477990"/>
              <a:gd name="connsiteX31" fmla="*/ 9809 w 1447216"/>
              <a:gd name="connsiteY31" fmla="*/ 749518 h 1477990"/>
              <a:gd name="connsiteX32" fmla="*/ 10248 w 1447216"/>
              <a:gd name="connsiteY32" fmla="*/ 666724 h 1477990"/>
              <a:gd name="connsiteX33" fmla="*/ 11453 w 1447216"/>
              <a:gd name="connsiteY33" fmla="*/ 510291 h 1477990"/>
              <a:gd name="connsiteX34" fmla="*/ 10466 w 1447216"/>
              <a:gd name="connsiteY34" fmla="*/ 419129 h 1477990"/>
              <a:gd name="connsiteX35" fmla="*/ 10466 w 1447216"/>
              <a:gd name="connsiteY35" fmla="*/ 209924 h 1477990"/>
              <a:gd name="connsiteX36" fmla="*/ 10796 w 1447216"/>
              <a:gd name="connsiteY36" fmla="*/ 97581 h 1477990"/>
              <a:gd name="connsiteX37" fmla="*/ 3535 w 1447216"/>
              <a:gd name="connsiteY37" fmla="*/ 14494 h 1477990"/>
              <a:gd name="connsiteX38" fmla="*/ 3925 w 1447216"/>
              <a:gd name="connsiteY38" fmla="*/ 2002 h 1477990"/>
              <a:gd name="connsiteX39" fmla="*/ 72292 w 1447216"/>
              <a:gd name="connsiteY39" fmla="*/ 704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447216" h="1477990">
                <a:moveTo>
                  <a:pt x="107991" y="0"/>
                </a:moveTo>
                <a:lnTo>
                  <a:pt x="265817" y="0"/>
                </a:lnTo>
                <a:lnTo>
                  <a:pt x="298143" y="2318"/>
                </a:lnTo>
                <a:cubicBezTo>
                  <a:pt x="320267" y="4440"/>
                  <a:pt x="342406" y="6289"/>
                  <a:pt x="364603" y="5440"/>
                </a:cubicBezTo>
                <a:cubicBezTo>
                  <a:pt x="431875" y="2955"/>
                  <a:pt x="499162" y="2121"/>
                  <a:pt x="566441" y="1098"/>
                </a:cubicBezTo>
                <a:lnTo>
                  <a:pt x="606880" y="0"/>
                </a:lnTo>
                <a:lnTo>
                  <a:pt x="937733" y="0"/>
                </a:lnTo>
                <a:lnTo>
                  <a:pt x="964707" y="2227"/>
                </a:lnTo>
                <a:cubicBezTo>
                  <a:pt x="1013530" y="9381"/>
                  <a:pt x="1062767" y="4955"/>
                  <a:pt x="1111826" y="1924"/>
                </a:cubicBezTo>
                <a:lnTo>
                  <a:pt x="1161094" y="0"/>
                </a:lnTo>
                <a:lnTo>
                  <a:pt x="1236965" y="0"/>
                </a:lnTo>
                <a:lnTo>
                  <a:pt x="1290056" y="2288"/>
                </a:lnTo>
                <a:cubicBezTo>
                  <a:pt x="1332385" y="6652"/>
                  <a:pt x="1374950" y="2591"/>
                  <a:pt x="1417398" y="166"/>
                </a:cubicBezTo>
                <a:lnTo>
                  <a:pt x="1422068" y="0"/>
                </a:lnTo>
                <a:lnTo>
                  <a:pt x="1447216" y="0"/>
                </a:lnTo>
                <a:lnTo>
                  <a:pt x="1447216" y="1469823"/>
                </a:lnTo>
                <a:lnTo>
                  <a:pt x="1358700" y="1472353"/>
                </a:lnTo>
                <a:cubicBezTo>
                  <a:pt x="1298542" y="1473360"/>
                  <a:pt x="1238141" y="1482658"/>
                  <a:pt x="1178286" y="1472353"/>
                </a:cubicBezTo>
                <a:cubicBezTo>
                  <a:pt x="1072672" y="1455500"/>
                  <a:pt x="965947" y="1453183"/>
                  <a:pt x="859951" y="1465456"/>
                </a:cubicBezTo>
                <a:cubicBezTo>
                  <a:pt x="740406" y="1477389"/>
                  <a:pt x="620344" y="1478242"/>
                  <a:pt x="500701" y="1468013"/>
                </a:cubicBezTo>
                <a:cubicBezTo>
                  <a:pt x="412072" y="1460730"/>
                  <a:pt x="323262" y="1455306"/>
                  <a:pt x="234329" y="1461815"/>
                </a:cubicBezTo>
                <a:cubicBezTo>
                  <a:pt x="200275" y="1464372"/>
                  <a:pt x="167069" y="1475530"/>
                  <a:pt x="133135" y="1476769"/>
                </a:cubicBezTo>
                <a:lnTo>
                  <a:pt x="12645" y="1477990"/>
                </a:lnTo>
                <a:lnTo>
                  <a:pt x="15316" y="1456307"/>
                </a:lnTo>
                <a:cubicBezTo>
                  <a:pt x="16577" y="1438825"/>
                  <a:pt x="16193" y="1421330"/>
                  <a:pt x="11892" y="1403967"/>
                </a:cubicBezTo>
                <a:cubicBezTo>
                  <a:pt x="-1808" y="1348788"/>
                  <a:pt x="932" y="1293662"/>
                  <a:pt x="6412" y="1238066"/>
                </a:cubicBezTo>
                <a:cubicBezTo>
                  <a:pt x="10522" y="1196695"/>
                  <a:pt x="15070" y="1154854"/>
                  <a:pt x="6850" y="1113013"/>
                </a:cubicBezTo>
                <a:cubicBezTo>
                  <a:pt x="3316" y="1093599"/>
                  <a:pt x="3316" y="1073745"/>
                  <a:pt x="6850" y="1054331"/>
                </a:cubicBezTo>
                <a:cubicBezTo>
                  <a:pt x="11124" y="1028180"/>
                  <a:pt x="15179" y="1002291"/>
                  <a:pt x="9699" y="975879"/>
                </a:cubicBezTo>
                <a:cubicBezTo>
                  <a:pt x="7289" y="964373"/>
                  <a:pt x="5481" y="952762"/>
                  <a:pt x="4220" y="941150"/>
                </a:cubicBezTo>
                <a:cubicBezTo>
                  <a:pt x="1710" y="911506"/>
                  <a:pt x="2609" y="881694"/>
                  <a:pt x="6904" y="852238"/>
                </a:cubicBezTo>
                <a:cubicBezTo>
                  <a:pt x="11015" y="818033"/>
                  <a:pt x="4329" y="783619"/>
                  <a:pt x="9809" y="749518"/>
                </a:cubicBezTo>
                <a:cubicBezTo>
                  <a:pt x="13700" y="722055"/>
                  <a:pt x="13848" y="694225"/>
                  <a:pt x="10248" y="666724"/>
                </a:cubicBezTo>
                <a:cubicBezTo>
                  <a:pt x="3770" y="614737"/>
                  <a:pt x="4175" y="562179"/>
                  <a:pt x="11453" y="510291"/>
                </a:cubicBezTo>
                <a:cubicBezTo>
                  <a:pt x="15947" y="480008"/>
                  <a:pt x="18522" y="448837"/>
                  <a:pt x="10466" y="419129"/>
                </a:cubicBezTo>
                <a:cubicBezTo>
                  <a:pt x="-8494" y="349307"/>
                  <a:pt x="2576" y="279380"/>
                  <a:pt x="10466" y="209924"/>
                </a:cubicBezTo>
                <a:cubicBezTo>
                  <a:pt x="15262" y="172623"/>
                  <a:pt x="15371" y="134908"/>
                  <a:pt x="10796" y="97581"/>
                </a:cubicBezTo>
                <a:cubicBezTo>
                  <a:pt x="6735" y="70015"/>
                  <a:pt x="4313" y="42275"/>
                  <a:pt x="3535" y="14494"/>
                </a:cubicBezTo>
                <a:lnTo>
                  <a:pt x="3925" y="2002"/>
                </a:lnTo>
                <a:lnTo>
                  <a:pt x="72292" y="70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959C17-53EC-4A48-8276-E73A5CF125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304" y="3058476"/>
            <a:ext cx="1463039" cy="1484431"/>
          </a:xfrm>
          <a:custGeom>
            <a:avLst/>
            <a:gdLst>
              <a:gd name="connsiteX0" fmla="*/ 866623 w 1463039"/>
              <a:gd name="connsiteY0" fmla="*/ 570 h 1484431"/>
              <a:gd name="connsiteX1" fmla="*/ 964707 w 1463039"/>
              <a:gd name="connsiteY1" fmla="*/ 8668 h 1484431"/>
              <a:gd name="connsiteX2" fmla="*/ 1111826 w 1463039"/>
              <a:gd name="connsiteY2" fmla="*/ 8365 h 1484431"/>
              <a:gd name="connsiteX3" fmla="*/ 1290056 w 1463039"/>
              <a:gd name="connsiteY3" fmla="*/ 8729 h 1484431"/>
              <a:gd name="connsiteX4" fmla="*/ 1417398 w 1463039"/>
              <a:gd name="connsiteY4" fmla="*/ 6607 h 1484431"/>
              <a:gd name="connsiteX5" fmla="*/ 1454474 w 1463039"/>
              <a:gd name="connsiteY5" fmla="*/ 5289 h 1484431"/>
              <a:gd name="connsiteX6" fmla="*/ 1449519 w 1463039"/>
              <a:gd name="connsiteY6" fmla="*/ 94304 h 1484431"/>
              <a:gd name="connsiteX7" fmla="*/ 1454055 w 1463039"/>
              <a:gd name="connsiteY7" fmla="*/ 198722 h 1484431"/>
              <a:gd name="connsiteX8" fmla="*/ 1456616 w 1463039"/>
              <a:gd name="connsiteY8" fmla="*/ 391198 h 1484431"/>
              <a:gd name="connsiteX9" fmla="*/ 1452608 w 1463039"/>
              <a:gd name="connsiteY9" fmla="*/ 565101 h 1484431"/>
              <a:gd name="connsiteX10" fmla="*/ 1461013 w 1463039"/>
              <a:gd name="connsiteY10" fmla="*/ 624833 h 1484431"/>
              <a:gd name="connsiteX11" fmla="*/ 1451384 w 1463039"/>
              <a:gd name="connsiteY11" fmla="*/ 907021 h 1484431"/>
              <a:gd name="connsiteX12" fmla="*/ 1452664 w 1463039"/>
              <a:gd name="connsiteY12" fmla="*/ 1009693 h 1484431"/>
              <a:gd name="connsiteX13" fmla="*/ 1456003 w 1463039"/>
              <a:gd name="connsiteY13" fmla="*/ 1096987 h 1484431"/>
              <a:gd name="connsiteX14" fmla="*/ 1453721 w 1463039"/>
              <a:gd name="connsiteY14" fmla="*/ 1174561 h 1484431"/>
              <a:gd name="connsiteX15" fmla="*/ 1461723 w 1463039"/>
              <a:gd name="connsiteY15" fmla="*/ 1280017 h 1484431"/>
              <a:gd name="connsiteX16" fmla="*/ 1463039 w 1463039"/>
              <a:gd name="connsiteY16" fmla="*/ 1330730 h 1484431"/>
              <a:gd name="connsiteX17" fmla="*/ 1463039 w 1463039"/>
              <a:gd name="connsiteY17" fmla="*/ 1433812 h 1484431"/>
              <a:gd name="connsiteX18" fmla="*/ 1458898 w 1463039"/>
              <a:gd name="connsiteY18" fmla="*/ 1471899 h 1484431"/>
              <a:gd name="connsiteX19" fmla="*/ 1458307 w 1463039"/>
              <a:gd name="connsiteY19" fmla="*/ 1476108 h 1484431"/>
              <a:gd name="connsiteX20" fmla="*/ 1456252 w 1463039"/>
              <a:gd name="connsiteY20" fmla="*/ 1476005 h 1484431"/>
              <a:gd name="connsiteX21" fmla="*/ 1358700 w 1463039"/>
              <a:gd name="connsiteY21" fmla="*/ 1478794 h 1484431"/>
              <a:gd name="connsiteX22" fmla="*/ 1178286 w 1463039"/>
              <a:gd name="connsiteY22" fmla="*/ 1478794 h 1484431"/>
              <a:gd name="connsiteX23" fmla="*/ 859951 w 1463039"/>
              <a:gd name="connsiteY23" fmla="*/ 1471897 h 1484431"/>
              <a:gd name="connsiteX24" fmla="*/ 500701 w 1463039"/>
              <a:gd name="connsiteY24" fmla="*/ 1474454 h 1484431"/>
              <a:gd name="connsiteX25" fmla="*/ 234329 w 1463039"/>
              <a:gd name="connsiteY25" fmla="*/ 1468256 h 1484431"/>
              <a:gd name="connsiteX26" fmla="*/ 133135 w 1463039"/>
              <a:gd name="connsiteY26" fmla="*/ 1483210 h 1484431"/>
              <a:gd name="connsiteX27" fmla="*/ 12645 w 1463039"/>
              <a:gd name="connsiteY27" fmla="*/ 1484431 h 1484431"/>
              <a:gd name="connsiteX28" fmla="*/ 15316 w 1463039"/>
              <a:gd name="connsiteY28" fmla="*/ 1462748 h 1484431"/>
              <a:gd name="connsiteX29" fmla="*/ 11892 w 1463039"/>
              <a:gd name="connsiteY29" fmla="*/ 1410408 h 1484431"/>
              <a:gd name="connsiteX30" fmla="*/ 6412 w 1463039"/>
              <a:gd name="connsiteY30" fmla="*/ 1244507 h 1484431"/>
              <a:gd name="connsiteX31" fmla="*/ 6850 w 1463039"/>
              <a:gd name="connsiteY31" fmla="*/ 1119454 h 1484431"/>
              <a:gd name="connsiteX32" fmla="*/ 6850 w 1463039"/>
              <a:gd name="connsiteY32" fmla="*/ 1060772 h 1484431"/>
              <a:gd name="connsiteX33" fmla="*/ 9699 w 1463039"/>
              <a:gd name="connsiteY33" fmla="*/ 982320 h 1484431"/>
              <a:gd name="connsiteX34" fmla="*/ 4220 w 1463039"/>
              <a:gd name="connsiteY34" fmla="*/ 947591 h 1484431"/>
              <a:gd name="connsiteX35" fmla="*/ 6904 w 1463039"/>
              <a:gd name="connsiteY35" fmla="*/ 858679 h 1484431"/>
              <a:gd name="connsiteX36" fmla="*/ 9809 w 1463039"/>
              <a:gd name="connsiteY36" fmla="*/ 755959 h 1484431"/>
              <a:gd name="connsiteX37" fmla="*/ 10248 w 1463039"/>
              <a:gd name="connsiteY37" fmla="*/ 673165 h 1484431"/>
              <a:gd name="connsiteX38" fmla="*/ 11453 w 1463039"/>
              <a:gd name="connsiteY38" fmla="*/ 516732 h 1484431"/>
              <a:gd name="connsiteX39" fmla="*/ 10466 w 1463039"/>
              <a:gd name="connsiteY39" fmla="*/ 425570 h 1484431"/>
              <a:gd name="connsiteX40" fmla="*/ 10466 w 1463039"/>
              <a:gd name="connsiteY40" fmla="*/ 216365 h 1484431"/>
              <a:gd name="connsiteX41" fmla="*/ 10796 w 1463039"/>
              <a:gd name="connsiteY41" fmla="*/ 104022 h 1484431"/>
              <a:gd name="connsiteX42" fmla="*/ 3535 w 1463039"/>
              <a:gd name="connsiteY42" fmla="*/ 20935 h 1484431"/>
              <a:gd name="connsiteX43" fmla="*/ 3925 w 1463039"/>
              <a:gd name="connsiteY43" fmla="*/ 8443 h 1484431"/>
              <a:gd name="connsiteX44" fmla="*/ 72292 w 1463039"/>
              <a:gd name="connsiteY44" fmla="*/ 7145 h 1484431"/>
              <a:gd name="connsiteX45" fmla="*/ 231771 w 1463039"/>
              <a:gd name="connsiteY45" fmla="*/ 4000 h 1484431"/>
              <a:gd name="connsiteX46" fmla="*/ 364603 w 1463039"/>
              <a:gd name="connsiteY46" fmla="*/ 11881 h 1484431"/>
              <a:gd name="connsiteX47" fmla="*/ 768234 w 1463039"/>
              <a:gd name="connsiteY47" fmla="*/ 2060 h 1484431"/>
              <a:gd name="connsiteX48" fmla="*/ 866623 w 1463039"/>
              <a:gd name="connsiteY48" fmla="*/ 570 h 1484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463039" h="1484431">
                <a:moveTo>
                  <a:pt x="866623" y="570"/>
                </a:moveTo>
                <a:cubicBezTo>
                  <a:pt x="899406" y="1672"/>
                  <a:pt x="932137" y="4373"/>
                  <a:pt x="964707" y="8668"/>
                </a:cubicBezTo>
                <a:cubicBezTo>
                  <a:pt x="1013530" y="15822"/>
                  <a:pt x="1062767" y="11396"/>
                  <a:pt x="1111826" y="8365"/>
                </a:cubicBezTo>
                <a:cubicBezTo>
                  <a:pt x="1171217" y="4667"/>
                  <a:pt x="1230548" y="2666"/>
                  <a:pt x="1290056" y="8729"/>
                </a:cubicBezTo>
                <a:cubicBezTo>
                  <a:pt x="1332385" y="13093"/>
                  <a:pt x="1374950" y="9032"/>
                  <a:pt x="1417398" y="6607"/>
                </a:cubicBezTo>
                <a:lnTo>
                  <a:pt x="1454474" y="5289"/>
                </a:lnTo>
                <a:lnTo>
                  <a:pt x="1449519" y="94304"/>
                </a:lnTo>
                <a:cubicBezTo>
                  <a:pt x="1449060" y="129133"/>
                  <a:pt x="1450326" y="163950"/>
                  <a:pt x="1454055" y="198722"/>
                </a:cubicBezTo>
                <a:cubicBezTo>
                  <a:pt x="1460000" y="262766"/>
                  <a:pt x="1460857" y="327061"/>
                  <a:pt x="1456616" y="391198"/>
                </a:cubicBezTo>
                <a:cubicBezTo>
                  <a:pt x="1453666" y="449150"/>
                  <a:pt x="1446429" y="507011"/>
                  <a:pt x="1452608" y="565101"/>
                </a:cubicBezTo>
                <a:cubicBezTo>
                  <a:pt x="1454723" y="585088"/>
                  <a:pt x="1459844" y="604709"/>
                  <a:pt x="1461013" y="624833"/>
                </a:cubicBezTo>
                <a:cubicBezTo>
                  <a:pt x="1466579" y="719109"/>
                  <a:pt x="1458230" y="813065"/>
                  <a:pt x="1451384" y="907021"/>
                </a:cubicBezTo>
                <a:cubicBezTo>
                  <a:pt x="1448879" y="941245"/>
                  <a:pt x="1445817" y="975469"/>
                  <a:pt x="1452664" y="1009693"/>
                </a:cubicBezTo>
                <a:cubicBezTo>
                  <a:pt x="1458091" y="1038573"/>
                  <a:pt x="1459210" y="1067888"/>
                  <a:pt x="1456003" y="1096987"/>
                </a:cubicBezTo>
                <a:cubicBezTo>
                  <a:pt x="1452797" y="1122759"/>
                  <a:pt x="1452035" y="1148692"/>
                  <a:pt x="1453721" y="1174561"/>
                </a:cubicBezTo>
                <a:cubicBezTo>
                  <a:pt x="1457200" y="1209698"/>
                  <a:pt x="1459900" y="1244846"/>
                  <a:pt x="1461723" y="1280017"/>
                </a:cubicBezTo>
                <a:lnTo>
                  <a:pt x="1463039" y="1330730"/>
                </a:lnTo>
                <a:lnTo>
                  <a:pt x="1463039" y="1433812"/>
                </a:lnTo>
                <a:lnTo>
                  <a:pt x="1458898" y="1471899"/>
                </a:lnTo>
                <a:lnTo>
                  <a:pt x="1458307" y="1476108"/>
                </a:lnTo>
                <a:lnTo>
                  <a:pt x="1456252" y="1476005"/>
                </a:lnTo>
                <a:cubicBezTo>
                  <a:pt x="1423776" y="1477709"/>
                  <a:pt x="1391237" y="1478251"/>
                  <a:pt x="1358700" y="1478794"/>
                </a:cubicBezTo>
                <a:cubicBezTo>
                  <a:pt x="1298542" y="1479801"/>
                  <a:pt x="1238141" y="1489099"/>
                  <a:pt x="1178286" y="1478794"/>
                </a:cubicBezTo>
                <a:cubicBezTo>
                  <a:pt x="1072672" y="1461941"/>
                  <a:pt x="965947" y="1459624"/>
                  <a:pt x="859951" y="1471897"/>
                </a:cubicBezTo>
                <a:cubicBezTo>
                  <a:pt x="740406" y="1483830"/>
                  <a:pt x="620344" y="1484683"/>
                  <a:pt x="500701" y="1474454"/>
                </a:cubicBezTo>
                <a:cubicBezTo>
                  <a:pt x="412072" y="1467171"/>
                  <a:pt x="323262" y="1461747"/>
                  <a:pt x="234329" y="1468256"/>
                </a:cubicBezTo>
                <a:cubicBezTo>
                  <a:pt x="200275" y="1470813"/>
                  <a:pt x="167069" y="1481971"/>
                  <a:pt x="133135" y="1483210"/>
                </a:cubicBezTo>
                <a:lnTo>
                  <a:pt x="12645" y="1484431"/>
                </a:lnTo>
                <a:lnTo>
                  <a:pt x="15316" y="1462748"/>
                </a:lnTo>
                <a:cubicBezTo>
                  <a:pt x="16577" y="1445266"/>
                  <a:pt x="16193" y="1427771"/>
                  <a:pt x="11892" y="1410408"/>
                </a:cubicBezTo>
                <a:cubicBezTo>
                  <a:pt x="-1808" y="1355229"/>
                  <a:pt x="932" y="1300103"/>
                  <a:pt x="6412" y="1244507"/>
                </a:cubicBezTo>
                <a:cubicBezTo>
                  <a:pt x="10522" y="1203136"/>
                  <a:pt x="15070" y="1161295"/>
                  <a:pt x="6850" y="1119454"/>
                </a:cubicBezTo>
                <a:cubicBezTo>
                  <a:pt x="3316" y="1100040"/>
                  <a:pt x="3316" y="1080186"/>
                  <a:pt x="6850" y="1060772"/>
                </a:cubicBezTo>
                <a:cubicBezTo>
                  <a:pt x="11124" y="1034621"/>
                  <a:pt x="15179" y="1008732"/>
                  <a:pt x="9699" y="982320"/>
                </a:cubicBezTo>
                <a:cubicBezTo>
                  <a:pt x="7289" y="970814"/>
                  <a:pt x="5481" y="959203"/>
                  <a:pt x="4220" y="947591"/>
                </a:cubicBezTo>
                <a:cubicBezTo>
                  <a:pt x="1710" y="917947"/>
                  <a:pt x="2609" y="888135"/>
                  <a:pt x="6904" y="858679"/>
                </a:cubicBezTo>
                <a:cubicBezTo>
                  <a:pt x="11015" y="824474"/>
                  <a:pt x="4329" y="790060"/>
                  <a:pt x="9809" y="755959"/>
                </a:cubicBezTo>
                <a:cubicBezTo>
                  <a:pt x="13700" y="728496"/>
                  <a:pt x="13848" y="700666"/>
                  <a:pt x="10248" y="673165"/>
                </a:cubicBezTo>
                <a:cubicBezTo>
                  <a:pt x="3770" y="621178"/>
                  <a:pt x="4175" y="568620"/>
                  <a:pt x="11453" y="516732"/>
                </a:cubicBezTo>
                <a:cubicBezTo>
                  <a:pt x="15947" y="486449"/>
                  <a:pt x="18522" y="455278"/>
                  <a:pt x="10466" y="425570"/>
                </a:cubicBezTo>
                <a:cubicBezTo>
                  <a:pt x="-8494" y="355748"/>
                  <a:pt x="2576" y="285821"/>
                  <a:pt x="10466" y="216365"/>
                </a:cubicBezTo>
                <a:cubicBezTo>
                  <a:pt x="15262" y="179064"/>
                  <a:pt x="15371" y="141349"/>
                  <a:pt x="10796" y="104022"/>
                </a:cubicBezTo>
                <a:cubicBezTo>
                  <a:pt x="6735" y="76456"/>
                  <a:pt x="4313" y="48716"/>
                  <a:pt x="3535" y="20935"/>
                </a:cubicBezTo>
                <a:lnTo>
                  <a:pt x="3925" y="8443"/>
                </a:lnTo>
                <a:lnTo>
                  <a:pt x="72292" y="7145"/>
                </a:lnTo>
                <a:cubicBezTo>
                  <a:pt x="125550" y="5561"/>
                  <a:pt x="178728" y="3394"/>
                  <a:pt x="231771" y="4000"/>
                </a:cubicBezTo>
                <a:cubicBezTo>
                  <a:pt x="276049" y="4485"/>
                  <a:pt x="320208" y="13578"/>
                  <a:pt x="364603" y="11881"/>
                </a:cubicBezTo>
                <a:cubicBezTo>
                  <a:pt x="499147" y="6910"/>
                  <a:pt x="633750" y="8547"/>
                  <a:pt x="768234" y="2060"/>
                </a:cubicBezTo>
                <a:cubicBezTo>
                  <a:pt x="801008" y="-38"/>
                  <a:pt x="833841" y="-533"/>
                  <a:pt x="866623" y="57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Rectangle 18" descr="Tag=AccentColor&#10;Flavor=Light&#10;Target=FillAndLine">
            <a:extLst>
              <a:ext uri="{FF2B5EF4-FFF2-40B4-BE49-F238E27FC236}">
                <a16:creationId xmlns:a16="http://schemas.microsoft.com/office/drawing/2014/main" id="{2D7984C8-AF4A-4D59-BB2D-72D92F873C07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sX0" fmla="*/ 0 w 10900219"/>
              <a:gd name="csY0" fmla="*/ 0 h 18288"/>
              <a:gd name="csX1" fmla="*/ 463259 w 10900219"/>
              <a:gd name="csY1" fmla="*/ 0 h 18288"/>
              <a:gd name="csX2" fmla="*/ 1144523 w 10900219"/>
              <a:gd name="csY2" fmla="*/ 0 h 18288"/>
              <a:gd name="csX3" fmla="*/ 1934789 w 10900219"/>
              <a:gd name="csY3" fmla="*/ 0 h 18288"/>
              <a:gd name="csX4" fmla="*/ 2289046 w 10900219"/>
              <a:gd name="csY4" fmla="*/ 0 h 18288"/>
              <a:gd name="csX5" fmla="*/ 2643303 w 10900219"/>
              <a:gd name="csY5" fmla="*/ 0 h 18288"/>
              <a:gd name="csX6" fmla="*/ 3542571 w 10900219"/>
              <a:gd name="csY6" fmla="*/ 0 h 18288"/>
              <a:gd name="csX7" fmla="*/ 4223835 w 10900219"/>
              <a:gd name="csY7" fmla="*/ 0 h 18288"/>
              <a:gd name="csX8" fmla="*/ 4578092 w 10900219"/>
              <a:gd name="csY8" fmla="*/ 0 h 18288"/>
              <a:gd name="csX9" fmla="*/ 5259356 w 10900219"/>
              <a:gd name="csY9" fmla="*/ 0 h 18288"/>
              <a:gd name="csX10" fmla="*/ 6158624 w 10900219"/>
              <a:gd name="csY10" fmla="*/ 0 h 18288"/>
              <a:gd name="csX11" fmla="*/ 6730885 w 10900219"/>
              <a:gd name="csY11" fmla="*/ 0 h 18288"/>
              <a:gd name="csX12" fmla="*/ 7303147 w 10900219"/>
              <a:gd name="csY12" fmla="*/ 0 h 18288"/>
              <a:gd name="csX13" fmla="*/ 7984410 w 10900219"/>
              <a:gd name="csY13" fmla="*/ 0 h 18288"/>
              <a:gd name="csX14" fmla="*/ 8774676 w 10900219"/>
              <a:gd name="csY14" fmla="*/ 0 h 18288"/>
              <a:gd name="csX15" fmla="*/ 9564942 w 10900219"/>
              <a:gd name="csY15" fmla="*/ 0 h 18288"/>
              <a:gd name="csX16" fmla="*/ 10900219 w 10900219"/>
              <a:gd name="csY16" fmla="*/ 0 h 18288"/>
              <a:gd name="csX17" fmla="*/ 10900219 w 10900219"/>
              <a:gd name="csY17" fmla="*/ 18288 h 18288"/>
              <a:gd name="csX18" fmla="*/ 10436960 w 10900219"/>
              <a:gd name="csY18" fmla="*/ 18288 h 18288"/>
              <a:gd name="csX19" fmla="*/ 9537692 w 10900219"/>
              <a:gd name="csY19" fmla="*/ 18288 h 18288"/>
              <a:gd name="csX20" fmla="*/ 8856428 w 10900219"/>
              <a:gd name="csY20" fmla="*/ 18288 h 18288"/>
              <a:gd name="csX21" fmla="*/ 8502171 w 10900219"/>
              <a:gd name="csY21" fmla="*/ 18288 h 18288"/>
              <a:gd name="csX22" fmla="*/ 7820907 w 10900219"/>
              <a:gd name="csY22" fmla="*/ 18288 h 18288"/>
              <a:gd name="csX23" fmla="*/ 7248646 w 10900219"/>
              <a:gd name="csY23" fmla="*/ 18288 h 18288"/>
              <a:gd name="csX24" fmla="*/ 6676384 w 10900219"/>
              <a:gd name="csY24" fmla="*/ 18288 h 18288"/>
              <a:gd name="csX25" fmla="*/ 6104123 w 10900219"/>
              <a:gd name="csY25" fmla="*/ 18288 h 18288"/>
              <a:gd name="csX26" fmla="*/ 5531861 w 10900219"/>
              <a:gd name="csY26" fmla="*/ 18288 h 18288"/>
              <a:gd name="csX27" fmla="*/ 4741595 w 10900219"/>
              <a:gd name="csY27" fmla="*/ 18288 h 18288"/>
              <a:gd name="csX28" fmla="*/ 4060332 w 10900219"/>
              <a:gd name="csY28" fmla="*/ 18288 h 18288"/>
              <a:gd name="csX29" fmla="*/ 3706074 w 10900219"/>
              <a:gd name="csY29" fmla="*/ 18288 h 18288"/>
              <a:gd name="csX30" fmla="*/ 3133813 w 10900219"/>
              <a:gd name="csY30" fmla="*/ 18288 h 18288"/>
              <a:gd name="csX31" fmla="*/ 2343547 w 10900219"/>
              <a:gd name="csY31" fmla="*/ 18288 h 18288"/>
              <a:gd name="csX32" fmla="*/ 1880288 w 10900219"/>
              <a:gd name="csY32" fmla="*/ 18288 h 18288"/>
              <a:gd name="csX33" fmla="*/ 981020 w 10900219"/>
              <a:gd name="csY33" fmla="*/ 18288 h 18288"/>
              <a:gd name="csX34" fmla="*/ 0 w 10900219"/>
              <a:gd name="csY34" fmla="*/ 18288 h 18288"/>
              <a:gd name="csX35" fmla="*/ 0 w 10900219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EC125114-9BE9-4C21-BEC1-81B6851622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09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2AB98BFD-4068-4EDA-8DE5-E5D978EDDF2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931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937737FC-57C8-4243-BE91-4E9684B836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553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6" name="Text Placeholder 32">
            <a:extLst>
              <a:ext uri="{FF2B5EF4-FFF2-40B4-BE49-F238E27FC236}">
                <a16:creationId xmlns:a16="http://schemas.microsoft.com/office/drawing/2014/main" id="{CA78FA67-D083-4763-B647-4554C3C509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175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F1892FE5-DAA3-4902-93EF-46D6565FFB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797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183427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Center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880"/>
          </a:xfrm>
        </p:spPr>
        <p:txBody>
          <a:bodyPr/>
          <a:lstStyle>
            <a:lvl1pPr algn="ctr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304288"/>
            <a:ext cx="10515600" cy="38770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83465705-093A-460D-83A5-4A4F3275ADB7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sX0" fmla="*/ 0 w 10900219"/>
              <a:gd name="csY0" fmla="*/ 0 h 18288"/>
              <a:gd name="csX1" fmla="*/ 463259 w 10900219"/>
              <a:gd name="csY1" fmla="*/ 0 h 18288"/>
              <a:gd name="csX2" fmla="*/ 1144523 w 10900219"/>
              <a:gd name="csY2" fmla="*/ 0 h 18288"/>
              <a:gd name="csX3" fmla="*/ 1934789 w 10900219"/>
              <a:gd name="csY3" fmla="*/ 0 h 18288"/>
              <a:gd name="csX4" fmla="*/ 2289046 w 10900219"/>
              <a:gd name="csY4" fmla="*/ 0 h 18288"/>
              <a:gd name="csX5" fmla="*/ 2643303 w 10900219"/>
              <a:gd name="csY5" fmla="*/ 0 h 18288"/>
              <a:gd name="csX6" fmla="*/ 3542571 w 10900219"/>
              <a:gd name="csY6" fmla="*/ 0 h 18288"/>
              <a:gd name="csX7" fmla="*/ 4223835 w 10900219"/>
              <a:gd name="csY7" fmla="*/ 0 h 18288"/>
              <a:gd name="csX8" fmla="*/ 4578092 w 10900219"/>
              <a:gd name="csY8" fmla="*/ 0 h 18288"/>
              <a:gd name="csX9" fmla="*/ 5259356 w 10900219"/>
              <a:gd name="csY9" fmla="*/ 0 h 18288"/>
              <a:gd name="csX10" fmla="*/ 6158624 w 10900219"/>
              <a:gd name="csY10" fmla="*/ 0 h 18288"/>
              <a:gd name="csX11" fmla="*/ 6730885 w 10900219"/>
              <a:gd name="csY11" fmla="*/ 0 h 18288"/>
              <a:gd name="csX12" fmla="*/ 7303147 w 10900219"/>
              <a:gd name="csY12" fmla="*/ 0 h 18288"/>
              <a:gd name="csX13" fmla="*/ 7984410 w 10900219"/>
              <a:gd name="csY13" fmla="*/ 0 h 18288"/>
              <a:gd name="csX14" fmla="*/ 8774676 w 10900219"/>
              <a:gd name="csY14" fmla="*/ 0 h 18288"/>
              <a:gd name="csX15" fmla="*/ 9564942 w 10900219"/>
              <a:gd name="csY15" fmla="*/ 0 h 18288"/>
              <a:gd name="csX16" fmla="*/ 10900219 w 10900219"/>
              <a:gd name="csY16" fmla="*/ 0 h 18288"/>
              <a:gd name="csX17" fmla="*/ 10900219 w 10900219"/>
              <a:gd name="csY17" fmla="*/ 18288 h 18288"/>
              <a:gd name="csX18" fmla="*/ 10436960 w 10900219"/>
              <a:gd name="csY18" fmla="*/ 18288 h 18288"/>
              <a:gd name="csX19" fmla="*/ 9537692 w 10900219"/>
              <a:gd name="csY19" fmla="*/ 18288 h 18288"/>
              <a:gd name="csX20" fmla="*/ 8856428 w 10900219"/>
              <a:gd name="csY20" fmla="*/ 18288 h 18288"/>
              <a:gd name="csX21" fmla="*/ 8502171 w 10900219"/>
              <a:gd name="csY21" fmla="*/ 18288 h 18288"/>
              <a:gd name="csX22" fmla="*/ 7820907 w 10900219"/>
              <a:gd name="csY22" fmla="*/ 18288 h 18288"/>
              <a:gd name="csX23" fmla="*/ 7248646 w 10900219"/>
              <a:gd name="csY23" fmla="*/ 18288 h 18288"/>
              <a:gd name="csX24" fmla="*/ 6676384 w 10900219"/>
              <a:gd name="csY24" fmla="*/ 18288 h 18288"/>
              <a:gd name="csX25" fmla="*/ 6104123 w 10900219"/>
              <a:gd name="csY25" fmla="*/ 18288 h 18288"/>
              <a:gd name="csX26" fmla="*/ 5531861 w 10900219"/>
              <a:gd name="csY26" fmla="*/ 18288 h 18288"/>
              <a:gd name="csX27" fmla="*/ 4741595 w 10900219"/>
              <a:gd name="csY27" fmla="*/ 18288 h 18288"/>
              <a:gd name="csX28" fmla="*/ 4060332 w 10900219"/>
              <a:gd name="csY28" fmla="*/ 18288 h 18288"/>
              <a:gd name="csX29" fmla="*/ 3706074 w 10900219"/>
              <a:gd name="csY29" fmla="*/ 18288 h 18288"/>
              <a:gd name="csX30" fmla="*/ 3133813 w 10900219"/>
              <a:gd name="csY30" fmla="*/ 18288 h 18288"/>
              <a:gd name="csX31" fmla="*/ 2343547 w 10900219"/>
              <a:gd name="csY31" fmla="*/ 18288 h 18288"/>
              <a:gd name="csX32" fmla="*/ 1880288 w 10900219"/>
              <a:gd name="csY32" fmla="*/ 18288 h 18288"/>
              <a:gd name="csX33" fmla="*/ 981020 w 10900219"/>
              <a:gd name="csY33" fmla="*/ 18288 h 18288"/>
              <a:gd name="csX34" fmla="*/ 0 w 10900219"/>
              <a:gd name="csY34" fmla="*/ 18288 h 18288"/>
              <a:gd name="csX35" fmla="*/ 0 w 10900219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290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4288"/>
            <a:ext cx="5181600" cy="38770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4288"/>
            <a:ext cx="5181600" cy="38770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23FEB8C5-87FB-41BA-B300-D935D5EEAEC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sX0" fmla="*/ 0 w 10900219"/>
              <a:gd name="csY0" fmla="*/ 0 h 18288"/>
              <a:gd name="csX1" fmla="*/ 463259 w 10900219"/>
              <a:gd name="csY1" fmla="*/ 0 h 18288"/>
              <a:gd name="csX2" fmla="*/ 1144523 w 10900219"/>
              <a:gd name="csY2" fmla="*/ 0 h 18288"/>
              <a:gd name="csX3" fmla="*/ 1934789 w 10900219"/>
              <a:gd name="csY3" fmla="*/ 0 h 18288"/>
              <a:gd name="csX4" fmla="*/ 2289046 w 10900219"/>
              <a:gd name="csY4" fmla="*/ 0 h 18288"/>
              <a:gd name="csX5" fmla="*/ 2643303 w 10900219"/>
              <a:gd name="csY5" fmla="*/ 0 h 18288"/>
              <a:gd name="csX6" fmla="*/ 3542571 w 10900219"/>
              <a:gd name="csY6" fmla="*/ 0 h 18288"/>
              <a:gd name="csX7" fmla="*/ 4223835 w 10900219"/>
              <a:gd name="csY7" fmla="*/ 0 h 18288"/>
              <a:gd name="csX8" fmla="*/ 4578092 w 10900219"/>
              <a:gd name="csY8" fmla="*/ 0 h 18288"/>
              <a:gd name="csX9" fmla="*/ 5259356 w 10900219"/>
              <a:gd name="csY9" fmla="*/ 0 h 18288"/>
              <a:gd name="csX10" fmla="*/ 6158624 w 10900219"/>
              <a:gd name="csY10" fmla="*/ 0 h 18288"/>
              <a:gd name="csX11" fmla="*/ 6730885 w 10900219"/>
              <a:gd name="csY11" fmla="*/ 0 h 18288"/>
              <a:gd name="csX12" fmla="*/ 7303147 w 10900219"/>
              <a:gd name="csY12" fmla="*/ 0 h 18288"/>
              <a:gd name="csX13" fmla="*/ 7984410 w 10900219"/>
              <a:gd name="csY13" fmla="*/ 0 h 18288"/>
              <a:gd name="csX14" fmla="*/ 8774676 w 10900219"/>
              <a:gd name="csY14" fmla="*/ 0 h 18288"/>
              <a:gd name="csX15" fmla="*/ 9564942 w 10900219"/>
              <a:gd name="csY15" fmla="*/ 0 h 18288"/>
              <a:gd name="csX16" fmla="*/ 10900219 w 10900219"/>
              <a:gd name="csY16" fmla="*/ 0 h 18288"/>
              <a:gd name="csX17" fmla="*/ 10900219 w 10900219"/>
              <a:gd name="csY17" fmla="*/ 18288 h 18288"/>
              <a:gd name="csX18" fmla="*/ 10436960 w 10900219"/>
              <a:gd name="csY18" fmla="*/ 18288 h 18288"/>
              <a:gd name="csX19" fmla="*/ 9537692 w 10900219"/>
              <a:gd name="csY19" fmla="*/ 18288 h 18288"/>
              <a:gd name="csX20" fmla="*/ 8856428 w 10900219"/>
              <a:gd name="csY20" fmla="*/ 18288 h 18288"/>
              <a:gd name="csX21" fmla="*/ 8502171 w 10900219"/>
              <a:gd name="csY21" fmla="*/ 18288 h 18288"/>
              <a:gd name="csX22" fmla="*/ 7820907 w 10900219"/>
              <a:gd name="csY22" fmla="*/ 18288 h 18288"/>
              <a:gd name="csX23" fmla="*/ 7248646 w 10900219"/>
              <a:gd name="csY23" fmla="*/ 18288 h 18288"/>
              <a:gd name="csX24" fmla="*/ 6676384 w 10900219"/>
              <a:gd name="csY24" fmla="*/ 18288 h 18288"/>
              <a:gd name="csX25" fmla="*/ 6104123 w 10900219"/>
              <a:gd name="csY25" fmla="*/ 18288 h 18288"/>
              <a:gd name="csX26" fmla="*/ 5531861 w 10900219"/>
              <a:gd name="csY26" fmla="*/ 18288 h 18288"/>
              <a:gd name="csX27" fmla="*/ 4741595 w 10900219"/>
              <a:gd name="csY27" fmla="*/ 18288 h 18288"/>
              <a:gd name="csX28" fmla="*/ 4060332 w 10900219"/>
              <a:gd name="csY28" fmla="*/ 18288 h 18288"/>
              <a:gd name="csX29" fmla="*/ 3706074 w 10900219"/>
              <a:gd name="csY29" fmla="*/ 18288 h 18288"/>
              <a:gd name="csX30" fmla="*/ 3133813 w 10900219"/>
              <a:gd name="csY30" fmla="*/ 18288 h 18288"/>
              <a:gd name="csX31" fmla="*/ 2343547 w 10900219"/>
              <a:gd name="csY31" fmla="*/ 18288 h 18288"/>
              <a:gd name="csX32" fmla="*/ 1880288 w 10900219"/>
              <a:gd name="csY32" fmla="*/ 18288 h 18288"/>
              <a:gd name="csX33" fmla="*/ 981020 w 10900219"/>
              <a:gd name="csY33" fmla="*/ 18288 h 18288"/>
              <a:gd name="csX34" fmla="*/ 0 w 10900219"/>
              <a:gd name="csY34" fmla="*/ 18288 h 18288"/>
              <a:gd name="csX35" fmla="*/ 0 w 10900219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232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578608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617842"/>
            <a:ext cx="5157787" cy="257264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578608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617842"/>
            <a:ext cx="5183188" cy="257264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 descr="Tag=AccentColor&#10;Flavor=Light&#10;Target=FillAndLine">
            <a:extLst>
              <a:ext uri="{FF2B5EF4-FFF2-40B4-BE49-F238E27FC236}">
                <a16:creationId xmlns:a16="http://schemas.microsoft.com/office/drawing/2014/main" id="{5A11B4AA-D861-4DDC-9A8A-7036C40D909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sX0" fmla="*/ 0 w 10900219"/>
              <a:gd name="csY0" fmla="*/ 0 h 18288"/>
              <a:gd name="csX1" fmla="*/ 463259 w 10900219"/>
              <a:gd name="csY1" fmla="*/ 0 h 18288"/>
              <a:gd name="csX2" fmla="*/ 1144523 w 10900219"/>
              <a:gd name="csY2" fmla="*/ 0 h 18288"/>
              <a:gd name="csX3" fmla="*/ 1934789 w 10900219"/>
              <a:gd name="csY3" fmla="*/ 0 h 18288"/>
              <a:gd name="csX4" fmla="*/ 2289046 w 10900219"/>
              <a:gd name="csY4" fmla="*/ 0 h 18288"/>
              <a:gd name="csX5" fmla="*/ 2643303 w 10900219"/>
              <a:gd name="csY5" fmla="*/ 0 h 18288"/>
              <a:gd name="csX6" fmla="*/ 3542571 w 10900219"/>
              <a:gd name="csY6" fmla="*/ 0 h 18288"/>
              <a:gd name="csX7" fmla="*/ 4223835 w 10900219"/>
              <a:gd name="csY7" fmla="*/ 0 h 18288"/>
              <a:gd name="csX8" fmla="*/ 4578092 w 10900219"/>
              <a:gd name="csY8" fmla="*/ 0 h 18288"/>
              <a:gd name="csX9" fmla="*/ 5259356 w 10900219"/>
              <a:gd name="csY9" fmla="*/ 0 h 18288"/>
              <a:gd name="csX10" fmla="*/ 6158624 w 10900219"/>
              <a:gd name="csY10" fmla="*/ 0 h 18288"/>
              <a:gd name="csX11" fmla="*/ 6730885 w 10900219"/>
              <a:gd name="csY11" fmla="*/ 0 h 18288"/>
              <a:gd name="csX12" fmla="*/ 7303147 w 10900219"/>
              <a:gd name="csY12" fmla="*/ 0 h 18288"/>
              <a:gd name="csX13" fmla="*/ 7984410 w 10900219"/>
              <a:gd name="csY13" fmla="*/ 0 h 18288"/>
              <a:gd name="csX14" fmla="*/ 8774676 w 10900219"/>
              <a:gd name="csY14" fmla="*/ 0 h 18288"/>
              <a:gd name="csX15" fmla="*/ 9564942 w 10900219"/>
              <a:gd name="csY15" fmla="*/ 0 h 18288"/>
              <a:gd name="csX16" fmla="*/ 10900219 w 10900219"/>
              <a:gd name="csY16" fmla="*/ 0 h 18288"/>
              <a:gd name="csX17" fmla="*/ 10900219 w 10900219"/>
              <a:gd name="csY17" fmla="*/ 18288 h 18288"/>
              <a:gd name="csX18" fmla="*/ 10436960 w 10900219"/>
              <a:gd name="csY18" fmla="*/ 18288 h 18288"/>
              <a:gd name="csX19" fmla="*/ 9537692 w 10900219"/>
              <a:gd name="csY19" fmla="*/ 18288 h 18288"/>
              <a:gd name="csX20" fmla="*/ 8856428 w 10900219"/>
              <a:gd name="csY20" fmla="*/ 18288 h 18288"/>
              <a:gd name="csX21" fmla="*/ 8502171 w 10900219"/>
              <a:gd name="csY21" fmla="*/ 18288 h 18288"/>
              <a:gd name="csX22" fmla="*/ 7820907 w 10900219"/>
              <a:gd name="csY22" fmla="*/ 18288 h 18288"/>
              <a:gd name="csX23" fmla="*/ 7248646 w 10900219"/>
              <a:gd name="csY23" fmla="*/ 18288 h 18288"/>
              <a:gd name="csX24" fmla="*/ 6676384 w 10900219"/>
              <a:gd name="csY24" fmla="*/ 18288 h 18288"/>
              <a:gd name="csX25" fmla="*/ 6104123 w 10900219"/>
              <a:gd name="csY25" fmla="*/ 18288 h 18288"/>
              <a:gd name="csX26" fmla="*/ 5531861 w 10900219"/>
              <a:gd name="csY26" fmla="*/ 18288 h 18288"/>
              <a:gd name="csX27" fmla="*/ 4741595 w 10900219"/>
              <a:gd name="csY27" fmla="*/ 18288 h 18288"/>
              <a:gd name="csX28" fmla="*/ 4060332 w 10900219"/>
              <a:gd name="csY28" fmla="*/ 18288 h 18288"/>
              <a:gd name="csX29" fmla="*/ 3706074 w 10900219"/>
              <a:gd name="csY29" fmla="*/ 18288 h 18288"/>
              <a:gd name="csX30" fmla="*/ 3133813 w 10900219"/>
              <a:gd name="csY30" fmla="*/ 18288 h 18288"/>
              <a:gd name="csX31" fmla="*/ 2343547 w 10900219"/>
              <a:gd name="csY31" fmla="*/ 18288 h 18288"/>
              <a:gd name="csX32" fmla="*/ 1880288 w 10900219"/>
              <a:gd name="csY32" fmla="*/ 18288 h 18288"/>
              <a:gd name="csX33" fmla="*/ 981020 w 10900219"/>
              <a:gd name="csY33" fmla="*/ 18288 h 18288"/>
              <a:gd name="csX34" fmla="*/ 0 w 10900219"/>
              <a:gd name="csY34" fmla="*/ 18288 h 18288"/>
              <a:gd name="csX35" fmla="*/ 0 w 10900219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408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49224" y="2578608"/>
            <a:ext cx="3200400" cy="71124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224" y="3339547"/>
            <a:ext cx="3200400" cy="290063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 sz="1600"/>
            </a:lvl4pPr>
            <a:lvl5pPr>
              <a:lnSpc>
                <a:spcPct val="9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98848" y="2578608"/>
            <a:ext cx="3200400" cy="713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98848" y="3339548"/>
            <a:ext cx="3200400" cy="2850940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 sz="1600"/>
            </a:lvl4pPr>
            <a:lvl5pPr>
              <a:lnSpc>
                <a:spcPct val="9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 descr="Tag=AccentColor&#10;Flavor=Light&#10;Target=FillAndLine">
            <a:extLst>
              <a:ext uri="{FF2B5EF4-FFF2-40B4-BE49-F238E27FC236}">
                <a16:creationId xmlns:a16="http://schemas.microsoft.com/office/drawing/2014/main" id="{5A11B4AA-D861-4DDC-9A8A-7036C40D909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sX0" fmla="*/ 0 w 10900219"/>
              <a:gd name="csY0" fmla="*/ 0 h 18288"/>
              <a:gd name="csX1" fmla="*/ 463259 w 10900219"/>
              <a:gd name="csY1" fmla="*/ 0 h 18288"/>
              <a:gd name="csX2" fmla="*/ 1144523 w 10900219"/>
              <a:gd name="csY2" fmla="*/ 0 h 18288"/>
              <a:gd name="csX3" fmla="*/ 1934789 w 10900219"/>
              <a:gd name="csY3" fmla="*/ 0 h 18288"/>
              <a:gd name="csX4" fmla="*/ 2289046 w 10900219"/>
              <a:gd name="csY4" fmla="*/ 0 h 18288"/>
              <a:gd name="csX5" fmla="*/ 2643303 w 10900219"/>
              <a:gd name="csY5" fmla="*/ 0 h 18288"/>
              <a:gd name="csX6" fmla="*/ 3542571 w 10900219"/>
              <a:gd name="csY6" fmla="*/ 0 h 18288"/>
              <a:gd name="csX7" fmla="*/ 4223835 w 10900219"/>
              <a:gd name="csY7" fmla="*/ 0 h 18288"/>
              <a:gd name="csX8" fmla="*/ 4578092 w 10900219"/>
              <a:gd name="csY8" fmla="*/ 0 h 18288"/>
              <a:gd name="csX9" fmla="*/ 5259356 w 10900219"/>
              <a:gd name="csY9" fmla="*/ 0 h 18288"/>
              <a:gd name="csX10" fmla="*/ 6158624 w 10900219"/>
              <a:gd name="csY10" fmla="*/ 0 h 18288"/>
              <a:gd name="csX11" fmla="*/ 6730885 w 10900219"/>
              <a:gd name="csY11" fmla="*/ 0 h 18288"/>
              <a:gd name="csX12" fmla="*/ 7303147 w 10900219"/>
              <a:gd name="csY12" fmla="*/ 0 h 18288"/>
              <a:gd name="csX13" fmla="*/ 7984410 w 10900219"/>
              <a:gd name="csY13" fmla="*/ 0 h 18288"/>
              <a:gd name="csX14" fmla="*/ 8774676 w 10900219"/>
              <a:gd name="csY14" fmla="*/ 0 h 18288"/>
              <a:gd name="csX15" fmla="*/ 9564942 w 10900219"/>
              <a:gd name="csY15" fmla="*/ 0 h 18288"/>
              <a:gd name="csX16" fmla="*/ 10900219 w 10900219"/>
              <a:gd name="csY16" fmla="*/ 0 h 18288"/>
              <a:gd name="csX17" fmla="*/ 10900219 w 10900219"/>
              <a:gd name="csY17" fmla="*/ 18288 h 18288"/>
              <a:gd name="csX18" fmla="*/ 10436960 w 10900219"/>
              <a:gd name="csY18" fmla="*/ 18288 h 18288"/>
              <a:gd name="csX19" fmla="*/ 9537692 w 10900219"/>
              <a:gd name="csY19" fmla="*/ 18288 h 18288"/>
              <a:gd name="csX20" fmla="*/ 8856428 w 10900219"/>
              <a:gd name="csY20" fmla="*/ 18288 h 18288"/>
              <a:gd name="csX21" fmla="*/ 8502171 w 10900219"/>
              <a:gd name="csY21" fmla="*/ 18288 h 18288"/>
              <a:gd name="csX22" fmla="*/ 7820907 w 10900219"/>
              <a:gd name="csY22" fmla="*/ 18288 h 18288"/>
              <a:gd name="csX23" fmla="*/ 7248646 w 10900219"/>
              <a:gd name="csY23" fmla="*/ 18288 h 18288"/>
              <a:gd name="csX24" fmla="*/ 6676384 w 10900219"/>
              <a:gd name="csY24" fmla="*/ 18288 h 18288"/>
              <a:gd name="csX25" fmla="*/ 6104123 w 10900219"/>
              <a:gd name="csY25" fmla="*/ 18288 h 18288"/>
              <a:gd name="csX26" fmla="*/ 5531861 w 10900219"/>
              <a:gd name="csY26" fmla="*/ 18288 h 18288"/>
              <a:gd name="csX27" fmla="*/ 4741595 w 10900219"/>
              <a:gd name="csY27" fmla="*/ 18288 h 18288"/>
              <a:gd name="csX28" fmla="*/ 4060332 w 10900219"/>
              <a:gd name="csY28" fmla="*/ 18288 h 18288"/>
              <a:gd name="csX29" fmla="*/ 3706074 w 10900219"/>
              <a:gd name="csY29" fmla="*/ 18288 h 18288"/>
              <a:gd name="csX30" fmla="*/ 3133813 w 10900219"/>
              <a:gd name="csY30" fmla="*/ 18288 h 18288"/>
              <a:gd name="csX31" fmla="*/ 2343547 w 10900219"/>
              <a:gd name="csY31" fmla="*/ 18288 h 18288"/>
              <a:gd name="csX32" fmla="*/ 1880288 w 10900219"/>
              <a:gd name="csY32" fmla="*/ 18288 h 18288"/>
              <a:gd name="csX33" fmla="*/ 981020 w 10900219"/>
              <a:gd name="csY33" fmla="*/ 18288 h 18288"/>
              <a:gd name="csX34" fmla="*/ 0 w 10900219"/>
              <a:gd name="csY34" fmla="*/ 18288 h 18288"/>
              <a:gd name="csX35" fmla="*/ 0 w 10900219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2AA5FD4-D71A-436D-B50A-847980623C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39328" y="2578608"/>
            <a:ext cx="3200400" cy="713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498877DB-362B-4B53-84A8-D53090240FD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39328" y="3339548"/>
            <a:ext cx="3200400" cy="2850940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 sz="1600"/>
            </a:lvl4pPr>
            <a:lvl5pPr>
              <a:lnSpc>
                <a:spcPct val="9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7597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95429EAB-EC88-4283-9CAC-5C4336D687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63901" y="-1"/>
            <a:ext cx="3928091" cy="4143506"/>
          </a:xfrm>
          <a:custGeom>
            <a:avLst/>
            <a:gdLst>
              <a:gd name="connsiteX0" fmla="*/ 23605 w 3928091"/>
              <a:gd name="connsiteY0" fmla="*/ 0 h 4143506"/>
              <a:gd name="connsiteX1" fmla="*/ 3928091 w 3928091"/>
              <a:gd name="connsiteY1" fmla="*/ 0 h 4143506"/>
              <a:gd name="connsiteX2" fmla="*/ 3928091 w 3928091"/>
              <a:gd name="connsiteY2" fmla="*/ 4125656 h 4143506"/>
              <a:gd name="connsiteX3" fmla="*/ 3780617 w 3928091"/>
              <a:gd name="connsiteY3" fmla="*/ 4131078 h 4143506"/>
              <a:gd name="connsiteX4" fmla="*/ 3281801 w 3928091"/>
              <a:gd name="connsiteY4" fmla="*/ 4125634 h 4143506"/>
              <a:gd name="connsiteX5" fmla="*/ 2622887 w 3928091"/>
              <a:gd name="connsiteY5" fmla="*/ 4130456 h 4143506"/>
              <a:gd name="connsiteX6" fmla="*/ 2169916 w 3928091"/>
              <a:gd name="connsiteY6" fmla="*/ 4111570 h 4143506"/>
              <a:gd name="connsiteX7" fmla="*/ 1705097 w 3928091"/>
              <a:gd name="connsiteY7" fmla="*/ 4140234 h 4143506"/>
              <a:gd name="connsiteX8" fmla="*/ 1364801 w 3928091"/>
              <a:gd name="connsiteY8" fmla="*/ 4124429 h 4143506"/>
              <a:gd name="connsiteX9" fmla="*/ 1123316 w 3928091"/>
              <a:gd name="connsiteY9" fmla="*/ 4121750 h 4143506"/>
              <a:gd name="connsiteX10" fmla="*/ 688243 w 3928091"/>
              <a:gd name="connsiteY10" fmla="*/ 4130323 h 4143506"/>
              <a:gd name="connsiteX11" fmla="*/ 298918 w 3928091"/>
              <a:gd name="connsiteY11" fmla="*/ 4118266 h 4143506"/>
              <a:gd name="connsiteX12" fmla="*/ 105785 w 3928091"/>
              <a:gd name="connsiteY12" fmla="*/ 4130037 h 4143506"/>
              <a:gd name="connsiteX13" fmla="*/ 15503 w 3928091"/>
              <a:gd name="connsiteY13" fmla="*/ 4130462 h 4143506"/>
              <a:gd name="connsiteX14" fmla="*/ 14458 w 3928091"/>
              <a:gd name="connsiteY14" fmla="*/ 4122289 h 4143506"/>
              <a:gd name="connsiteX15" fmla="*/ 346 w 3928091"/>
              <a:gd name="connsiteY15" fmla="*/ 3882149 h 4143506"/>
              <a:gd name="connsiteX16" fmla="*/ 27583 w 3928091"/>
              <a:gd name="connsiteY16" fmla="*/ 3294816 h 4143506"/>
              <a:gd name="connsiteX17" fmla="*/ 21797 w 3928091"/>
              <a:gd name="connsiteY17" fmla="*/ 3078932 h 4143506"/>
              <a:gd name="connsiteX18" fmla="*/ 30264 w 3928091"/>
              <a:gd name="connsiteY18" fmla="*/ 2835999 h 4143506"/>
              <a:gd name="connsiteX19" fmla="*/ 33510 w 3928091"/>
              <a:gd name="connsiteY19" fmla="*/ 2550270 h 4143506"/>
              <a:gd name="connsiteX20" fmla="*/ 9096 w 3928091"/>
              <a:gd name="connsiteY20" fmla="*/ 1764959 h 4143506"/>
              <a:gd name="connsiteX21" fmla="*/ 30406 w 3928091"/>
              <a:gd name="connsiteY21" fmla="*/ 1598729 h 4143506"/>
              <a:gd name="connsiteX22" fmla="*/ 20244 w 3928091"/>
              <a:gd name="connsiteY22" fmla="*/ 1114767 h 4143506"/>
              <a:gd name="connsiteX23" fmla="*/ 26736 w 3928091"/>
              <a:gd name="connsiteY23" fmla="*/ 579120 h 4143506"/>
              <a:gd name="connsiteX24" fmla="*/ 38237 w 3928091"/>
              <a:gd name="connsiteY24" fmla="*/ 288533 h 414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928091" h="4143506">
                <a:moveTo>
                  <a:pt x="23605" y="0"/>
                </a:moveTo>
                <a:lnTo>
                  <a:pt x="3928091" y="0"/>
                </a:lnTo>
                <a:lnTo>
                  <a:pt x="3928091" y="4125656"/>
                </a:lnTo>
                <a:lnTo>
                  <a:pt x="3780617" y="4131078"/>
                </a:lnTo>
                <a:cubicBezTo>
                  <a:pt x="3614346" y="4131561"/>
                  <a:pt x="3448073" y="4118803"/>
                  <a:pt x="3281801" y="4125634"/>
                </a:cubicBezTo>
                <a:cubicBezTo>
                  <a:pt x="3062120" y="4134609"/>
                  <a:pt x="2842441" y="4144923"/>
                  <a:pt x="2622887" y="4130456"/>
                </a:cubicBezTo>
                <a:cubicBezTo>
                  <a:pt x="2472401" y="4120545"/>
                  <a:pt x="2321159" y="4107551"/>
                  <a:pt x="2169916" y="4111570"/>
                </a:cubicBezTo>
                <a:cubicBezTo>
                  <a:pt x="2014640" y="4115856"/>
                  <a:pt x="1859994" y="4129920"/>
                  <a:pt x="1705097" y="4140234"/>
                </a:cubicBezTo>
                <a:cubicBezTo>
                  <a:pt x="1591463" y="4147694"/>
                  <a:pt x="1477389" y="4142391"/>
                  <a:pt x="1364801" y="4124429"/>
                </a:cubicBezTo>
                <a:cubicBezTo>
                  <a:pt x="1284516" y="4111703"/>
                  <a:pt x="1203727" y="4117195"/>
                  <a:pt x="1123316" y="4121750"/>
                </a:cubicBezTo>
                <a:cubicBezTo>
                  <a:pt x="978124" y="4130323"/>
                  <a:pt x="833434" y="4143717"/>
                  <a:pt x="688243" y="4130323"/>
                </a:cubicBezTo>
                <a:cubicBezTo>
                  <a:pt x="558551" y="4118266"/>
                  <a:pt x="427601" y="4108489"/>
                  <a:pt x="298918" y="4118266"/>
                </a:cubicBezTo>
                <a:cubicBezTo>
                  <a:pt x="234577" y="4123155"/>
                  <a:pt x="170204" y="4128045"/>
                  <a:pt x="105785" y="4130037"/>
                </a:cubicBezTo>
                <a:lnTo>
                  <a:pt x="15503" y="4130462"/>
                </a:lnTo>
                <a:lnTo>
                  <a:pt x="14458" y="4122289"/>
                </a:lnTo>
                <a:cubicBezTo>
                  <a:pt x="3338" y="4042653"/>
                  <a:pt x="-1375" y="3962394"/>
                  <a:pt x="346" y="3882149"/>
                </a:cubicBezTo>
                <a:cubicBezTo>
                  <a:pt x="205" y="3686075"/>
                  <a:pt x="9942" y="3490383"/>
                  <a:pt x="27583" y="3294816"/>
                </a:cubicBezTo>
                <a:cubicBezTo>
                  <a:pt x="31859" y="3222826"/>
                  <a:pt x="29926" y="3150656"/>
                  <a:pt x="21797" y="3078932"/>
                </a:cubicBezTo>
                <a:cubicBezTo>
                  <a:pt x="13668" y="2997950"/>
                  <a:pt x="16505" y="2916372"/>
                  <a:pt x="30264" y="2835999"/>
                </a:cubicBezTo>
                <a:cubicBezTo>
                  <a:pt x="47622" y="2740756"/>
                  <a:pt x="39860" y="2645513"/>
                  <a:pt x="33510" y="2550270"/>
                </a:cubicBezTo>
                <a:cubicBezTo>
                  <a:pt x="16152" y="2288796"/>
                  <a:pt x="-5017" y="2027322"/>
                  <a:pt x="9096" y="1764959"/>
                </a:cubicBezTo>
                <a:cubicBezTo>
                  <a:pt x="12060" y="1708956"/>
                  <a:pt x="25042" y="1654350"/>
                  <a:pt x="30406" y="1598729"/>
                </a:cubicBezTo>
                <a:cubicBezTo>
                  <a:pt x="46071" y="1437069"/>
                  <a:pt x="27723" y="1276045"/>
                  <a:pt x="20244" y="1114767"/>
                </a:cubicBezTo>
                <a:cubicBezTo>
                  <a:pt x="9491" y="936281"/>
                  <a:pt x="11664" y="757351"/>
                  <a:pt x="26736" y="579120"/>
                </a:cubicBezTo>
                <a:cubicBezTo>
                  <a:pt x="36191" y="482353"/>
                  <a:pt x="39402" y="385459"/>
                  <a:pt x="38237" y="28853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95853130-EDA3-41D2-A3D5-E39613A79C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81029" y="4328340"/>
            <a:ext cx="3910962" cy="2529660"/>
          </a:xfrm>
          <a:custGeom>
            <a:avLst/>
            <a:gdLst>
              <a:gd name="connsiteX0" fmla="*/ 842684 w 3910962"/>
              <a:gd name="connsiteY0" fmla="*/ 662 h 2529660"/>
              <a:gd name="connsiteX1" fmla="*/ 1140350 w 3910962"/>
              <a:gd name="connsiteY1" fmla="*/ 3173 h 2529660"/>
              <a:gd name="connsiteX2" fmla="*/ 1350451 w 3910962"/>
              <a:gd name="connsiteY2" fmla="*/ 29025 h 2529660"/>
              <a:gd name="connsiteX3" fmla="*/ 1903495 w 3910962"/>
              <a:gd name="connsiteY3" fmla="*/ 18310 h 2529660"/>
              <a:gd name="connsiteX4" fmla="*/ 2649374 w 3910962"/>
              <a:gd name="connsiteY4" fmla="*/ 22730 h 2529660"/>
              <a:gd name="connsiteX5" fmla="*/ 3310304 w 3910962"/>
              <a:gd name="connsiteY5" fmla="*/ 10808 h 2529660"/>
              <a:gd name="connsiteX6" fmla="*/ 3684881 w 3910962"/>
              <a:gd name="connsiteY6" fmla="*/ 10808 h 2529660"/>
              <a:gd name="connsiteX7" fmla="*/ 3887420 w 3910962"/>
              <a:gd name="connsiteY7" fmla="*/ 15630 h 2529660"/>
              <a:gd name="connsiteX8" fmla="*/ 3910962 w 3910962"/>
              <a:gd name="connsiteY8" fmla="*/ 11105 h 2529660"/>
              <a:gd name="connsiteX9" fmla="*/ 3910962 w 3910962"/>
              <a:gd name="connsiteY9" fmla="*/ 2529660 h 2529660"/>
              <a:gd name="connsiteX10" fmla="*/ 6242 w 3910962"/>
              <a:gd name="connsiteY10" fmla="*/ 2529660 h 2529660"/>
              <a:gd name="connsiteX11" fmla="*/ 25280 w 3910962"/>
              <a:gd name="connsiteY11" fmla="*/ 2158134 h 2529660"/>
              <a:gd name="connsiteX12" fmla="*/ 11167 w 3910962"/>
              <a:gd name="connsiteY12" fmla="*/ 1427303 h 2529660"/>
              <a:gd name="connsiteX13" fmla="*/ 3970 w 3910962"/>
              <a:gd name="connsiteY13" fmla="*/ 934453 h 2529660"/>
              <a:gd name="connsiteX14" fmla="*/ 5805 w 3910962"/>
              <a:gd name="connsiteY14" fmla="*/ 380010 h 2529660"/>
              <a:gd name="connsiteX15" fmla="*/ 18506 w 3910962"/>
              <a:gd name="connsiteY15" fmla="*/ 139744 h 2529660"/>
              <a:gd name="connsiteX16" fmla="*/ 19072 w 3910962"/>
              <a:gd name="connsiteY16" fmla="*/ 23791 h 2529660"/>
              <a:gd name="connsiteX17" fmla="*/ 67093 w 3910962"/>
              <a:gd name="connsiteY17" fmla="*/ 27133 h 2529660"/>
              <a:gd name="connsiteX18" fmla="*/ 545085 w 3910962"/>
              <a:gd name="connsiteY18" fmla="*/ 11612 h 2529660"/>
              <a:gd name="connsiteX19" fmla="*/ 842684 w 3910962"/>
              <a:gd name="connsiteY19" fmla="*/ 662 h 252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910962" h="2529660">
                <a:moveTo>
                  <a:pt x="842684" y="662"/>
                </a:moveTo>
                <a:cubicBezTo>
                  <a:pt x="941895" y="-744"/>
                  <a:pt x="1041116" y="93"/>
                  <a:pt x="1140350" y="3173"/>
                </a:cubicBezTo>
                <a:cubicBezTo>
                  <a:pt x="1210804" y="5316"/>
                  <a:pt x="1279746" y="24605"/>
                  <a:pt x="1350451" y="29025"/>
                </a:cubicBezTo>
                <a:cubicBezTo>
                  <a:pt x="1535093" y="40276"/>
                  <a:pt x="1719483" y="30901"/>
                  <a:pt x="1903495" y="18310"/>
                </a:cubicBezTo>
                <a:cubicBezTo>
                  <a:pt x="2151898" y="628"/>
                  <a:pt x="2401172" y="2101"/>
                  <a:pt x="2649374" y="22730"/>
                </a:cubicBezTo>
                <a:cubicBezTo>
                  <a:pt x="2869445" y="43947"/>
                  <a:pt x="3091027" y="39942"/>
                  <a:pt x="3310304" y="10808"/>
                </a:cubicBezTo>
                <a:cubicBezTo>
                  <a:pt x="3434575" y="-7007"/>
                  <a:pt x="3559980" y="9067"/>
                  <a:pt x="3684881" y="10808"/>
                </a:cubicBezTo>
                <a:cubicBezTo>
                  <a:pt x="3752435" y="11746"/>
                  <a:pt x="3819992" y="12684"/>
                  <a:pt x="3887420" y="15630"/>
                </a:cubicBezTo>
                <a:lnTo>
                  <a:pt x="3910962" y="11105"/>
                </a:lnTo>
                <a:lnTo>
                  <a:pt x="3910962" y="2529660"/>
                </a:lnTo>
                <a:lnTo>
                  <a:pt x="6242" y="2529660"/>
                </a:lnTo>
                <a:lnTo>
                  <a:pt x="25280" y="2158134"/>
                </a:lnTo>
                <a:cubicBezTo>
                  <a:pt x="28243" y="1914439"/>
                  <a:pt x="36288" y="1670236"/>
                  <a:pt x="11167" y="1427303"/>
                </a:cubicBezTo>
                <a:cubicBezTo>
                  <a:pt x="-5908" y="1262723"/>
                  <a:pt x="865" y="1098905"/>
                  <a:pt x="3970" y="934453"/>
                </a:cubicBezTo>
                <a:cubicBezTo>
                  <a:pt x="7498" y="749680"/>
                  <a:pt x="5805" y="564783"/>
                  <a:pt x="5805" y="380010"/>
                </a:cubicBezTo>
                <a:cubicBezTo>
                  <a:pt x="5522" y="299625"/>
                  <a:pt x="10321" y="219748"/>
                  <a:pt x="18506" y="139744"/>
                </a:cubicBezTo>
                <a:lnTo>
                  <a:pt x="19072" y="23791"/>
                </a:lnTo>
                <a:lnTo>
                  <a:pt x="67093" y="27133"/>
                </a:lnTo>
                <a:cubicBezTo>
                  <a:pt x="226530" y="32207"/>
                  <a:pt x="385807" y="21156"/>
                  <a:pt x="545085" y="11612"/>
                </a:cubicBezTo>
                <a:cubicBezTo>
                  <a:pt x="644275" y="5719"/>
                  <a:pt x="743474" y="2069"/>
                  <a:pt x="842684" y="662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3A9F270A-23C2-4A09-BC7C-5CB160B890C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21992" y="3792430"/>
            <a:ext cx="3041329" cy="3065569"/>
          </a:xfrm>
          <a:custGeom>
            <a:avLst/>
            <a:gdLst>
              <a:gd name="connsiteX0" fmla="*/ 2750933 w 3041329"/>
              <a:gd name="connsiteY0" fmla="*/ 0 h 3065569"/>
              <a:gd name="connsiteX1" fmla="*/ 3041329 w 3041329"/>
              <a:gd name="connsiteY1" fmla="*/ 10946 h 3065569"/>
              <a:gd name="connsiteX2" fmla="*/ 3041329 w 3041329"/>
              <a:gd name="connsiteY2" fmla="*/ 175882 h 3065569"/>
              <a:gd name="connsiteX3" fmla="*/ 3034394 w 3041329"/>
              <a:gd name="connsiteY3" fmla="*/ 266109 h 3065569"/>
              <a:gd name="connsiteX4" fmla="*/ 3037217 w 3041329"/>
              <a:gd name="connsiteY4" fmla="*/ 802010 h 3065569"/>
              <a:gd name="connsiteX5" fmla="*/ 3025363 w 3041329"/>
              <a:gd name="connsiteY5" fmla="*/ 1170283 h 3065569"/>
              <a:gd name="connsiteX6" fmla="*/ 3020000 w 3041329"/>
              <a:gd name="connsiteY6" fmla="*/ 1316450 h 3065569"/>
              <a:gd name="connsiteX7" fmla="*/ 3014637 w 3041329"/>
              <a:gd name="connsiteY7" fmla="*/ 1344641 h 3065569"/>
              <a:gd name="connsiteX8" fmla="*/ 3014637 w 3041329"/>
              <a:gd name="connsiteY8" fmla="*/ 1357340 h 3065569"/>
              <a:gd name="connsiteX9" fmla="*/ 3021693 w 3041329"/>
              <a:gd name="connsiteY9" fmla="*/ 1384898 h 3065569"/>
              <a:gd name="connsiteX10" fmla="*/ 3029173 w 3041329"/>
              <a:gd name="connsiteY10" fmla="*/ 1911401 h 3065569"/>
              <a:gd name="connsiteX11" fmla="*/ 3039899 w 3041329"/>
              <a:gd name="connsiteY11" fmla="*/ 2395617 h 3065569"/>
              <a:gd name="connsiteX12" fmla="*/ 3041329 w 3041329"/>
              <a:gd name="connsiteY12" fmla="*/ 2446475 h 3065569"/>
              <a:gd name="connsiteX13" fmla="*/ 3041329 w 3041329"/>
              <a:gd name="connsiteY13" fmla="*/ 2649259 h 3065569"/>
              <a:gd name="connsiteX14" fmla="*/ 3040516 w 3041329"/>
              <a:gd name="connsiteY14" fmla="*/ 2683378 h 3065569"/>
              <a:gd name="connsiteX15" fmla="*/ 3029596 w 3041329"/>
              <a:gd name="connsiteY15" fmla="*/ 2971138 h 3065569"/>
              <a:gd name="connsiteX16" fmla="*/ 3031678 w 3041329"/>
              <a:gd name="connsiteY16" fmla="*/ 3022824 h 3065569"/>
              <a:gd name="connsiteX17" fmla="*/ 3034625 w 3041329"/>
              <a:gd name="connsiteY17" fmla="*/ 3065569 h 3065569"/>
              <a:gd name="connsiteX18" fmla="*/ 24938 w 3041329"/>
              <a:gd name="connsiteY18" fmla="*/ 3065569 h 3065569"/>
              <a:gd name="connsiteX19" fmla="*/ 25911 w 3041329"/>
              <a:gd name="connsiteY19" fmla="*/ 3001918 h 3065569"/>
              <a:gd name="connsiteX20" fmla="*/ 38276 w 3041329"/>
              <a:gd name="connsiteY20" fmla="*/ 2918677 h 3065569"/>
              <a:gd name="connsiteX21" fmla="*/ 28835 w 3041329"/>
              <a:gd name="connsiteY21" fmla="*/ 2491295 h 3065569"/>
              <a:gd name="connsiteX22" fmla="*/ 21053 w 3041329"/>
              <a:gd name="connsiteY22" fmla="*/ 2094786 h 3065569"/>
              <a:gd name="connsiteX23" fmla="*/ 16716 w 3041329"/>
              <a:gd name="connsiteY23" fmla="*/ 1719456 h 3065569"/>
              <a:gd name="connsiteX24" fmla="*/ 3192 w 3041329"/>
              <a:gd name="connsiteY24" fmla="*/ 1622752 h 3065569"/>
              <a:gd name="connsiteX25" fmla="*/ 24242 w 3041329"/>
              <a:gd name="connsiteY25" fmla="*/ 1269110 h 3065569"/>
              <a:gd name="connsiteX26" fmla="*/ 24242 w 3041329"/>
              <a:gd name="connsiteY26" fmla="*/ 1044447 h 3065569"/>
              <a:gd name="connsiteX27" fmla="*/ 13654 w 3041329"/>
              <a:gd name="connsiteY27" fmla="*/ 884594 h 3065569"/>
              <a:gd name="connsiteX28" fmla="*/ 23477 w 3041329"/>
              <a:gd name="connsiteY28" fmla="*/ 597929 h 3065569"/>
              <a:gd name="connsiteX29" fmla="*/ 26284 w 3041329"/>
              <a:gd name="connsiteY29" fmla="*/ 408605 h 3065569"/>
              <a:gd name="connsiteX30" fmla="*/ 33300 w 3041329"/>
              <a:gd name="connsiteY30" fmla="*/ 153452 h 3065569"/>
              <a:gd name="connsiteX31" fmla="*/ 16058 w 3041329"/>
              <a:gd name="connsiteY31" fmla="*/ 52511 h 3065569"/>
              <a:gd name="connsiteX32" fmla="*/ 13611 w 3041329"/>
              <a:gd name="connsiteY32" fmla="*/ 10473 h 3065569"/>
              <a:gd name="connsiteX33" fmla="*/ 222689 w 3041329"/>
              <a:gd name="connsiteY33" fmla="*/ 5194 h 3065569"/>
              <a:gd name="connsiteX34" fmla="*/ 988364 w 3041329"/>
              <a:gd name="connsiteY34" fmla="*/ 17002 h 3065569"/>
              <a:gd name="connsiteX35" fmla="*/ 1316477 w 3041329"/>
              <a:gd name="connsiteY35" fmla="*/ 7977 h 3065569"/>
              <a:gd name="connsiteX36" fmla="*/ 1738973 w 3041329"/>
              <a:gd name="connsiteY36" fmla="*/ 11247 h 3065569"/>
              <a:gd name="connsiteX37" fmla="*/ 2438148 w 3041329"/>
              <a:gd name="connsiteY37" fmla="*/ 11247 h 3065569"/>
              <a:gd name="connsiteX38" fmla="*/ 2750933 w 3041329"/>
              <a:gd name="connsiteY38" fmla="*/ 0 h 3065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3041329" h="3065569">
                <a:moveTo>
                  <a:pt x="2750933" y="0"/>
                </a:moveTo>
                <a:lnTo>
                  <a:pt x="3041329" y="10946"/>
                </a:lnTo>
                <a:lnTo>
                  <a:pt x="3041329" y="175882"/>
                </a:lnTo>
                <a:lnTo>
                  <a:pt x="3034394" y="266109"/>
                </a:lnTo>
                <a:cubicBezTo>
                  <a:pt x="3019012" y="444912"/>
                  <a:pt x="3025927" y="623588"/>
                  <a:pt x="3037217" y="802010"/>
                </a:cubicBezTo>
                <a:cubicBezTo>
                  <a:pt x="3044443" y="924849"/>
                  <a:pt x="3040477" y="1048016"/>
                  <a:pt x="3025363" y="1170283"/>
                </a:cubicBezTo>
                <a:cubicBezTo>
                  <a:pt x="3020000" y="1218920"/>
                  <a:pt x="3020987" y="1267685"/>
                  <a:pt x="3020000" y="1316450"/>
                </a:cubicBezTo>
                <a:cubicBezTo>
                  <a:pt x="3019717" y="1325847"/>
                  <a:pt x="3026069" y="1336767"/>
                  <a:pt x="3014637" y="1344641"/>
                </a:cubicBezTo>
                <a:lnTo>
                  <a:pt x="3014637" y="1357340"/>
                </a:lnTo>
                <a:cubicBezTo>
                  <a:pt x="3027198" y="1364325"/>
                  <a:pt x="3020706" y="1375754"/>
                  <a:pt x="3021693" y="1384898"/>
                </a:cubicBezTo>
                <a:cubicBezTo>
                  <a:pt x="3038360" y="1560005"/>
                  <a:pt x="3040872" y="1735963"/>
                  <a:pt x="3029173" y="1911401"/>
                </a:cubicBezTo>
                <a:cubicBezTo>
                  <a:pt x="3020564" y="2072933"/>
                  <a:pt x="3029455" y="2234211"/>
                  <a:pt x="3039899" y="2395617"/>
                </a:cubicBezTo>
                <a:lnTo>
                  <a:pt x="3041329" y="2446475"/>
                </a:lnTo>
                <a:lnTo>
                  <a:pt x="3041329" y="2649259"/>
                </a:lnTo>
                <a:lnTo>
                  <a:pt x="3040516" y="2683378"/>
                </a:lnTo>
                <a:cubicBezTo>
                  <a:pt x="3036759" y="2779288"/>
                  <a:pt x="3031078" y="2875197"/>
                  <a:pt x="3029596" y="2971138"/>
                </a:cubicBezTo>
                <a:cubicBezTo>
                  <a:pt x="3029314" y="2988346"/>
                  <a:pt x="3030372" y="3005585"/>
                  <a:pt x="3031678" y="3022824"/>
                </a:cubicBezTo>
                <a:lnTo>
                  <a:pt x="3034625" y="3065569"/>
                </a:lnTo>
                <a:lnTo>
                  <a:pt x="24938" y="3065569"/>
                </a:lnTo>
                <a:lnTo>
                  <a:pt x="25911" y="3001918"/>
                </a:lnTo>
                <a:cubicBezTo>
                  <a:pt x="28191" y="2973959"/>
                  <a:pt x="32318" y="2946151"/>
                  <a:pt x="38276" y="2918677"/>
                </a:cubicBezTo>
                <a:cubicBezTo>
                  <a:pt x="68779" y="2777462"/>
                  <a:pt x="65552" y="2631030"/>
                  <a:pt x="28835" y="2491295"/>
                </a:cubicBezTo>
                <a:cubicBezTo>
                  <a:pt x="-4463" y="2359636"/>
                  <a:pt x="-11352" y="2227594"/>
                  <a:pt x="21053" y="2094786"/>
                </a:cubicBezTo>
                <a:cubicBezTo>
                  <a:pt x="51646" y="1971356"/>
                  <a:pt x="50153" y="1842146"/>
                  <a:pt x="16716" y="1719456"/>
                </a:cubicBezTo>
                <a:cubicBezTo>
                  <a:pt x="9316" y="1687689"/>
                  <a:pt x="4787" y="1655323"/>
                  <a:pt x="3192" y="1622752"/>
                </a:cubicBezTo>
                <a:cubicBezTo>
                  <a:pt x="-6887" y="1503851"/>
                  <a:pt x="10081" y="1386608"/>
                  <a:pt x="24242" y="1269110"/>
                </a:cubicBezTo>
                <a:cubicBezTo>
                  <a:pt x="33683" y="1194222"/>
                  <a:pt x="48099" y="1118569"/>
                  <a:pt x="24242" y="1044447"/>
                </a:cubicBezTo>
                <a:cubicBezTo>
                  <a:pt x="7899" y="992791"/>
                  <a:pt x="4264" y="937959"/>
                  <a:pt x="13654" y="884594"/>
                </a:cubicBezTo>
                <a:cubicBezTo>
                  <a:pt x="29486" y="789881"/>
                  <a:pt x="32790" y="693497"/>
                  <a:pt x="23477" y="597929"/>
                </a:cubicBezTo>
                <a:cubicBezTo>
                  <a:pt x="17328" y="534919"/>
                  <a:pt x="18272" y="471411"/>
                  <a:pt x="26284" y="408605"/>
                </a:cubicBezTo>
                <a:cubicBezTo>
                  <a:pt x="36872" y="324149"/>
                  <a:pt x="53330" y="238162"/>
                  <a:pt x="33300" y="153452"/>
                </a:cubicBezTo>
                <a:cubicBezTo>
                  <a:pt x="25327" y="119804"/>
                  <a:pt x="19745" y="86163"/>
                  <a:pt x="16058" y="52511"/>
                </a:cubicBezTo>
                <a:lnTo>
                  <a:pt x="13611" y="10473"/>
                </a:lnTo>
                <a:lnTo>
                  <a:pt x="222689" y="5194"/>
                </a:lnTo>
                <a:cubicBezTo>
                  <a:pt x="477949" y="4054"/>
                  <a:pt x="733156" y="16119"/>
                  <a:pt x="988364" y="17002"/>
                </a:cubicBezTo>
                <a:cubicBezTo>
                  <a:pt x="1097946" y="17394"/>
                  <a:pt x="1207148" y="12424"/>
                  <a:pt x="1316477" y="7977"/>
                </a:cubicBezTo>
                <a:cubicBezTo>
                  <a:pt x="1457478" y="2353"/>
                  <a:pt x="1598225" y="13470"/>
                  <a:pt x="1738973" y="11247"/>
                </a:cubicBezTo>
                <a:cubicBezTo>
                  <a:pt x="1972073" y="7585"/>
                  <a:pt x="2205047" y="18310"/>
                  <a:pt x="2438148" y="11247"/>
                </a:cubicBezTo>
                <a:cubicBezTo>
                  <a:pt x="2542410" y="7977"/>
                  <a:pt x="2646671" y="3007"/>
                  <a:pt x="275093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E3DF8F2-18BB-45CB-8A9F-A6F8DED4CE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27598" y="0"/>
            <a:ext cx="3035794" cy="3597039"/>
          </a:xfrm>
          <a:custGeom>
            <a:avLst/>
            <a:gdLst>
              <a:gd name="connsiteX0" fmla="*/ 19840 w 3035794"/>
              <a:gd name="connsiteY0" fmla="*/ 0 h 3597039"/>
              <a:gd name="connsiteX1" fmla="*/ 3028263 w 3035794"/>
              <a:gd name="connsiteY1" fmla="*/ 0 h 3597039"/>
              <a:gd name="connsiteX2" fmla="*/ 3024697 w 3035794"/>
              <a:gd name="connsiteY2" fmla="*/ 140686 h 3597039"/>
              <a:gd name="connsiteX3" fmla="*/ 3035552 w 3035794"/>
              <a:gd name="connsiteY3" fmla="*/ 655695 h 3597039"/>
              <a:gd name="connsiteX4" fmla="*/ 3017206 w 3035794"/>
              <a:gd name="connsiteY4" fmla="*/ 941424 h 3597039"/>
              <a:gd name="connsiteX5" fmla="*/ 3027314 w 3035794"/>
              <a:gd name="connsiteY5" fmla="*/ 1375590 h 3597039"/>
              <a:gd name="connsiteX6" fmla="*/ 3035723 w 3035794"/>
              <a:gd name="connsiteY6" fmla="*/ 1661758 h 3597039"/>
              <a:gd name="connsiteX7" fmla="*/ 3035723 w 3035794"/>
              <a:gd name="connsiteY7" fmla="*/ 2108768 h 3597039"/>
              <a:gd name="connsiteX8" fmla="*/ 3024686 w 3035794"/>
              <a:gd name="connsiteY8" fmla="*/ 2232285 h 3597039"/>
              <a:gd name="connsiteX9" fmla="*/ 3025391 w 3035794"/>
              <a:gd name="connsiteY9" fmla="*/ 2548746 h 3597039"/>
              <a:gd name="connsiteX10" fmla="*/ 3024544 w 3035794"/>
              <a:gd name="connsiteY10" fmla="*/ 2932131 h 3597039"/>
              <a:gd name="connsiteX11" fmla="*/ 3029484 w 3035794"/>
              <a:gd name="connsiteY11" fmla="*/ 3206050 h 3597039"/>
              <a:gd name="connsiteX12" fmla="*/ 3029484 w 3035794"/>
              <a:gd name="connsiteY12" fmla="*/ 3492287 h 3597039"/>
              <a:gd name="connsiteX13" fmla="*/ 3026528 w 3035794"/>
              <a:gd name="connsiteY13" fmla="*/ 3584038 h 3597039"/>
              <a:gd name="connsiteX14" fmla="*/ 2536033 w 3035794"/>
              <a:gd name="connsiteY14" fmla="*/ 3578457 h 3597039"/>
              <a:gd name="connsiteX15" fmla="*/ 2062105 w 3035794"/>
              <a:gd name="connsiteY15" fmla="*/ 3578457 h 3597039"/>
              <a:gd name="connsiteX16" fmla="*/ 1545736 w 3035794"/>
              <a:gd name="connsiteY16" fmla="*/ 3591536 h 3597039"/>
              <a:gd name="connsiteX17" fmla="*/ 1047737 w 3035794"/>
              <a:gd name="connsiteY17" fmla="*/ 3582381 h 3597039"/>
              <a:gd name="connsiteX18" fmla="*/ 522627 w 3035794"/>
              <a:gd name="connsiteY18" fmla="*/ 3586174 h 3597039"/>
              <a:gd name="connsiteX19" fmla="*/ 179310 w 3035794"/>
              <a:gd name="connsiteY19" fmla="*/ 3582119 h 3597039"/>
              <a:gd name="connsiteX20" fmla="*/ 12768 w 3035794"/>
              <a:gd name="connsiteY20" fmla="*/ 3583434 h 3597039"/>
              <a:gd name="connsiteX21" fmla="*/ 14927 w 3035794"/>
              <a:gd name="connsiteY21" fmla="*/ 3541208 h 3597039"/>
              <a:gd name="connsiteX22" fmla="*/ 15947 w 3035794"/>
              <a:gd name="connsiteY22" fmla="*/ 3236172 h 3597039"/>
              <a:gd name="connsiteX23" fmla="*/ 15947 w 3035794"/>
              <a:gd name="connsiteY23" fmla="*/ 3093031 h 3597039"/>
              <a:gd name="connsiteX24" fmla="*/ 22581 w 3035794"/>
              <a:gd name="connsiteY24" fmla="*/ 2901666 h 3597039"/>
              <a:gd name="connsiteX25" fmla="*/ 9823 w 3035794"/>
              <a:gd name="connsiteY25" fmla="*/ 2816955 h 3597039"/>
              <a:gd name="connsiteX26" fmla="*/ 16074 w 3035794"/>
              <a:gd name="connsiteY26" fmla="*/ 2600075 h 3597039"/>
              <a:gd name="connsiteX27" fmla="*/ 22836 w 3035794"/>
              <a:gd name="connsiteY27" fmla="*/ 2349514 h 3597039"/>
              <a:gd name="connsiteX28" fmla="*/ 23857 w 3035794"/>
              <a:gd name="connsiteY28" fmla="*/ 2147560 h 3597039"/>
              <a:gd name="connsiteX29" fmla="*/ 26663 w 3035794"/>
              <a:gd name="connsiteY29" fmla="*/ 1765978 h 3597039"/>
              <a:gd name="connsiteX30" fmla="*/ 24367 w 3035794"/>
              <a:gd name="connsiteY30" fmla="*/ 1543612 h 3597039"/>
              <a:gd name="connsiteX31" fmla="*/ 24367 w 3035794"/>
              <a:gd name="connsiteY31" fmla="*/ 1033305 h 3597039"/>
              <a:gd name="connsiteX32" fmla="*/ 25133 w 3035794"/>
              <a:gd name="connsiteY32" fmla="*/ 759271 h 3597039"/>
              <a:gd name="connsiteX33" fmla="*/ 14289 w 3035794"/>
              <a:gd name="connsiteY33" fmla="*/ 353321 h 3597039"/>
              <a:gd name="connsiteX34" fmla="*/ 22581 w 3035794"/>
              <a:gd name="connsiteY34" fmla="*/ 20346 h 3597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3035794" h="3597039">
                <a:moveTo>
                  <a:pt x="19840" y="0"/>
                </a:moveTo>
                <a:lnTo>
                  <a:pt x="3028263" y="0"/>
                </a:lnTo>
                <a:lnTo>
                  <a:pt x="3024697" y="140686"/>
                </a:lnTo>
                <a:cubicBezTo>
                  <a:pt x="3025259" y="312749"/>
                  <a:pt x="3037669" y="484544"/>
                  <a:pt x="3035552" y="655695"/>
                </a:cubicBezTo>
                <a:cubicBezTo>
                  <a:pt x="3034423" y="750938"/>
                  <a:pt x="3013255" y="845927"/>
                  <a:pt x="3017206" y="941424"/>
                </a:cubicBezTo>
                <a:cubicBezTo>
                  <a:pt x="3022992" y="1086130"/>
                  <a:pt x="3024933" y="1230868"/>
                  <a:pt x="3027314" y="1375590"/>
                </a:cubicBezTo>
                <a:lnTo>
                  <a:pt x="3035723" y="1661758"/>
                </a:lnTo>
                <a:lnTo>
                  <a:pt x="3035723" y="2108768"/>
                </a:lnTo>
                <a:lnTo>
                  <a:pt x="3024686" y="2232285"/>
                </a:lnTo>
                <a:cubicBezTo>
                  <a:pt x="3008033" y="2337306"/>
                  <a:pt x="3018335" y="2443217"/>
                  <a:pt x="3025391" y="2548746"/>
                </a:cubicBezTo>
                <a:cubicBezTo>
                  <a:pt x="3034000" y="2676499"/>
                  <a:pt x="3038657" y="2804125"/>
                  <a:pt x="3024544" y="2932131"/>
                </a:cubicBezTo>
                <a:cubicBezTo>
                  <a:pt x="3014384" y="3023183"/>
                  <a:pt x="3023839" y="3114743"/>
                  <a:pt x="3029484" y="3206050"/>
                </a:cubicBezTo>
                <a:cubicBezTo>
                  <a:pt x="3036822" y="3301343"/>
                  <a:pt x="3036822" y="3396994"/>
                  <a:pt x="3029484" y="3492287"/>
                </a:cubicBezTo>
                <a:lnTo>
                  <a:pt x="3026528" y="3584038"/>
                </a:lnTo>
                <a:lnTo>
                  <a:pt x="2536033" y="3578457"/>
                </a:lnTo>
                <a:cubicBezTo>
                  <a:pt x="2378057" y="3583558"/>
                  <a:pt x="2220080" y="3585390"/>
                  <a:pt x="2062105" y="3578457"/>
                </a:cubicBezTo>
                <a:cubicBezTo>
                  <a:pt x="1889685" y="3570479"/>
                  <a:pt x="1717648" y="3579504"/>
                  <a:pt x="1545736" y="3591536"/>
                </a:cubicBezTo>
                <a:cubicBezTo>
                  <a:pt x="1379525" y="3603177"/>
                  <a:pt x="1213695" y="3594544"/>
                  <a:pt x="1047737" y="3582381"/>
                </a:cubicBezTo>
                <a:cubicBezTo>
                  <a:pt x="872873" y="3569328"/>
                  <a:pt x="697288" y="3570585"/>
                  <a:pt x="522627" y="3586174"/>
                </a:cubicBezTo>
                <a:cubicBezTo>
                  <a:pt x="408103" y="3596376"/>
                  <a:pt x="293327" y="3581074"/>
                  <a:pt x="179310" y="3582119"/>
                </a:cubicBezTo>
                <a:lnTo>
                  <a:pt x="12768" y="3583434"/>
                </a:lnTo>
                <a:lnTo>
                  <a:pt x="14927" y="3541208"/>
                </a:lnTo>
                <a:cubicBezTo>
                  <a:pt x="24495" y="3440295"/>
                  <a:pt x="35084" y="3338234"/>
                  <a:pt x="15947" y="3236172"/>
                </a:cubicBezTo>
                <a:cubicBezTo>
                  <a:pt x="7719" y="3188816"/>
                  <a:pt x="7719" y="3140388"/>
                  <a:pt x="15947" y="3093031"/>
                </a:cubicBezTo>
                <a:cubicBezTo>
                  <a:pt x="25898" y="3029243"/>
                  <a:pt x="35339" y="2966092"/>
                  <a:pt x="22581" y="2901666"/>
                </a:cubicBezTo>
                <a:cubicBezTo>
                  <a:pt x="16968" y="2873599"/>
                  <a:pt x="12758" y="2845277"/>
                  <a:pt x="9823" y="2816955"/>
                </a:cubicBezTo>
                <a:cubicBezTo>
                  <a:pt x="3980" y="2744645"/>
                  <a:pt x="6072" y="2671926"/>
                  <a:pt x="16074" y="2600075"/>
                </a:cubicBezTo>
                <a:cubicBezTo>
                  <a:pt x="25643" y="2516640"/>
                  <a:pt x="10079" y="2432694"/>
                  <a:pt x="22836" y="2349514"/>
                </a:cubicBezTo>
                <a:cubicBezTo>
                  <a:pt x="31895" y="2282524"/>
                  <a:pt x="32239" y="2214640"/>
                  <a:pt x="23857" y="2147560"/>
                </a:cubicBezTo>
                <a:cubicBezTo>
                  <a:pt x="8778" y="2020749"/>
                  <a:pt x="9721" y="1892547"/>
                  <a:pt x="26663" y="1765978"/>
                </a:cubicBezTo>
                <a:cubicBezTo>
                  <a:pt x="37125" y="1692111"/>
                  <a:pt x="43121" y="1616076"/>
                  <a:pt x="24367" y="1543612"/>
                </a:cubicBezTo>
                <a:cubicBezTo>
                  <a:pt x="-19775" y="1373297"/>
                  <a:pt x="5996" y="1202727"/>
                  <a:pt x="24367" y="1033305"/>
                </a:cubicBezTo>
                <a:cubicBezTo>
                  <a:pt x="35530" y="942318"/>
                  <a:pt x="35786" y="850322"/>
                  <a:pt x="25133" y="759271"/>
                </a:cubicBezTo>
                <a:cubicBezTo>
                  <a:pt x="6226" y="624792"/>
                  <a:pt x="2577" y="488614"/>
                  <a:pt x="14289" y="353321"/>
                </a:cubicBezTo>
                <a:cubicBezTo>
                  <a:pt x="24877" y="242712"/>
                  <a:pt x="35339" y="131848"/>
                  <a:pt x="22581" y="20346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6" y="429768"/>
            <a:ext cx="3922776" cy="1645920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706624"/>
            <a:ext cx="3931920" cy="338328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3D56BB16-3103-4F61-889C-DDC4E4A678C2}"/>
              </a:ext>
            </a:extLst>
          </p:cNvPr>
          <p:cNvSpPr/>
          <p:nvPr userDrawn="1"/>
        </p:nvSpPr>
        <p:spPr>
          <a:xfrm>
            <a:off x="629328" y="2423160"/>
            <a:ext cx="3877056" cy="27432"/>
          </a:xfrm>
          <a:custGeom>
            <a:avLst/>
            <a:gdLst>
              <a:gd name="csX0" fmla="*/ 0 w 3877056"/>
              <a:gd name="csY0" fmla="*/ 0 h 27432"/>
              <a:gd name="csX1" fmla="*/ 723717 w 3877056"/>
              <a:gd name="csY1" fmla="*/ 0 h 27432"/>
              <a:gd name="csX2" fmla="*/ 1408664 w 3877056"/>
              <a:gd name="csY2" fmla="*/ 0 h 27432"/>
              <a:gd name="csX3" fmla="*/ 2093610 w 3877056"/>
              <a:gd name="csY3" fmla="*/ 0 h 27432"/>
              <a:gd name="csX4" fmla="*/ 2623475 w 3877056"/>
              <a:gd name="csY4" fmla="*/ 0 h 27432"/>
              <a:gd name="csX5" fmla="*/ 3192109 w 3877056"/>
              <a:gd name="csY5" fmla="*/ 0 h 27432"/>
              <a:gd name="csX6" fmla="*/ 3877056 w 3877056"/>
              <a:gd name="csY6" fmla="*/ 0 h 27432"/>
              <a:gd name="csX7" fmla="*/ 3877056 w 3877056"/>
              <a:gd name="csY7" fmla="*/ 27432 h 27432"/>
              <a:gd name="csX8" fmla="*/ 3230880 w 3877056"/>
              <a:gd name="csY8" fmla="*/ 27432 h 27432"/>
              <a:gd name="csX9" fmla="*/ 2701016 w 3877056"/>
              <a:gd name="csY9" fmla="*/ 27432 h 27432"/>
              <a:gd name="csX10" fmla="*/ 2171151 w 3877056"/>
              <a:gd name="csY10" fmla="*/ 27432 h 27432"/>
              <a:gd name="csX11" fmla="*/ 1486205 w 3877056"/>
              <a:gd name="csY11" fmla="*/ 27432 h 27432"/>
              <a:gd name="csX12" fmla="*/ 917570 w 3877056"/>
              <a:gd name="csY12" fmla="*/ 27432 h 27432"/>
              <a:gd name="csX13" fmla="*/ 0 w 3877056"/>
              <a:gd name="csY13" fmla="*/ 27432 h 27432"/>
              <a:gd name="csX14" fmla="*/ 0 w 3877056"/>
              <a:gd name="csY14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877056" h="27432" fill="none" extrusionOk="0">
                <a:moveTo>
                  <a:pt x="0" y="0"/>
                </a:moveTo>
                <a:cubicBezTo>
                  <a:pt x="212376" y="-32836"/>
                  <a:pt x="570944" y="24926"/>
                  <a:pt x="723717" y="0"/>
                </a:cubicBezTo>
                <a:cubicBezTo>
                  <a:pt x="876490" y="-24926"/>
                  <a:pt x="1149502" y="-13047"/>
                  <a:pt x="1408664" y="0"/>
                </a:cubicBezTo>
                <a:cubicBezTo>
                  <a:pt x="1667826" y="13047"/>
                  <a:pt x="1931449" y="-10086"/>
                  <a:pt x="2093610" y="0"/>
                </a:cubicBezTo>
                <a:cubicBezTo>
                  <a:pt x="2255771" y="10086"/>
                  <a:pt x="2364217" y="17704"/>
                  <a:pt x="2623475" y="0"/>
                </a:cubicBezTo>
                <a:cubicBezTo>
                  <a:pt x="2882734" y="-17704"/>
                  <a:pt x="3039913" y="-18191"/>
                  <a:pt x="3192109" y="0"/>
                </a:cubicBezTo>
                <a:cubicBezTo>
                  <a:pt x="3344305" y="18191"/>
                  <a:pt x="3704655" y="9863"/>
                  <a:pt x="3877056" y="0"/>
                </a:cubicBezTo>
                <a:cubicBezTo>
                  <a:pt x="3876099" y="8431"/>
                  <a:pt x="3876707" y="14612"/>
                  <a:pt x="3877056" y="27432"/>
                </a:cubicBezTo>
                <a:cubicBezTo>
                  <a:pt x="3653020" y="26009"/>
                  <a:pt x="3480940" y="44647"/>
                  <a:pt x="3230880" y="27432"/>
                </a:cubicBezTo>
                <a:cubicBezTo>
                  <a:pt x="2980820" y="10217"/>
                  <a:pt x="2872670" y="48866"/>
                  <a:pt x="2701016" y="27432"/>
                </a:cubicBezTo>
                <a:cubicBezTo>
                  <a:pt x="2529362" y="5998"/>
                  <a:pt x="2364157" y="35954"/>
                  <a:pt x="2171151" y="27432"/>
                </a:cubicBezTo>
                <a:cubicBezTo>
                  <a:pt x="1978146" y="18910"/>
                  <a:pt x="1773461" y="38798"/>
                  <a:pt x="1486205" y="27432"/>
                </a:cubicBezTo>
                <a:cubicBezTo>
                  <a:pt x="1198949" y="16066"/>
                  <a:pt x="1139376" y="-574"/>
                  <a:pt x="917570" y="27432"/>
                </a:cubicBezTo>
                <a:cubicBezTo>
                  <a:pt x="695765" y="55438"/>
                  <a:pt x="293344" y="-5450"/>
                  <a:pt x="0" y="27432"/>
                </a:cubicBezTo>
                <a:cubicBezTo>
                  <a:pt x="226" y="18208"/>
                  <a:pt x="-648" y="12891"/>
                  <a:pt x="0" y="0"/>
                </a:cubicBezTo>
                <a:close/>
              </a:path>
              <a:path w="3877056" h="27432" stroke="0" extrusionOk="0">
                <a:moveTo>
                  <a:pt x="0" y="0"/>
                </a:moveTo>
                <a:cubicBezTo>
                  <a:pt x="192669" y="-10137"/>
                  <a:pt x="331692" y="-29256"/>
                  <a:pt x="607405" y="0"/>
                </a:cubicBezTo>
                <a:cubicBezTo>
                  <a:pt x="883118" y="29256"/>
                  <a:pt x="907253" y="-6037"/>
                  <a:pt x="1137270" y="0"/>
                </a:cubicBezTo>
                <a:cubicBezTo>
                  <a:pt x="1367288" y="6037"/>
                  <a:pt x="1546023" y="-32212"/>
                  <a:pt x="1860987" y="0"/>
                </a:cubicBezTo>
                <a:cubicBezTo>
                  <a:pt x="2175951" y="32212"/>
                  <a:pt x="2298836" y="29855"/>
                  <a:pt x="2468392" y="0"/>
                </a:cubicBezTo>
                <a:cubicBezTo>
                  <a:pt x="2637949" y="-29855"/>
                  <a:pt x="2790821" y="13504"/>
                  <a:pt x="3075798" y="0"/>
                </a:cubicBezTo>
                <a:cubicBezTo>
                  <a:pt x="3360775" y="-13504"/>
                  <a:pt x="3584812" y="38899"/>
                  <a:pt x="3877056" y="0"/>
                </a:cubicBezTo>
                <a:cubicBezTo>
                  <a:pt x="3875701" y="9524"/>
                  <a:pt x="3875854" y="13975"/>
                  <a:pt x="3877056" y="27432"/>
                </a:cubicBezTo>
                <a:cubicBezTo>
                  <a:pt x="3651600" y="-703"/>
                  <a:pt x="3532844" y="44229"/>
                  <a:pt x="3230880" y="27432"/>
                </a:cubicBezTo>
                <a:cubicBezTo>
                  <a:pt x="2928916" y="10635"/>
                  <a:pt x="2860399" y="20237"/>
                  <a:pt x="2701016" y="27432"/>
                </a:cubicBezTo>
                <a:cubicBezTo>
                  <a:pt x="2541633" y="34627"/>
                  <a:pt x="2238516" y="40277"/>
                  <a:pt x="2054840" y="27432"/>
                </a:cubicBezTo>
                <a:cubicBezTo>
                  <a:pt x="1871164" y="14587"/>
                  <a:pt x="1583795" y="3252"/>
                  <a:pt x="1408664" y="27432"/>
                </a:cubicBezTo>
                <a:cubicBezTo>
                  <a:pt x="1233533" y="51612"/>
                  <a:pt x="956608" y="20984"/>
                  <a:pt x="801258" y="27432"/>
                </a:cubicBezTo>
                <a:cubicBezTo>
                  <a:pt x="645908" y="33880"/>
                  <a:pt x="165566" y="12646"/>
                  <a:pt x="0" y="27432"/>
                </a:cubicBezTo>
                <a:cubicBezTo>
                  <a:pt x="-800" y="16780"/>
                  <a:pt x="-583" y="1291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9366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 descr="Tag=AccentColor&#10;Flavor=Light&#10;Target=Fill">
            <a:extLst>
              <a:ext uri="{FF2B5EF4-FFF2-40B4-BE49-F238E27FC236}">
                <a16:creationId xmlns:a16="http://schemas.microsoft.com/office/drawing/2014/main" id="{6E9FA88B-AFEE-4852-B85E-7E7C8AF78BFF}"/>
              </a:ext>
            </a:extLst>
          </p:cNvPr>
          <p:cNvSpPr/>
          <p:nvPr userDrawn="1"/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1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02336"/>
            <a:ext cx="10515600" cy="1344168"/>
          </a:xfrm>
        </p:spPr>
        <p:txBody>
          <a:bodyPr/>
          <a:lstStyle>
            <a:lvl1pPr algn="ctr"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308AE94-7094-4D70-9812-D22ECD79C7D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706356" y="3511296"/>
            <a:ext cx="731520" cy="73152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B505429-1B51-4AA8-8307-05F6447493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28716" y="3511296"/>
            <a:ext cx="731520" cy="73152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3F3360D-2801-410A-A4E5-7AE529A3E3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51076" y="3511296"/>
            <a:ext cx="731520" cy="73152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3" name="Text Placeholder 32">
            <a:extLst>
              <a:ext uri="{FF2B5EF4-FFF2-40B4-BE49-F238E27FC236}">
                <a16:creationId xmlns:a16="http://schemas.microsoft.com/office/drawing/2014/main" id="{B745A5D6-A4E0-4308-9600-DE5E195729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216" y="4315968"/>
            <a:ext cx="3063240" cy="54864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4" name="Text Placeholder 32">
            <a:extLst>
              <a:ext uri="{FF2B5EF4-FFF2-40B4-BE49-F238E27FC236}">
                <a16:creationId xmlns:a16="http://schemas.microsoft.com/office/drawing/2014/main" id="{C3466BB8-D955-4280-BA4D-66F3DC0341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62856" y="4315968"/>
            <a:ext cx="3063240" cy="548640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5" name="Text Placeholder 32">
            <a:extLst>
              <a:ext uri="{FF2B5EF4-FFF2-40B4-BE49-F238E27FC236}">
                <a16:creationId xmlns:a16="http://schemas.microsoft.com/office/drawing/2014/main" id="{F829B8DE-3184-4E0A-AAD4-8F27B55DA9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40496" y="4315968"/>
            <a:ext cx="3063240" cy="548640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Website</a:t>
            </a:r>
          </a:p>
        </p:txBody>
      </p:sp>
    </p:spTree>
    <p:extLst>
      <p:ext uri="{BB962C8B-B14F-4D97-AF65-F5344CB8AC3E}">
        <p14:creationId xmlns:p14="http://schemas.microsoft.com/office/powerpoint/2010/main" val="24803387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186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142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312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883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44" r:id="rId5"/>
    <p:sldLayoutId id="2147483751" r:id="rId6"/>
    <p:sldLayoutId id="2147483752" r:id="rId7"/>
    <p:sldLayoutId id="2147483753" r:id="rId8"/>
    <p:sldLayoutId id="2147483724" r:id="rId9"/>
    <p:sldLayoutId id="2147483737" r:id="rId10"/>
    <p:sldLayoutId id="2147483755" r:id="rId11"/>
    <p:sldLayoutId id="2147483754" r:id="rId12"/>
    <p:sldLayoutId id="2147483756" r:id="rId13"/>
    <p:sldLayoutId id="2147483739" r:id="rId14"/>
    <p:sldLayoutId id="2147483740" r:id="rId15"/>
    <p:sldLayoutId id="2147483741" r:id="rId16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7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1B3DD-35BD-42F7-9AD7-7F3402B262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7200" dirty="0"/>
              <a:t>Chatbot-Ovi I </a:t>
            </a:r>
            <a:r>
              <a:rPr lang="en-US" sz="7200" dirty="0" err="1"/>
              <a:t>pandemija</a:t>
            </a:r>
            <a:r>
              <a:rPr lang="en-US" sz="7200" dirty="0"/>
              <a:t> </a:t>
            </a:r>
            <a:r>
              <a:rPr lang="en-US" sz="7200" dirty="0" err="1"/>
              <a:t>usamljnosti</a:t>
            </a:r>
            <a:endParaRPr lang="en-US" sz="72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5A2D86-784C-417D-9AD4-AF18311FBC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b="1" dirty="0">
                <a:latin typeface="Comic Sans MS"/>
              </a:rPr>
              <a:t>Tea </a:t>
            </a:r>
            <a:r>
              <a:rPr lang="en-US" b="1">
                <a:latin typeface="Comic Sans MS"/>
              </a:rPr>
              <a:t>Pavlović</a:t>
            </a:r>
          </a:p>
          <a:p>
            <a:r>
              <a:rPr lang="en-US" b="1">
                <a:latin typeface="Comic Sans MS"/>
                <a:ea typeface="Cambria"/>
                <a:cs typeface="Gautami"/>
              </a:rPr>
              <a:t>299/2021</a:t>
            </a:r>
            <a:endParaRPr lang="en-US" b="1" dirty="0">
              <a:latin typeface="Comic Sans MS"/>
              <a:ea typeface="Cambria"/>
              <a:cs typeface="Gautami"/>
            </a:endParaRPr>
          </a:p>
        </p:txBody>
      </p:sp>
    </p:spTree>
    <p:extLst>
      <p:ext uri="{BB962C8B-B14F-4D97-AF65-F5344CB8AC3E}">
        <p14:creationId xmlns:p14="http://schemas.microsoft.com/office/powerpoint/2010/main" val="3865773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E8896-AA49-4FBF-8BB1-9480E622D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Pojmovi</a:t>
            </a:r>
            <a:r>
              <a:rPr lang="en-US" dirty="0"/>
              <a:t> chatbot </a:t>
            </a:r>
            <a:r>
              <a:rPr lang="en-US" dirty="0" err="1"/>
              <a:t>i</a:t>
            </a:r>
            <a:r>
              <a:rPr lang="en-US" dirty="0"/>
              <a:t> </a:t>
            </a:r>
            <a:r>
              <a:rPr lang="en-US" dirty="0" err="1"/>
              <a:t>usamljenost</a:t>
            </a:r>
            <a:endParaRPr lang="en-US" err="1"/>
          </a:p>
          <a:p>
            <a:r>
              <a:rPr lang="en-US" dirty="0"/>
              <a:t>Replika </a:t>
            </a:r>
            <a:r>
              <a:rPr lang="en-US" dirty="0" err="1"/>
              <a:t>kao</a:t>
            </a:r>
            <a:r>
              <a:rPr lang="en-US" dirty="0"/>
              <a:t> primer AI </a:t>
            </a:r>
            <a:r>
              <a:rPr lang="en-US" dirty="0" err="1"/>
              <a:t>saputnika</a:t>
            </a:r>
            <a:endParaRPr lang="en-US" dirty="0"/>
          </a:p>
          <a:p>
            <a:r>
              <a:rPr lang="en-US" dirty="0"/>
              <a:t>Chatbot-</a:t>
            </a:r>
            <a:r>
              <a:rPr lang="en-US" dirty="0" err="1"/>
              <a:t>ovi</a:t>
            </a:r>
            <a:r>
              <a:rPr lang="en-US" dirty="0"/>
              <a:t> za </a:t>
            </a:r>
            <a:r>
              <a:rPr lang="en-US" dirty="0" err="1"/>
              <a:t>mentalno</a:t>
            </a:r>
            <a:r>
              <a:rPr lang="en-US" dirty="0"/>
              <a:t> </a:t>
            </a:r>
            <a:r>
              <a:rPr lang="en-US" dirty="0" err="1"/>
              <a:t>zdravlje</a:t>
            </a:r>
            <a:endParaRPr lang="en-US" dirty="0"/>
          </a:p>
          <a:p>
            <a:r>
              <a:rPr lang="en-US" dirty="0" err="1"/>
              <a:t>Woebot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primer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C8496-0D63-4559-BFA5-683F57801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Picture 6" descr="A hand holding a phone with a chatbot&#10;&#10;AI-generated content may be incorrect.">
            <a:extLst>
              <a:ext uri="{FF2B5EF4-FFF2-40B4-BE49-F238E27FC236}">
                <a16:creationId xmlns:a16="http://schemas.microsoft.com/office/drawing/2014/main" id="{939EC5DB-524B-DDD8-3871-29C618F72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65" y="1848971"/>
            <a:ext cx="5289177" cy="345141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42842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8C0DDC-D116-43DA-B0B5-A6A82668A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Uvod</a:t>
            </a:r>
          </a:p>
        </p:txBody>
      </p:sp>
      <p:pic>
        <p:nvPicPr>
          <p:cNvPr id="8" name="Picture Placeholder 7" descr="A group of people holding phones&#10;&#10;AI-generated content may be incorrect.">
            <a:extLst>
              <a:ext uri="{FF2B5EF4-FFF2-40B4-BE49-F238E27FC236}">
                <a16:creationId xmlns:a16="http://schemas.microsoft.com/office/drawing/2014/main" id="{F602090C-4003-4A9A-8F17-0FDDFD83F82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/>
          <a:srcRect/>
          <a:stretch/>
        </p:blipFill>
        <p:spPr>
          <a:xfrm>
            <a:off x="0" y="6776"/>
            <a:ext cx="4041336" cy="4077238"/>
          </a:xfrm>
        </p:spPr>
      </p:pic>
      <p:pic>
        <p:nvPicPr>
          <p:cNvPr id="10" name="Picture Placeholder 9" descr="A group of people wearing face masks&#10;&#10;AI-generated content may be incorrect.">
            <a:extLst>
              <a:ext uri="{FF2B5EF4-FFF2-40B4-BE49-F238E27FC236}">
                <a16:creationId xmlns:a16="http://schemas.microsoft.com/office/drawing/2014/main" id="{BD99CA7F-8B87-4431-852C-815754D1C5A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/>
          <a:stretch/>
        </p:blipFill>
        <p:spPr>
          <a:xfrm>
            <a:off x="2" y="4340265"/>
            <a:ext cx="4038599" cy="2508548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430F02-9645-4F56-99F7-1DC2F76FF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 sz="2000" dirty="0">
                <a:latin typeface="Comic Sans MS"/>
                <a:ea typeface="+mn-lt"/>
                <a:cs typeface="+mn-lt"/>
              </a:rPr>
              <a:t>COVID-19 </a:t>
            </a:r>
            <a:r>
              <a:rPr lang="en-US" sz="2000" dirty="0" err="1">
                <a:latin typeface="Comic Sans MS"/>
                <a:ea typeface="+mn-lt"/>
                <a:cs typeface="+mn-lt"/>
              </a:rPr>
              <a:t>pandemija</a:t>
            </a:r>
            <a:r>
              <a:rPr lang="en-US" sz="2000" dirty="0">
                <a:latin typeface="Comic Sans MS"/>
                <a:ea typeface="+mn-lt"/>
                <a:cs typeface="+mn-lt"/>
              </a:rPr>
              <a:t> </a:t>
            </a:r>
            <a:r>
              <a:rPr lang="en-US" sz="2000" dirty="0" err="1">
                <a:latin typeface="Comic Sans MS"/>
                <a:ea typeface="+mn-lt"/>
                <a:cs typeface="+mn-lt"/>
              </a:rPr>
              <a:t>predstavlja</a:t>
            </a:r>
            <a:r>
              <a:rPr lang="en-US" sz="2000" dirty="0">
                <a:latin typeface="Comic Sans MS"/>
                <a:ea typeface="+mn-lt"/>
                <a:cs typeface="+mn-lt"/>
              </a:rPr>
              <a:t> </a:t>
            </a:r>
            <a:r>
              <a:rPr lang="en-US" sz="2000" dirty="0" err="1">
                <a:latin typeface="Comic Sans MS"/>
                <a:ea typeface="+mn-lt"/>
                <a:cs typeface="+mn-lt"/>
              </a:rPr>
              <a:t>prekretnicu</a:t>
            </a:r>
            <a:r>
              <a:rPr lang="en-US" sz="2000" dirty="0">
                <a:latin typeface="Comic Sans MS"/>
                <a:ea typeface="+mn-lt"/>
                <a:cs typeface="+mn-lt"/>
              </a:rPr>
              <a:t> u </a:t>
            </a:r>
            <a:r>
              <a:rPr lang="en-US" sz="2000" dirty="0" err="1">
                <a:latin typeface="Comic Sans MS"/>
                <a:ea typeface="+mn-lt"/>
                <a:cs typeface="+mn-lt"/>
              </a:rPr>
              <a:t>korišćenju</a:t>
            </a:r>
            <a:r>
              <a:rPr lang="en-US" sz="2000" dirty="0">
                <a:latin typeface="Comic Sans MS"/>
                <a:ea typeface="+mn-lt"/>
                <a:cs typeface="+mn-lt"/>
              </a:rPr>
              <a:t> </a:t>
            </a:r>
            <a:r>
              <a:rPr lang="en-US" sz="2000" dirty="0" err="1">
                <a:latin typeface="Comic Sans MS"/>
                <a:ea typeface="+mn-lt"/>
                <a:cs typeface="+mn-lt"/>
              </a:rPr>
              <a:t>interneta</a:t>
            </a:r>
            <a:r>
              <a:rPr lang="en-US" sz="2000" dirty="0">
                <a:latin typeface="Comic Sans MS"/>
                <a:ea typeface="+mn-lt"/>
                <a:cs typeface="+mn-lt"/>
              </a:rPr>
              <a:t> </a:t>
            </a:r>
            <a:r>
              <a:rPr lang="en-US" sz="2000" dirty="0" err="1">
                <a:latin typeface="Comic Sans MS"/>
                <a:ea typeface="+mn-lt"/>
                <a:cs typeface="+mn-lt"/>
              </a:rPr>
              <a:t>i</a:t>
            </a:r>
            <a:r>
              <a:rPr lang="en-US" sz="2000" dirty="0">
                <a:latin typeface="Comic Sans MS"/>
                <a:ea typeface="+mn-lt"/>
                <a:cs typeface="+mn-lt"/>
              </a:rPr>
              <a:t> </a:t>
            </a:r>
            <a:r>
              <a:rPr lang="en-US" sz="2000" dirty="0" err="1">
                <a:latin typeface="Comic Sans MS"/>
                <a:ea typeface="+mn-lt"/>
                <a:cs typeface="+mn-lt"/>
              </a:rPr>
              <a:t>društvenih</a:t>
            </a:r>
            <a:r>
              <a:rPr lang="en-US" sz="2000" dirty="0">
                <a:latin typeface="Comic Sans MS"/>
                <a:ea typeface="+mn-lt"/>
                <a:cs typeface="+mn-lt"/>
              </a:rPr>
              <a:t> </a:t>
            </a:r>
            <a:r>
              <a:rPr lang="en-US" sz="2000" dirty="0" err="1">
                <a:latin typeface="Comic Sans MS"/>
                <a:ea typeface="+mn-lt"/>
                <a:cs typeface="+mn-lt"/>
              </a:rPr>
              <a:t>mreža</a:t>
            </a:r>
            <a:endParaRPr lang="en-US" sz="2000" dirty="0">
              <a:latin typeface="Comic Sans MS"/>
              <a:ea typeface="+mn-lt"/>
              <a:cs typeface="+mn-lt"/>
            </a:endParaRPr>
          </a:p>
          <a:p>
            <a:pPr marL="342900" indent="-342900">
              <a:buChar char="•"/>
            </a:pPr>
            <a:r>
              <a:rPr lang="en-US" sz="2000" dirty="0">
                <a:latin typeface="Comic Sans MS"/>
                <a:ea typeface="+mn-lt"/>
                <a:cs typeface="+mn-lt"/>
              </a:rPr>
              <a:t>Chatbot je program </a:t>
            </a:r>
            <a:r>
              <a:rPr lang="en-US" sz="2000" dirty="0" err="1">
                <a:latin typeface="Comic Sans MS"/>
                <a:ea typeface="+mn-lt"/>
                <a:cs typeface="+mn-lt"/>
              </a:rPr>
              <a:t>namenjen</a:t>
            </a:r>
            <a:r>
              <a:rPr lang="en-US" sz="2000" dirty="0">
                <a:latin typeface="Comic Sans MS"/>
                <a:ea typeface="+mn-lt"/>
                <a:cs typeface="+mn-lt"/>
              </a:rPr>
              <a:t> za </a:t>
            </a:r>
            <a:r>
              <a:rPr lang="en-US" sz="2000" dirty="0" err="1">
                <a:latin typeface="Comic Sans MS"/>
                <a:ea typeface="+mn-lt"/>
                <a:cs typeface="+mn-lt"/>
              </a:rPr>
              <a:t>interakciju</a:t>
            </a:r>
            <a:r>
              <a:rPr lang="en-US" sz="2000" dirty="0">
                <a:latin typeface="Comic Sans MS"/>
                <a:ea typeface="+mn-lt"/>
                <a:cs typeface="+mn-lt"/>
              </a:rPr>
              <a:t> </a:t>
            </a:r>
            <a:r>
              <a:rPr lang="en-US" sz="2000" dirty="0" err="1">
                <a:latin typeface="Comic Sans MS"/>
                <a:ea typeface="+mn-lt"/>
                <a:cs typeface="+mn-lt"/>
              </a:rPr>
              <a:t>putem</a:t>
            </a:r>
            <a:r>
              <a:rPr lang="en-US" sz="2000" dirty="0">
                <a:latin typeface="Comic Sans MS"/>
                <a:ea typeface="+mn-lt"/>
                <a:cs typeface="+mn-lt"/>
              </a:rPr>
              <a:t> </a:t>
            </a:r>
            <a:r>
              <a:rPr lang="en-US" sz="2000" dirty="0" err="1">
                <a:latin typeface="Comic Sans MS"/>
                <a:ea typeface="+mn-lt"/>
                <a:cs typeface="+mn-lt"/>
              </a:rPr>
              <a:t>poruka</a:t>
            </a:r>
            <a:r>
              <a:rPr lang="en-US" sz="2000" dirty="0">
                <a:latin typeface="Comic Sans MS"/>
                <a:ea typeface="+mn-lt"/>
                <a:cs typeface="+mn-lt"/>
              </a:rPr>
              <a:t> </a:t>
            </a:r>
            <a:r>
              <a:rPr lang="en-US" sz="2000" dirty="0" err="1">
                <a:latin typeface="Comic Sans MS"/>
                <a:ea typeface="+mn-lt"/>
                <a:cs typeface="+mn-lt"/>
              </a:rPr>
              <a:t>ili</a:t>
            </a:r>
            <a:r>
              <a:rPr lang="en-US" sz="2000" dirty="0">
                <a:latin typeface="Comic Sans MS"/>
                <a:ea typeface="+mn-lt"/>
                <a:cs typeface="+mn-lt"/>
              </a:rPr>
              <a:t> </a:t>
            </a:r>
            <a:r>
              <a:rPr lang="en-US" sz="2000" dirty="0" err="1">
                <a:latin typeface="Comic Sans MS"/>
                <a:ea typeface="+mn-lt"/>
                <a:cs typeface="+mn-lt"/>
              </a:rPr>
              <a:t>razgovora</a:t>
            </a:r>
            <a:r>
              <a:rPr lang="en-US" sz="2000" dirty="0">
                <a:latin typeface="Comic Sans MS"/>
                <a:ea typeface="+mn-lt"/>
                <a:cs typeface="+mn-lt"/>
              </a:rPr>
              <a:t> </a:t>
            </a:r>
            <a:r>
              <a:rPr lang="en-US" sz="2000" dirty="0" err="1">
                <a:latin typeface="Comic Sans MS"/>
                <a:ea typeface="+mn-lt"/>
                <a:cs typeface="+mn-lt"/>
              </a:rPr>
              <a:t>oponašajući</a:t>
            </a:r>
            <a:r>
              <a:rPr lang="en-US" sz="2000" dirty="0">
                <a:latin typeface="Comic Sans MS"/>
                <a:ea typeface="+mn-lt"/>
                <a:cs typeface="+mn-lt"/>
              </a:rPr>
              <a:t> </a:t>
            </a:r>
            <a:r>
              <a:rPr lang="en-US" sz="2000" dirty="0" err="1">
                <a:latin typeface="Comic Sans MS"/>
                <a:ea typeface="+mn-lt"/>
                <a:cs typeface="+mn-lt"/>
              </a:rPr>
              <a:t>ljudski</a:t>
            </a:r>
            <a:r>
              <a:rPr lang="en-US" sz="2000" dirty="0">
                <a:latin typeface="Comic Sans MS"/>
                <a:ea typeface="+mn-lt"/>
                <a:cs typeface="+mn-lt"/>
              </a:rPr>
              <a:t> model </a:t>
            </a:r>
            <a:r>
              <a:rPr lang="en-US" sz="2000" dirty="0" err="1">
                <a:latin typeface="Comic Sans MS"/>
                <a:ea typeface="+mn-lt"/>
                <a:cs typeface="+mn-lt"/>
              </a:rPr>
              <a:t>ponašanja</a:t>
            </a:r>
            <a:r>
              <a:rPr lang="en-US" sz="2000" dirty="0">
                <a:latin typeface="Comic Sans MS"/>
                <a:ea typeface="+mn-lt"/>
                <a:cs typeface="+mn-lt"/>
              </a:rPr>
              <a:t> </a:t>
            </a:r>
            <a:r>
              <a:rPr lang="en-US" sz="2000" dirty="0" err="1">
                <a:latin typeface="Comic Sans MS"/>
                <a:ea typeface="+mn-lt"/>
                <a:cs typeface="+mn-lt"/>
              </a:rPr>
              <a:t>i</a:t>
            </a:r>
            <a:r>
              <a:rPr lang="en-US" sz="2000" dirty="0">
                <a:latin typeface="Comic Sans MS"/>
                <a:ea typeface="+mn-lt"/>
                <a:cs typeface="+mn-lt"/>
              </a:rPr>
              <a:t> </a:t>
            </a:r>
            <a:r>
              <a:rPr lang="en-US" sz="2000" dirty="0" err="1">
                <a:latin typeface="Comic Sans MS"/>
                <a:ea typeface="+mn-lt"/>
                <a:cs typeface="+mn-lt"/>
              </a:rPr>
              <a:t>komunikacije</a:t>
            </a:r>
            <a:r>
              <a:rPr lang="en-US" sz="2000" dirty="0">
                <a:latin typeface="Comic Sans MS"/>
                <a:ea typeface="+mn-lt"/>
                <a:cs typeface="+mn-lt"/>
              </a:rPr>
              <a:t>.</a:t>
            </a:r>
          </a:p>
          <a:p>
            <a:pPr marL="342900" indent="-342900">
              <a:buChar char="•"/>
            </a:pPr>
            <a:r>
              <a:rPr lang="en-US" sz="2000" dirty="0" err="1">
                <a:latin typeface="Comic Sans MS"/>
                <a:ea typeface="+mn-lt"/>
                <a:cs typeface="+mn-lt"/>
              </a:rPr>
              <a:t>Usamljenost</a:t>
            </a:r>
            <a:r>
              <a:rPr lang="en-US" sz="2000" dirty="0">
                <a:latin typeface="Comic Sans MS"/>
                <a:ea typeface="+mn-lt"/>
                <a:cs typeface="+mn-lt"/>
              </a:rPr>
              <a:t> je </a:t>
            </a:r>
            <a:r>
              <a:rPr lang="en-US" sz="2000" dirty="0" err="1">
                <a:latin typeface="Comic Sans MS"/>
                <a:ea typeface="+mn-lt"/>
                <a:cs typeface="+mn-lt"/>
              </a:rPr>
              <a:t>neprijatna</a:t>
            </a:r>
            <a:r>
              <a:rPr lang="en-US" sz="2000" dirty="0">
                <a:latin typeface="Comic Sans MS"/>
                <a:ea typeface="+mn-lt"/>
                <a:cs typeface="+mn-lt"/>
              </a:rPr>
              <a:t> </a:t>
            </a:r>
            <a:r>
              <a:rPr lang="en-US" sz="2000" dirty="0" err="1">
                <a:latin typeface="Comic Sans MS"/>
                <a:ea typeface="+mn-lt"/>
                <a:cs typeface="+mn-lt"/>
              </a:rPr>
              <a:t>emotivna</a:t>
            </a:r>
            <a:r>
              <a:rPr lang="en-US" sz="2000" dirty="0">
                <a:latin typeface="Comic Sans MS"/>
                <a:ea typeface="+mn-lt"/>
                <a:cs typeface="+mn-lt"/>
              </a:rPr>
              <a:t> </a:t>
            </a:r>
            <a:r>
              <a:rPr lang="en-US" sz="2000" dirty="0" err="1">
                <a:latin typeface="Comic Sans MS"/>
                <a:ea typeface="+mn-lt"/>
                <a:cs typeface="+mn-lt"/>
              </a:rPr>
              <a:t>reakcija</a:t>
            </a:r>
            <a:r>
              <a:rPr lang="en-US" sz="2000" dirty="0">
                <a:latin typeface="Comic Sans MS"/>
                <a:ea typeface="+mn-lt"/>
                <a:cs typeface="+mn-lt"/>
              </a:rPr>
              <a:t> </a:t>
            </a:r>
            <a:r>
              <a:rPr lang="en-US" sz="2000" dirty="0" err="1">
                <a:latin typeface="Comic Sans MS"/>
                <a:ea typeface="+mn-lt"/>
                <a:cs typeface="+mn-lt"/>
              </a:rPr>
              <a:t>uzrokovana</a:t>
            </a:r>
            <a:r>
              <a:rPr lang="en-US" sz="2000" dirty="0">
                <a:latin typeface="Comic Sans MS"/>
                <a:ea typeface="+mn-lt"/>
                <a:cs typeface="+mn-lt"/>
              </a:rPr>
              <a:t> </a:t>
            </a:r>
            <a:r>
              <a:rPr lang="en-US" sz="2000" dirty="0" err="1">
                <a:latin typeface="Comic Sans MS"/>
                <a:ea typeface="+mn-lt"/>
                <a:cs typeface="+mn-lt"/>
              </a:rPr>
              <a:t>manjkom</a:t>
            </a:r>
            <a:r>
              <a:rPr lang="en-US" sz="2000" dirty="0">
                <a:latin typeface="Comic Sans MS"/>
                <a:ea typeface="+mn-lt"/>
                <a:cs typeface="+mn-lt"/>
              </a:rPr>
              <a:t> </a:t>
            </a:r>
            <a:r>
              <a:rPr lang="en-US" sz="2000" dirty="0" err="1">
                <a:latin typeface="Comic Sans MS"/>
                <a:ea typeface="+mn-lt"/>
                <a:cs typeface="+mn-lt"/>
              </a:rPr>
              <a:t>značajne</a:t>
            </a:r>
            <a:r>
              <a:rPr lang="en-US" sz="2000" dirty="0">
                <a:latin typeface="Comic Sans MS"/>
                <a:ea typeface="+mn-lt"/>
                <a:cs typeface="+mn-lt"/>
              </a:rPr>
              <a:t> </a:t>
            </a:r>
            <a:r>
              <a:rPr lang="en-US" sz="2000" dirty="0" err="1">
                <a:latin typeface="Comic Sans MS"/>
                <a:ea typeface="+mn-lt"/>
                <a:cs typeface="+mn-lt"/>
              </a:rPr>
              <a:t>interakcije</a:t>
            </a:r>
            <a:r>
              <a:rPr lang="en-US" sz="2000" dirty="0">
                <a:latin typeface="Comic Sans MS"/>
                <a:ea typeface="+mn-lt"/>
                <a:cs typeface="+mn-lt"/>
              </a:rPr>
              <a:t> </a:t>
            </a:r>
            <a:r>
              <a:rPr lang="en-US" sz="2000" dirty="0" err="1">
                <a:latin typeface="Comic Sans MS"/>
                <a:ea typeface="+mn-lt"/>
                <a:cs typeface="+mn-lt"/>
              </a:rPr>
              <a:t>sa</a:t>
            </a:r>
            <a:r>
              <a:rPr lang="en-US" sz="2000" dirty="0">
                <a:latin typeface="Comic Sans MS"/>
                <a:ea typeface="+mn-lt"/>
                <a:cs typeface="+mn-lt"/>
              </a:rPr>
              <a:t> </a:t>
            </a:r>
            <a:r>
              <a:rPr lang="en-US" sz="2000" dirty="0" err="1">
                <a:latin typeface="Comic Sans MS"/>
                <a:ea typeface="+mn-lt"/>
                <a:cs typeface="+mn-lt"/>
              </a:rPr>
              <a:t>drugim</a:t>
            </a:r>
            <a:r>
              <a:rPr lang="en-US" sz="2000" dirty="0">
                <a:latin typeface="Comic Sans MS"/>
                <a:ea typeface="+mn-lt"/>
                <a:cs typeface="+mn-lt"/>
              </a:rPr>
              <a:t> </a:t>
            </a:r>
            <a:r>
              <a:rPr lang="en-US" sz="2000" dirty="0" err="1">
                <a:latin typeface="Comic Sans MS"/>
                <a:ea typeface="+mn-lt"/>
                <a:cs typeface="+mn-lt"/>
              </a:rPr>
              <a:t>ljudima</a:t>
            </a:r>
            <a:r>
              <a:rPr lang="en-US" sz="2000" dirty="0">
                <a:latin typeface="Comic Sans MS"/>
                <a:ea typeface="+mn-lt"/>
                <a:cs typeface="+mn-lt"/>
              </a:rPr>
              <a:t>.</a:t>
            </a:r>
            <a:endParaRPr lang="en-US">
              <a:latin typeface="Comic Sans M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1B180-F4BB-46B9-937E-3469FC681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373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CDAAEC-1AC2-8AB7-A90E-946B3723D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BDD1931-9E86-4402-9A68-33A2D9EF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ACE72D3-C574-D44C-B6EB-B480191A3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6600"/>
              <a:t>Replika</a:t>
            </a: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093" y="2563839"/>
            <a:ext cx="3931920" cy="27432"/>
          </a:xfrm>
          <a:custGeom>
            <a:avLst/>
            <a:gdLst>
              <a:gd name="csX0" fmla="*/ 0 w 3931920"/>
              <a:gd name="csY0" fmla="*/ 0 h 27432"/>
              <a:gd name="csX1" fmla="*/ 733958 w 3931920"/>
              <a:gd name="csY1" fmla="*/ 0 h 27432"/>
              <a:gd name="csX2" fmla="*/ 1428598 w 3931920"/>
              <a:gd name="csY2" fmla="*/ 0 h 27432"/>
              <a:gd name="csX3" fmla="*/ 2123237 w 3931920"/>
              <a:gd name="csY3" fmla="*/ 0 h 27432"/>
              <a:gd name="csX4" fmla="*/ 2660599 w 3931920"/>
              <a:gd name="csY4" fmla="*/ 0 h 27432"/>
              <a:gd name="csX5" fmla="*/ 3237281 w 3931920"/>
              <a:gd name="csY5" fmla="*/ 0 h 27432"/>
              <a:gd name="csX6" fmla="*/ 3931920 w 3931920"/>
              <a:gd name="csY6" fmla="*/ 0 h 27432"/>
              <a:gd name="csX7" fmla="*/ 3931920 w 3931920"/>
              <a:gd name="csY7" fmla="*/ 27432 h 27432"/>
              <a:gd name="csX8" fmla="*/ 3276600 w 3931920"/>
              <a:gd name="csY8" fmla="*/ 27432 h 27432"/>
              <a:gd name="csX9" fmla="*/ 2739238 w 3931920"/>
              <a:gd name="csY9" fmla="*/ 27432 h 27432"/>
              <a:gd name="csX10" fmla="*/ 2201875 w 3931920"/>
              <a:gd name="csY10" fmla="*/ 27432 h 27432"/>
              <a:gd name="csX11" fmla="*/ 1507236 w 3931920"/>
              <a:gd name="csY11" fmla="*/ 27432 h 27432"/>
              <a:gd name="csX12" fmla="*/ 930554 w 3931920"/>
              <a:gd name="csY12" fmla="*/ 27432 h 27432"/>
              <a:gd name="csX13" fmla="*/ 0 w 3931920"/>
              <a:gd name="csY13" fmla="*/ 27432 h 27432"/>
              <a:gd name="csX14" fmla="*/ 0 w 3931920"/>
              <a:gd name="csY14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931920" h="27432" fill="none" extrusionOk="0">
                <a:moveTo>
                  <a:pt x="0" y="0"/>
                </a:moveTo>
                <a:cubicBezTo>
                  <a:pt x="245351" y="16874"/>
                  <a:pt x="509174" y="13736"/>
                  <a:pt x="733958" y="0"/>
                </a:cubicBezTo>
                <a:cubicBezTo>
                  <a:pt x="958742" y="-13736"/>
                  <a:pt x="1245406" y="-17215"/>
                  <a:pt x="1428598" y="0"/>
                </a:cubicBezTo>
                <a:cubicBezTo>
                  <a:pt x="1611790" y="17215"/>
                  <a:pt x="1930525" y="20562"/>
                  <a:pt x="2123237" y="0"/>
                </a:cubicBezTo>
                <a:cubicBezTo>
                  <a:pt x="2315949" y="-20562"/>
                  <a:pt x="2485508" y="11332"/>
                  <a:pt x="2660599" y="0"/>
                </a:cubicBezTo>
                <a:cubicBezTo>
                  <a:pt x="2835690" y="-11332"/>
                  <a:pt x="3075198" y="-14809"/>
                  <a:pt x="3237281" y="0"/>
                </a:cubicBezTo>
                <a:cubicBezTo>
                  <a:pt x="3399364" y="14809"/>
                  <a:pt x="3745084" y="-4992"/>
                  <a:pt x="3931920" y="0"/>
                </a:cubicBezTo>
                <a:cubicBezTo>
                  <a:pt x="3930963" y="8431"/>
                  <a:pt x="3931571" y="14612"/>
                  <a:pt x="3931920" y="27432"/>
                </a:cubicBezTo>
                <a:cubicBezTo>
                  <a:pt x="3765435" y="40792"/>
                  <a:pt x="3452398" y="38703"/>
                  <a:pt x="3276600" y="27432"/>
                </a:cubicBezTo>
                <a:cubicBezTo>
                  <a:pt x="3100802" y="16161"/>
                  <a:pt x="2914889" y="26998"/>
                  <a:pt x="2739238" y="27432"/>
                </a:cubicBezTo>
                <a:cubicBezTo>
                  <a:pt x="2563587" y="27866"/>
                  <a:pt x="2395484" y="39154"/>
                  <a:pt x="2201875" y="27432"/>
                </a:cubicBezTo>
                <a:cubicBezTo>
                  <a:pt x="2008266" y="15710"/>
                  <a:pt x="1781367" y="4899"/>
                  <a:pt x="1507236" y="27432"/>
                </a:cubicBezTo>
                <a:cubicBezTo>
                  <a:pt x="1233105" y="49965"/>
                  <a:pt x="1075495" y="47542"/>
                  <a:pt x="930554" y="27432"/>
                </a:cubicBezTo>
                <a:cubicBezTo>
                  <a:pt x="785613" y="7322"/>
                  <a:pt x="268930" y="30433"/>
                  <a:pt x="0" y="27432"/>
                </a:cubicBezTo>
                <a:cubicBezTo>
                  <a:pt x="226" y="18208"/>
                  <a:pt x="-648" y="12891"/>
                  <a:pt x="0" y="0"/>
                </a:cubicBezTo>
                <a:close/>
              </a:path>
              <a:path w="3931920" h="27432" stroke="0" extrusionOk="0">
                <a:moveTo>
                  <a:pt x="0" y="0"/>
                </a:moveTo>
                <a:cubicBezTo>
                  <a:pt x="278269" y="4786"/>
                  <a:pt x="349028" y="-10422"/>
                  <a:pt x="616001" y="0"/>
                </a:cubicBezTo>
                <a:cubicBezTo>
                  <a:pt x="882974" y="10422"/>
                  <a:pt x="931617" y="-15515"/>
                  <a:pt x="1153363" y="0"/>
                </a:cubicBezTo>
                <a:cubicBezTo>
                  <a:pt x="1375109" y="15515"/>
                  <a:pt x="1704089" y="-3631"/>
                  <a:pt x="1887322" y="0"/>
                </a:cubicBezTo>
                <a:cubicBezTo>
                  <a:pt x="2070555" y="3631"/>
                  <a:pt x="2344155" y="2213"/>
                  <a:pt x="2503322" y="0"/>
                </a:cubicBezTo>
                <a:cubicBezTo>
                  <a:pt x="2662489" y="-2213"/>
                  <a:pt x="2976859" y="26691"/>
                  <a:pt x="3119323" y="0"/>
                </a:cubicBezTo>
                <a:cubicBezTo>
                  <a:pt x="3261787" y="-26691"/>
                  <a:pt x="3588171" y="-28651"/>
                  <a:pt x="3931920" y="0"/>
                </a:cubicBezTo>
                <a:cubicBezTo>
                  <a:pt x="3930565" y="9524"/>
                  <a:pt x="3930718" y="13975"/>
                  <a:pt x="3931920" y="27432"/>
                </a:cubicBezTo>
                <a:cubicBezTo>
                  <a:pt x="3664329" y="4021"/>
                  <a:pt x="3437686" y="14511"/>
                  <a:pt x="3276600" y="27432"/>
                </a:cubicBezTo>
                <a:cubicBezTo>
                  <a:pt x="3115514" y="40353"/>
                  <a:pt x="2913592" y="48967"/>
                  <a:pt x="2739238" y="27432"/>
                </a:cubicBezTo>
                <a:cubicBezTo>
                  <a:pt x="2564884" y="5897"/>
                  <a:pt x="2294049" y="39820"/>
                  <a:pt x="2083918" y="27432"/>
                </a:cubicBezTo>
                <a:cubicBezTo>
                  <a:pt x="1873787" y="15044"/>
                  <a:pt x="1718903" y="21388"/>
                  <a:pt x="1428598" y="27432"/>
                </a:cubicBezTo>
                <a:cubicBezTo>
                  <a:pt x="1138293" y="33476"/>
                  <a:pt x="952209" y="50441"/>
                  <a:pt x="812597" y="27432"/>
                </a:cubicBezTo>
                <a:cubicBezTo>
                  <a:pt x="672985" y="4423"/>
                  <a:pt x="305800" y="28240"/>
                  <a:pt x="0" y="27432"/>
                </a:cubicBezTo>
                <a:cubicBezTo>
                  <a:pt x="-800" y="16780"/>
                  <a:pt x="-583" y="12910"/>
                  <a:pt x="0" y="0"/>
                </a:cubicBezTo>
                <a:close/>
              </a:path>
            </a:pathLst>
          </a:custGeom>
          <a:solidFill>
            <a:srgbClr val="5B63B7"/>
          </a:solidFill>
          <a:ln w="38100" cap="rnd">
            <a:solidFill>
              <a:srgbClr val="5B63B7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CF6C8397-3C1E-F3B4-F3CC-D7FBD1120B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6689" y="2828726"/>
            <a:ext cx="4884110" cy="354153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endParaRPr lang="en-US" sz="2000" dirty="0">
              <a:latin typeface="Comic Sans MS"/>
            </a:endParaRPr>
          </a:p>
          <a:p>
            <a:pPr>
              <a:lnSpc>
                <a:spcPct val="100000"/>
              </a:lnSpc>
            </a:pPr>
            <a:r>
              <a:rPr lang="en-US" sz="2000" dirty="0">
                <a:latin typeface="Comic Sans MS"/>
              </a:rPr>
              <a:t>Chatbot </a:t>
            </a:r>
            <a:r>
              <a:rPr lang="en-US" sz="2000" dirty="0" err="1">
                <a:latin typeface="Comic Sans MS"/>
              </a:rPr>
              <a:t>namenjen</a:t>
            </a:r>
            <a:r>
              <a:rPr lang="en-US" sz="2000" dirty="0">
                <a:latin typeface="Comic Sans MS"/>
              </a:rPr>
              <a:t> </a:t>
            </a:r>
            <a:r>
              <a:rPr lang="en-US" sz="2000" dirty="0" err="1">
                <a:latin typeface="Comic Sans MS"/>
              </a:rPr>
              <a:t>razvoju</a:t>
            </a:r>
            <a:r>
              <a:rPr lang="en-US" sz="2000" dirty="0">
                <a:latin typeface="Comic Sans MS"/>
              </a:rPr>
              <a:t> </a:t>
            </a:r>
            <a:r>
              <a:rPr lang="en-US" sz="2000" dirty="0" err="1">
                <a:latin typeface="Comic Sans MS"/>
              </a:rPr>
              <a:t>dugoročnog</a:t>
            </a:r>
            <a:r>
              <a:rPr lang="en-US" sz="2000" dirty="0">
                <a:latin typeface="Comic Sans MS"/>
              </a:rPr>
              <a:t>, </a:t>
            </a:r>
            <a:r>
              <a:rPr lang="en-US" sz="2000" dirty="0" err="1">
                <a:latin typeface="Comic Sans MS"/>
              </a:rPr>
              <a:t>personalizovanog</a:t>
            </a:r>
            <a:r>
              <a:rPr lang="en-US" sz="2000" dirty="0">
                <a:latin typeface="Comic Sans MS"/>
              </a:rPr>
              <a:t> </a:t>
            </a:r>
            <a:r>
              <a:rPr lang="en-US" sz="2000" dirty="0" err="1">
                <a:latin typeface="Comic Sans MS"/>
              </a:rPr>
              <a:t>i</a:t>
            </a:r>
            <a:r>
              <a:rPr lang="en-US" sz="2000" dirty="0">
                <a:latin typeface="Comic Sans MS"/>
              </a:rPr>
              <a:t> </a:t>
            </a:r>
            <a:r>
              <a:rPr lang="en-US" sz="2000" dirty="0" err="1">
                <a:latin typeface="Comic Sans MS"/>
              </a:rPr>
              <a:t>emotivnog</a:t>
            </a:r>
            <a:r>
              <a:rPr lang="en-US" sz="2000" dirty="0">
                <a:latin typeface="Comic Sans MS"/>
              </a:rPr>
              <a:t> </a:t>
            </a:r>
            <a:r>
              <a:rPr lang="en-US" sz="2000" dirty="0" err="1">
                <a:latin typeface="Comic Sans MS"/>
              </a:rPr>
              <a:t>odnosa</a:t>
            </a:r>
            <a:r>
              <a:rPr lang="en-US" sz="2000" dirty="0">
                <a:latin typeface="Comic Sans MS"/>
              </a:rPr>
              <a:t> </a:t>
            </a:r>
            <a:r>
              <a:rPr lang="en-US" sz="2000" dirty="0" err="1">
                <a:latin typeface="Comic Sans MS"/>
              </a:rPr>
              <a:t>sa</a:t>
            </a:r>
            <a:r>
              <a:rPr lang="en-US" sz="2000" dirty="0">
                <a:latin typeface="Comic Sans MS"/>
              </a:rPr>
              <a:t> </a:t>
            </a:r>
            <a:r>
              <a:rPr lang="en-US" sz="2000" dirty="0" err="1">
                <a:latin typeface="Comic Sans MS"/>
              </a:rPr>
              <a:t>korisnikom</a:t>
            </a:r>
            <a:r>
              <a:rPr lang="en-US" sz="2000" dirty="0">
                <a:latin typeface="Comic Sans MS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sz="2000" dirty="0" err="1">
                <a:latin typeface="Comic Sans MS"/>
              </a:rPr>
              <a:t>Predviđena</a:t>
            </a:r>
            <a:r>
              <a:rPr lang="en-US" sz="2000" dirty="0">
                <a:latin typeface="Comic Sans MS"/>
              </a:rPr>
              <a:t> </a:t>
            </a:r>
            <a:r>
              <a:rPr lang="en-US" sz="2000" dirty="0" err="1">
                <a:latin typeface="Comic Sans MS"/>
              </a:rPr>
              <a:t>svima</a:t>
            </a:r>
            <a:r>
              <a:rPr lang="en-US" sz="2000" dirty="0">
                <a:latin typeface="Comic Sans MS"/>
              </a:rPr>
              <a:t> koji se </a:t>
            </a:r>
            <a:r>
              <a:rPr lang="en-US" sz="2000" dirty="0" err="1">
                <a:latin typeface="Comic Sans MS"/>
              </a:rPr>
              <a:t>osećaju</a:t>
            </a:r>
            <a:r>
              <a:rPr lang="en-US" sz="2000" dirty="0">
                <a:latin typeface="Comic Sans MS"/>
              </a:rPr>
              <a:t> </a:t>
            </a:r>
            <a:r>
              <a:rPr lang="en-US" sz="2000" dirty="0" err="1">
                <a:latin typeface="Comic Sans MS"/>
              </a:rPr>
              <a:t>usamljeno</a:t>
            </a:r>
            <a:r>
              <a:rPr lang="en-US" sz="2000" dirty="0">
                <a:latin typeface="Comic Sans MS"/>
              </a:rPr>
              <a:t> </a:t>
            </a:r>
            <a:r>
              <a:rPr lang="en-US" sz="2000" dirty="0" err="1">
                <a:latin typeface="Comic Sans MS"/>
              </a:rPr>
              <a:t>ili</a:t>
            </a:r>
            <a:r>
              <a:rPr lang="en-US" sz="2000" dirty="0">
                <a:latin typeface="Comic Sans MS"/>
              </a:rPr>
              <a:t> </a:t>
            </a:r>
            <a:r>
              <a:rPr lang="en-US" sz="2000" dirty="0" err="1">
                <a:latin typeface="Comic Sans MS"/>
              </a:rPr>
              <a:t>samo</a:t>
            </a:r>
            <a:r>
              <a:rPr lang="en-US" sz="2000" dirty="0">
                <a:latin typeface="Comic Sans MS"/>
              </a:rPr>
              <a:t> </a:t>
            </a:r>
            <a:r>
              <a:rPr lang="en-US" sz="2000" dirty="0" err="1">
                <a:latin typeface="Comic Sans MS"/>
              </a:rPr>
              <a:t>žele</a:t>
            </a:r>
            <a:r>
              <a:rPr lang="en-US" sz="2000" dirty="0">
                <a:latin typeface="Comic Sans MS"/>
              </a:rPr>
              <a:t> </a:t>
            </a:r>
            <a:r>
              <a:rPr lang="en-US" sz="2000" dirty="0" err="1">
                <a:latin typeface="Comic Sans MS"/>
              </a:rPr>
              <a:t>novog</a:t>
            </a:r>
            <a:r>
              <a:rPr lang="en-US" sz="2000" dirty="0">
                <a:latin typeface="Comic Sans MS"/>
              </a:rPr>
              <a:t> </a:t>
            </a:r>
            <a:r>
              <a:rPr lang="en-US" sz="2000" dirty="0" err="1">
                <a:latin typeface="Comic Sans MS"/>
              </a:rPr>
              <a:t>prijatelja</a:t>
            </a:r>
            <a:endParaRPr lang="en-US" sz="2000" dirty="0">
              <a:latin typeface="Comic Sans MS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Comic Sans MS"/>
            </a:endParaRPr>
          </a:p>
          <a:p>
            <a:pPr>
              <a:lnSpc>
                <a:spcPct val="100000"/>
              </a:lnSpc>
            </a:pPr>
            <a:endParaRPr lang="en-US" sz="2000"/>
          </a:p>
        </p:txBody>
      </p:sp>
      <p:pic>
        <p:nvPicPr>
          <p:cNvPr id="2" name="Content Placeholder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5027D10-D838-33E7-3041-2F53ACE3179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rcRect l="22739" r="2084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41F198-A406-F20D-F2D6-832876C5A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11012" y="6356350"/>
            <a:ext cx="94278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C18C1E5-FB55-42F5-BD6D-9CC153FCDBE6}" type="slidenum">
              <a:rPr lang="en-US">
                <a:solidFill>
                  <a:srgbClr val="FBF9F6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rgbClr val="FBF9F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8876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C0D83E-8EE2-AD69-011F-462B9B8F2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EBDD1931-9E86-4402-9A68-33A2D9EF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2A2EC15-C288-EAB0-F8AF-1E160DED6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dirty="0"/>
              <a:t>Replika - </a:t>
            </a:r>
            <a:r>
              <a:rPr lang="en-US" sz="5600" dirty="0" err="1"/>
              <a:t>prednos</a:t>
            </a:r>
            <a:r>
              <a:rPr lang="en-US" sz="5600" dirty="0"/>
              <a:t>ti</a:t>
            </a:r>
          </a:p>
        </p:txBody>
      </p:sp>
      <p:sp>
        <p:nvSpPr>
          <p:cNvPr id="36" name="Rectangle 6">
            <a:extLst>
              <a:ext uri="{FF2B5EF4-FFF2-40B4-BE49-F238E27FC236}">
                <a16:creationId xmlns:a16="http://schemas.microsoft.com/office/drawing/2014/main" id="{3CE8AF5E-D374-4CF1-90CC-35CF73B81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81825"/>
            <a:ext cx="4114800" cy="18288"/>
          </a:xfrm>
          <a:custGeom>
            <a:avLst/>
            <a:gdLst>
              <a:gd name="csX0" fmla="*/ 0 w 4114800"/>
              <a:gd name="csY0" fmla="*/ 0 h 18288"/>
              <a:gd name="csX1" fmla="*/ 768096 w 4114800"/>
              <a:gd name="csY1" fmla="*/ 0 h 18288"/>
              <a:gd name="csX2" fmla="*/ 1495044 w 4114800"/>
              <a:gd name="csY2" fmla="*/ 0 h 18288"/>
              <a:gd name="csX3" fmla="*/ 2221992 w 4114800"/>
              <a:gd name="csY3" fmla="*/ 0 h 18288"/>
              <a:gd name="csX4" fmla="*/ 2784348 w 4114800"/>
              <a:gd name="csY4" fmla="*/ 0 h 18288"/>
              <a:gd name="csX5" fmla="*/ 3387852 w 4114800"/>
              <a:gd name="csY5" fmla="*/ 0 h 18288"/>
              <a:gd name="csX6" fmla="*/ 4114800 w 4114800"/>
              <a:gd name="csY6" fmla="*/ 0 h 18288"/>
              <a:gd name="csX7" fmla="*/ 4114800 w 4114800"/>
              <a:gd name="csY7" fmla="*/ 18288 h 18288"/>
              <a:gd name="csX8" fmla="*/ 3429000 w 4114800"/>
              <a:gd name="csY8" fmla="*/ 18288 h 18288"/>
              <a:gd name="csX9" fmla="*/ 2866644 w 4114800"/>
              <a:gd name="csY9" fmla="*/ 18288 h 18288"/>
              <a:gd name="csX10" fmla="*/ 2304288 w 4114800"/>
              <a:gd name="csY10" fmla="*/ 18288 h 18288"/>
              <a:gd name="csX11" fmla="*/ 1577340 w 4114800"/>
              <a:gd name="csY11" fmla="*/ 18288 h 18288"/>
              <a:gd name="csX12" fmla="*/ 973836 w 4114800"/>
              <a:gd name="csY12" fmla="*/ 18288 h 18288"/>
              <a:gd name="csX13" fmla="*/ 0 w 4114800"/>
              <a:gd name="csY13" fmla="*/ 18288 h 18288"/>
              <a:gd name="csX14" fmla="*/ 0 w 4114800"/>
              <a:gd name="csY1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114800" h="18288" fill="none" extrusionOk="0">
                <a:moveTo>
                  <a:pt x="0" y="0"/>
                </a:moveTo>
                <a:cubicBezTo>
                  <a:pt x="338280" y="-26110"/>
                  <a:pt x="483942" y="6555"/>
                  <a:pt x="768096" y="0"/>
                </a:cubicBezTo>
                <a:cubicBezTo>
                  <a:pt x="1052250" y="-6555"/>
                  <a:pt x="1331484" y="24616"/>
                  <a:pt x="1495044" y="0"/>
                </a:cubicBezTo>
                <a:cubicBezTo>
                  <a:pt x="1658604" y="-24616"/>
                  <a:pt x="2056661" y="-33562"/>
                  <a:pt x="2221992" y="0"/>
                </a:cubicBezTo>
                <a:cubicBezTo>
                  <a:pt x="2387323" y="33562"/>
                  <a:pt x="2629463" y="-20094"/>
                  <a:pt x="2784348" y="0"/>
                </a:cubicBezTo>
                <a:cubicBezTo>
                  <a:pt x="2939233" y="20094"/>
                  <a:pt x="3151981" y="1524"/>
                  <a:pt x="3387852" y="0"/>
                </a:cubicBezTo>
                <a:cubicBezTo>
                  <a:pt x="3623723" y="-1524"/>
                  <a:pt x="3882724" y="26165"/>
                  <a:pt x="4114800" y="0"/>
                </a:cubicBezTo>
                <a:cubicBezTo>
                  <a:pt x="4114300" y="8855"/>
                  <a:pt x="4114909" y="14521"/>
                  <a:pt x="4114800" y="18288"/>
                </a:cubicBezTo>
                <a:cubicBezTo>
                  <a:pt x="3910038" y="37744"/>
                  <a:pt x="3683432" y="-3969"/>
                  <a:pt x="3429000" y="18288"/>
                </a:cubicBezTo>
                <a:cubicBezTo>
                  <a:pt x="3174568" y="40545"/>
                  <a:pt x="3085815" y="44166"/>
                  <a:pt x="2866644" y="18288"/>
                </a:cubicBezTo>
                <a:cubicBezTo>
                  <a:pt x="2647473" y="-7590"/>
                  <a:pt x="2580474" y="31338"/>
                  <a:pt x="2304288" y="18288"/>
                </a:cubicBezTo>
                <a:cubicBezTo>
                  <a:pt x="2028102" y="5238"/>
                  <a:pt x="1863008" y="-2001"/>
                  <a:pt x="1577340" y="18288"/>
                </a:cubicBezTo>
                <a:cubicBezTo>
                  <a:pt x="1291672" y="38577"/>
                  <a:pt x="1243931" y="9893"/>
                  <a:pt x="973836" y="18288"/>
                </a:cubicBezTo>
                <a:cubicBezTo>
                  <a:pt x="703741" y="26683"/>
                  <a:pt x="317656" y="-5910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114800" h="18288" stroke="0" extrusionOk="0">
                <a:moveTo>
                  <a:pt x="0" y="0"/>
                </a:moveTo>
                <a:cubicBezTo>
                  <a:pt x="276109" y="5266"/>
                  <a:pt x="325589" y="-19584"/>
                  <a:pt x="644652" y="0"/>
                </a:cubicBezTo>
                <a:cubicBezTo>
                  <a:pt x="963715" y="19584"/>
                  <a:pt x="1064991" y="6066"/>
                  <a:pt x="1207008" y="0"/>
                </a:cubicBezTo>
                <a:cubicBezTo>
                  <a:pt x="1349025" y="-6066"/>
                  <a:pt x="1791724" y="14506"/>
                  <a:pt x="1975104" y="0"/>
                </a:cubicBezTo>
                <a:cubicBezTo>
                  <a:pt x="2158484" y="-14506"/>
                  <a:pt x="2397469" y="20822"/>
                  <a:pt x="2619756" y="0"/>
                </a:cubicBezTo>
                <a:cubicBezTo>
                  <a:pt x="2842043" y="-20822"/>
                  <a:pt x="2992157" y="20388"/>
                  <a:pt x="3264408" y="0"/>
                </a:cubicBezTo>
                <a:cubicBezTo>
                  <a:pt x="3536659" y="-20388"/>
                  <a:pt x="3855620" y="38211"/>
                  <a:pt x="4114800" y="0"/>
                </a:cubicBezTo>
                <a:cubicBezTo>
                  <a:pt x="4113902" y="7180"/>
                  <a:pt x="4114969" y="13790"/>
                  <a:pt x="4114800" y="18288"/>
                </a:cubicBezTo>
                <a:cubicBezTo>
                  <a:pt x="3968901" y="8593"/>
                  <a:pt x="3623428" y="17559"/>
                  <a:pt x="3429000" y="18288"/>
                </a:cubicBezTo>
                <a:cubicBezTo>
                  <a:pt x="3234572" y="19017"/>
                  <a:pt x="3085079" y="41804"/>
                  <a:pt x="2866644" y="18288"/>
                </a:cubicBezTo>
                <a:cubicBezTo>
                  <a:pt x="2648209" y="-5228"/>
                  <a:pt x="2451737" y="24580"/>
                  <a:pt x="2180844" y="18288"/>
                </a:cubicBezTo>
                <a:cubicBezTo>
                  <a:pt x="1909951" y="11996"/>
                  <a:pt x="1681589" y="12244"/>
                  <a:pt x="1495044" y="18288"/>
                </a:cubicBezTo>
                <a:cubicBezTo>
                  <a:pt x="1308499" y="24332"/>
                  <a:pt x="1136614" y="21789"/>
                  <a:pt x="850392" y="18288"/>
                </a:cubicBezTo>
                <a:cubicBezTo>
                  <a:pt x="564170" y="14787"/>
                  <a:pt x="210636" y="54701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rgbClr val="5B63B7"/>
          </a:solidFill>
          <a:ln w="38100" cap="rnd">
            <a:solidFill>
              <a:srgbClr val="5B63B7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2E5E583-9E58-F5DF-993D-4011355AC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2664886"/>
            <a:ext cx="4818888" cy="355078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 sz="2000" dirty="0" err="1">
                <a:latin typeface="Comic Sans MS"/>
              </a:rPr>
              <a:t>Pruža</a:t>
            </a:r>
            <a:r>
              <a:rPr lang="en-US" sz="2000" dirty="0">
                <a:latin typeface="Comic Sans MS"/>
              </a:rPr>
              <a:t> </a:t>
            </a:r>
            <a:r>
              <a:rPr lang="en-US" sz="2000" dirty="0" err="1">
                <a:latin typeface="Comic Sans MS"/>
              </a:rPr>
              <a:t>osećaj</a:t>
            </a:r>
            <a:r>
              <a:rPr lang="en-US" sz="2000" dirty="0">
                <a:latin typeface="Comic Sans MS"/>
              </a:rPr>
              <a:t> </a:t>
            </a:r>
            <a:r>
              <a:rPr lang="en-US" sz="2000" dirty="0" err="1">
                <a:latin typeface="Comic Sans MS"/>
              </a:rPr>
              <a:t>sigurnosti</a:t>
            </a:r>
            <a:r>
              <a:rPr lang="en-US" sz="2000" dirty="0">
                <a:latin typeface="Comic Sans MS"/>
              </a:rPr>
              <a:t> </a:t>
            </a:r>
            <a:r>
              <a:rPr lang="en-US" sz="2000" dirty="0" err="1">
                <a:latin typeface="Comic Sans MS"/>
              </a:rPr>
              <a:t>i</a:t>
            </a:r>
            <a:r>
              <a:rPr lang="en-US" sz="2000" dirty="0">
                <a:latin typeface="Comic Sans MS"/>
              </a:rPr>
              <a:t> </a:t>
            </a:r>
            <a:r>
              <a:rPr lang="en-US" sz="2000" dirty="0" err="1">
                <a:latin typeface="Comic Sans MS"/>
              </a:rPr>
              <a:t>anonimnosti</a:t>
            </a:r>
            <a:endParaRPr lang="en-US" sz="2000" dirty="0">
              <a:latin typeface="Comic Sans MS"/>
            </a:endParaRPr>
          </a:p>
          <a:p>
            <a:pPr marL="342900" indent="-342900">
              <a:buChar char="•"/>
            </a:pPr>
            <a:r>
              <a:rPr lang="en-US" sz="2000" dirty="0" err="1">
                <a:latin typeface="Comic Sans MS"/>
              </a:rPr>
              <a:t>Stalna</a:t>
            </a:r>
            <a:r>
              <a:rPr lang="en-US" sz="2000" dirty="0">
                <a:latin typeface="Comic Sans MS"/>
              </a:rPr>
              <a:t> </a:t>
            </a:r>
            <a:r>
              <a:rPr lang="en-US" sz="2000" dirty="0" err="1">
                <a:latin typeface="Comic Sans MS"/>
              </a:rPr>
              <a:t>dostupnost</a:t>
            </a:r>
            <a:r>
              <a:rPr lang="en-US" sz="2000" dirty="0">
                <a:latin typeface="Comic Sans MS"/>
              </a:rPr>
              <a:t> </a:t>
            </a:r>
            <a:r>
              <a:rPr lang="en-US" sz="2000" dirty="0" err="1">
                <a:latin typeface="Comic Sans MS"/>
              </a:rPr>
              <a:t>i</a:t>
            </a:r>
            <a:r>
              <a:rPr lang="en-US" sz="2000" dirty="0">
                <a:latin typeface="Comic Sans MS"/>
              </a:rPr>
              <a:t> </a:t>
            </a:r>
            <a:r>
              <a:rPr lang="en-US" sz="2000" dirty="0" err="1">
                <a:latin typeface="Comic Sans MS"/>
              </a:rPr>
              <a:t>mogućnost</a:t>
            </a:r>
            <a:r>
              <a:rPr lang="en-US" sz="2000" dirty="0">
                <a:latin typeface="Comic Sans MS"/>
              </a:rPr>
              <a:t> </a:t>
            </a:r>
            <a:r>
              <a:rPr lang="en-US" sz="2000" dirty="0" err="1">
                <a:latin typeface="Comic Sans MS"/>
              </a:rPr>
              <a:t>trenutnog</a:t>
            </a:r>
            <a:r>
              <a:rPr lang="en-US" sz="2000" dirty="0">
                <a:latin typeface="Comic Sans MS"/>
              </a:rPr>
              <a:t> </a:t>
            </a:r>
            <a:r>
              <a:rPr lang="en-US" sz="2000" dirty="0" err="1">
                <a:latin typeface="Comic Sans MS"/>
              </a:rPr>
              <a:t>odgovora</a:t>
            </a:r>
            <a:endParaRPr lang="en-US" sz="2000" dirty="0">
              <a:latin typeface="Comic Sans MS"/>
            </a:endParaRPr>
          </a:p>
          <a:p>
            <a:pPr marL="342900" indent="-342900">
              <a:buChar char="•"/>
            </a:pPr>
            <a:r>
              <a:rPr lang="en-US" sz="2000" dirty="0" err="1">
                <a:latin typeface="Comic Sans MS"/>
              </a:rPr>
              <a:t>Osećaj</a:t>
            </a:r>
            <a:r>
              <a:rPr lang="en-US" sz="2000" dirty="0">
                <a:latin typeface="Comic Sans MS"/>
              </a:rPr>
              <a:t> da "</a:t>
            </a:r>
            <a:r>
              <a:rPr lang="en-US" sz="2000" dirty="0" err="1">
                <a:latin typeface="Comic Sans MS"/>
              </a:rPr>
              <a:t>čuje</a:t>
            </a:r>
            <a:r>
              <a:rPr lang="en-US" sz="2000" dirty="0">
                <a:latin typeface="Comic Sans MS"/>
              </a:rPr>
              <a:t>" </a:t>
            </a:r>
            <a:r>
              <a:rPr lang="en-US" sz="2000" dirty="0" err="1">
                <a:latin typeface="Comic Sans MS"/>
              </a:rPr>
              <a:t>i</a:t>
            </a:r>
            <a:r>
              <a:rPr lang="en-US" sz="2000" dirty="0">
                <a:latin typeface="Comic Sans MS"/>
              </a:rPr>
              <a:t> </a:t>
            </a:r>
            <a:r>
              <a:rPr lang="en-US" sz="2000" dirty="0" err="1">
                <a:latin typeface="Comic Sans MS"/>
              </a:rPr>
              <a:t>razume</a:t>
            </a:r>
            <a:r>
              <a:rPr lang="en-US" sz="2000" dirty="0">
                <a:latin typeface="Comic Sans MS"/>
              </a:rPr>
              <a:t> </a:t>
            </a:r>
            <a:r>
              <a:rPr lang="en-US" sz="2000" dirty="0" err="1">
                <a:latin typeface="Comic Sans MS"/>
              </a:rPr>
              <a:t>korisnika</a:t>
            </a:r>
            <a:endParaRPr lang="en-US" sz="2000" dirty="0">
              <a:latin typeface="Comic Sans M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6436237" y="1971579"/>
              <a:ext cx="360" cy="21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18237" y="1956150"/>
                <a:ext cx="36000" cy="32709"/>
              </a:xfrm>
              <a:prstGeom prst="rect">
                <a:avLst/>
              </a:prstGeom>
            </p:spPr>
          </p:pic>
        </mc:Fallback>
      </mc:AlternateContent>
      <p:pic>
        <p:nvPicPr>
          <p:cNvPr id="18" name="Picture Placeholder 17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F42FC016-38C9-6F75-3CD3-7BF137CE782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t="174" r="-165" b="-433"/>
          <a:stretch>
            <a:fillRect/>
          </a:stretch>
        </p:blipFill>
        <p:spPr>
          <a:xfrm>
            <a:off x="630936" y="884348"/>
            <a:ext cx="5468002" cy="5122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025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EBDD1931-9E86-4402-9A68-33A2D9EF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457344D1-E597-42B3-8E85-6D7036E54A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BCDF373-B5D6-4F86-8E13-9DB224014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777739"/>
            <a:ext cx="3418990" cy="14121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/>
              <a:t>Replika</a:t>
            </a:r>
          </a:p>
        </p:txBody>
      </p:sp>
      <p:pic>
        <p:nvPicPr>
          <p:cNvPr id="17" name="Picture Placeholder 16" descr="A screenshot of a chat&#10;&#10;AI-generated content may be incorrect.">
            <a:extLst>
              <a:ext uri="{FF2B5EF4-FFF2-40B4-BE49-F238E27FC236}">
                <a16:creationId xmlns:a16="http://schemas.microsoft.com/office/drawing/2014/main" id="{F298FAB9-AC47-4458-8F09-2B393B15267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/>
          <a:srcRect t="18884" b="18884"/>
          <a:stretch>
            <a:fillRect/>
          </a:stretch>
        </p:blipFill>
        <p:spPr>
          <a:xfrm>
            <a:off x="20" y="-1"/>
            <a:ext cx="12191980" cy="4408344"/>
          </a:xfrm>
          <a:custGeom>
            <a:avLst/>
            <a:gdLst/>
            <a:ahLst/>
            <a:cxnLst/>
            <a:rect l="l" t="t" r="r" b="b"/>
            <a:pathLst>
              <a:path w="12192000" h="4408344">
                <a:moveTo>
                  <a:pt x="0" y="0"/>
                </a:moveTo>
                <a:lnTo>
                  <a:pt x="12192000" y="0"/>
                </a:lnTo>
                <a:lnTo>
                  <a:pt x="12192000" y="4381821"/>
                </a:lnTo>
                <a:lnTo>
                  <a:pt x="11986461" y="4386473"/>
                </a:lnTo>
                <a:cubicBezTo>
                  <a:pt x="11912297" y="4385498"/>
                  <a:pt x="11838168" y="4381870"/>
                  <a:pt x="11764214" y="4375593"/>
                </a:cubicBezTo>
                <a:cubicBezTo>
                  <a:pt x="11656850" y="4367589"/>
                  <a:pt x="11548596" y="4356535"/>
                  <a:pt x="11441995" y="4376864"/>
                </a:cubicBezTo>
                <a:cubicBezTo>
                  <a:pt x="11324975" y="4399353"/>
                  <a:pt x="11208081" y="4399480"/>
                  <a:pt x="11090044" y="4393763"/>
                </a:cubicBezTo>
                <a:cubicBezTo>
                  <a:pt x="10989160" y="4388935"/>
                  <a:pt x="10888657" y="4363523"/>
                  <a:pt x="10787011" y="4390332"/>
                </a:cubicBezTo>
                <a:cubicBezTo>
                  <a:pt x="10776897" y="4391806"/>
                  <a:pt x="10766592" y="4391374"/>
                  <a:pt x="10756643" y="4389062"/>
                </a:cubicBezTo>
                <a:cubicBezTo>
                  <a:pt x="10645468" y="4373688"/>
                  <a:pt x="10533530" y="4386266"/>
                  <a:pt x="10421973" y="4381946"/>
                </a:cubicBezTo>
                <a:cubicBezTo>
                  <a:pt x="10370515" y="4379913"/>
                  <a:pt x="10318040" y="4381057"/>
                  <a:pt x="10267216" y="4375593"/>
                </a:cubicBezTo>
                <a:cubicBezTo>
                  <a:pt x="10150577" y="4363142"/>
                  <a:pt x="10034192" y="4356535"/>
                  <a:pt x="9918824" y="4385885"/>
                </a:cubicBezTo>
                <a:cubicBezTo>
                  <a:pt x="9885153" y="4393801"/>
                  <a:pt x="9850745" y="4398057"/>
                  <a:pt x="9816160" y="4398591"/>
                </a:cubicBezTo>
                <a:cubicBezTo>
                  <a:pt x="9703206" y="4402657"/>
                  <a:pt x="9590632" y="4394906"/>
                  <a:pt x="9478059" y="4388553"/>
                </a:cubicBezTo>
                <a:cubicBezTo>
                  <a:pt x="9399918" y="4384106"/>
                  <a:pt x="9321904" y="4374450"/>
                  <a:pt x="9243637" y="4382582"/>
                </a:cubicBezTo>
                <a:cubicBezTo>
                  <a:pt x="9198150" y="4387283"/>
                  <a:pt x="9152282" y="4387283"/>
                  <a:pt x="9106795" y="4382582"/>
                </a:cubicBezTo>
                <a:cubicBezTo>
                  <a:pt x="9022962" y="4372760"/>
                  <a:pt x="8938380" y="4370930"/>
                  <a:pt x="8854204" y="4377118"/>
                </a:cubicBezTo>
                <a:cubicBezTo>
                  <a:pt x="8728543" y="4387918"/>
                  <a:pt x="8603010" y="4396939"/>
                  <a:pt x="8476969" y="4379786"/>
                </a:cubicBezTo>
                <a:cubicBezTo>
                  <a:pt x="8405486" y="4368554"/>
                  <a:pt x="8332808" y="4367233"/>
                  <a:pt x="8260970" y="4375848"/>
                </a:cubicBezTo>
                <a:cubicBezTo>
                  <a:pt x="8089823" y="4399862"/>
                  <a:pt x="7918295" y="4392111"/>
                  <a:pt x="7746767" y="4382201"/>
                </a:cubicBezTo>
                <a:cubicBezTo>
                  <a:pt x="7632160" y="4375466"/>
                  <a:pt x="7517046" y="4363142"/>
                  <a:pt x="7402693" y="4379405"/>
                </a:cubicBezTo>
                <a:cubicBezTo>
                  <a:pt x="7256831" y="4399734"/>
                  <a:pt x="7110841" y="4393000"/>
                  <a:pt x="6964597" y="4387029"/>
                </a:cubicBezTo>
                <a:cubicBezTo>
                  <a:pt x="6857233" y="4382582"/>
                  <a:pt x="6749742" y="4369113"/>
                  <a:pt x="6642124" y="4385758"/>
                </a:cubicBezTo>
                <a:cubicBezTo>
                  <a:pt x="6631045" y="4387270"/>
                  <a:pt x="6619775" y="4386139"/>
                  <a:pt x="6609216" y="4382455"/>
                </a:cubicBezTo>
                <a:cubicBezTo>
                  <a:pt x="6568379" y="4369012"/>
                  <a:pt x="6524595" y="4367208"/>
                  <a:pt x="6482793" y="4377245"/>
                </a:cubicBezTo>
                <a:cubicBezTo>
                  <a:pt x="6405669" y="4394144"/>
                  <a:pt x="6328672" y="4401513"/>
                  <a:pt x="6250150" y="4386139"/>
                </a:cubicBezTo>
                <a:cubicBezTo>
                  <a:pt x="6217254" y="4379253"/>
                  <a:pt x="6183521" y="4377245"/>
                  <a:pt x="6150028" y="4380168"/>
                </a:cubicBezTo>
                <a:cubicBezTo>
                  <a:pt x="6020175" y="4393128"/>
                  <a:pt x="5890068" y="4388045"/>
                  <a:pt x="5760087" y="4385504"/>
                </a:cubicBezTo>
                <a:cubicBezTo>
                  <a:pt x="5521345" y="4381057"/>
                  <a:pt x="5282477" y="4385504"/>
                  <a:pt x="5044242" y="4362761"/>
                </a:cubicBezTo>
                <a:cubicBezTo>
                  <a:pt x="4979506" y="4356599"/>
                  <a:pt x="4914326" y="4352659"/>
                  <a:pt x="4849272" y="4353438"/>
                </a:cubicBezTo>
                <a:cubicBezTo>
                  <a:pt x="4784218" y="4354216"/>
                  <a:pt x="4719291" y="4359711"/>
                  <a:pt x="4655063" y="4372417"/>
                </a:cubicBezTo>
                <a:cubicBezTo>
                  <a:pt x="4447578" y="4412694"/>
                  <a:pt x="4239457" y="4415236"/>
                  <a:pt x="4029811" y="4398972"/>
                </a:cubicBezTo>
                <a:cubicBezTo>
                  <a:pt x="3943792" y="4392238"/>
                  <a:pt x="3857774" y="4381057"/>
                  <a:pt x="3771375" y="4383217"/>
                </a:cubicBezTo>
                <a:cubicBezTo>
                  <a:pt x="3623225" y="4387156"/>
                  <a:pt x="3474948" y="4379151"/>
                  <a:pt x="3326672" y="4381184"/>
                </a:cubicBezTo>
                <a:cubicBezTo>
                  <a:pt x="3322669" y="4381756"/>
                  <a:pt x="3318578" y="4381222"/>
                  <a:pt x="3314855" y="4379659"/>
                </a:cubicBezTo>
                <a:cubicBezTo>
                  <a:pt x="3278008" y="4354375"/>
                  <a:pt x="3237604" y="4364158"/>
                  <a:pt x="3199487" y="4370765"/>
                </a:cubicBezTo>
                <a:cubicBezTo>
                  <a:pt x="3072810" y="4392746"/>
                  <a:pt x="2946260" y="4403546"/>
                  <a:pt x="2817550" y="4386520"/>
                </a:cubicBezTo>
                <a:cubicBezTo>
                  <a:pt x="2694647" y="4368694"/>
                  <a:pt x="2569990" y="4366471"/>
                  <a:pt x="2446541" y="4379913"/>
                </a:cubicBezTo>
                <a:cubicBezTo>
                  <a:pt x="2276791" y="4399734"/>
                  <a:pt x="2107677" y="4395541"/>
                  <a:pt x="1938308" y="4379913"/>
                </a:cubicBezTo>
                <a:cubicBezTo>
                  <a:pt x="1869570" y="4373561"/>
                  <a:pt x="1799815" y="4362761"/>
                  <a:pt x="1731712" y="4378643"/>
                </a:cubicBezTo>
                <a:cubicBezTo>
                  <a:pt x="1647854" y="4398083"/>
                  <a:pt x="1564250" y="4391730"/>
                  <a:pt x="1480137" y="4387410"/>
                </a:cubicBezTo>
                <a:cubicBezTo>
                  <a:pt x="1373663" y="4381819"/>
                  <a:pt x="1267442" y="4365683"/>
                  <a:pt x="1160586" y="4378389"/>
                </a:cubicBezTo>
                <a:cubicBezTo>
                  <a:pt x="1111161" y="4384233"/>
                  <a:pt x="1062116" y="4393509"/>
                  <a:pt x="1012055" y="4391095"/>
                </a:cubicBezTo>
                <a:cubicBezTo>
                  <a:pt x="873562" y="4384742"/>
                  <a:pt x="735196" y="4377245"/>
                  <a:pt x="596449" y="4378389"/>
                </a:cubicBezTo>
                <a:cubicBezTo>
                  <a:pt x="538383" y="4378770"/>
                  <a:pt x="480699" y="4380676"/>
                  <a:pt x="422887" y="4384869"/>
                </a:cubicBezTo>
                <a:cubicBezTo>
                  <a:pt x="315015" y="4392746"/>
                  <a:pt x="207524" y="4382073"/>
                  <a:pt x="100033" y="4378262"/>
                </a:cubicBezTo>
                <a:lnTo>
                  <a:pt x="0" y="4382743"/>
                </a:lnTo>
                <a:close/>
              </a:path>
            </a:pathLst>
          </a:custGeom>
        </p:spPr>
      </p:pic>
      <p:sp>
        <p:nvSpPr>
          <p:cNvPr id="35" name="Rectangle 6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56733" y="5463634"/>
            <a:ext cx="1371600" cy="27432"/>
          </a:xfrm>
          <a:custGeom>
            <a:avLst/>
            <a:gdLst>
              <a:gd name="csX0" fmla="*/ 0 w 1371600"/>
              <a:gd name="csY0" fmla="*/ 0 h 27432"/>
              <a:gd name="csX1" fmla="*/ 713232 w 1371600"/>
              <a:gd name="csY1" fmla="*/ 0 h 27432"/>
              <a:gd name="csX2" fmla="*/ 1371600 w 1371600"/>
              <a:gd name="csY2" fmla="*/ 0 h 27432"/>
              <a:gd name="csX3" fmla="*/ 1371600 w 1371600"/>
              <a:gd name="csY3" fmla="*/ 27432 h 27432"/>
              <a:gd name="csX4" fmla="*/ 699516 w 1371600"/>
              <a:gd name="csY4" fmla="*/ 27432 h 27432"/>
              <a:gd name="csX5" fmla="*/ 0 w 1371600"/>
              <a:gd name="csY5" fmla="*/ 27432 h 27432"/>
              <a:gd name="csX6" fmla="*/ 0 w 1371600"/>
              <a:gd name="csY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71600" h="27432" fill="none" extrusionOk="0">
                <a:moveTo>
                  <a:pt x="0" y="0"/>
                </a:moveTo>
                <a:cubicBezTo>
                  <a:pt x="196943" y="-1146"/>
                  <a:pt x="408267" y="-21226"/>
                  <a:pt x="713232" y="0"/>
                </a:cubicBezTo>
                <a:cubicBezTo>
                  <a:pt x="1018197" y="21226"/>
                  <a:pt x="1176465" y="-24520"/>
                  <a:pt x="1371600" y="0"/>
                </a:cubicBezTo>
                <a:cubicBezTo>
                  <a:pt x="1372004" y="8629"/>
                  <a:pt x="1371042" y="13798"/>
                  <a:pt x="1371600" y="27432"/>
                </a:cubicBezTo>
                <a:cubicBezTo>
                  <a:pt x="1106086" y="14473"/>
                  <a:pt x="951335" y="17231"/>
                  <a:pt x="699516" y="27432"/>
                </a:cubicBezTo>
                <a:cubicBezTo>
                  <a:pt x="447697" y="37633"/>
                  <a:pt x="283433" y="6518"/>
                  <a:pt x="0" y="27432"/>
                </a:cubicBezTo>
                <a:cubicBezTo>
                  <a:pt x="-583" y="21140"/>
                  <a:pt x="532" y="8001"/>
                  <a:pt x="0" y="0"/>
                </a:cubicBezTo>
                <a:close/>
              </a:path>
              <a:path w="1371600" h="27432" stroke="0" extrusionOk="0">
                <a:moveTo>
                  <a:pt x="0" y="0"/>
                </a:moveTo>
                <a:cubicBezTo>
                  <a:pt x="220136" y="-18051"/>
                  <a:pt x="430173" y="10591"/>
                  <a:pt x="672084" y="0"/>
                </a:cubicBezTo>
                <a:cubicBezTo>
                  <a:pt x="913995" y="-10591"/>
                  <a:pt x="1164723" y="30754"/>
                  <a:pt x="1371600" y="0"/>
                </a:cubicBezTo>
                <a:cubicBezTo>
                  <a:pt x="1372182" y="10360"/>
                  <a:pt x="1371123" y="21444"/>
                  <a:pt x="1371600" y="27432"/>
                </a:cubicBezTo>
                <a:cubicBezTo>
                  <a:pt x="1072365" y="46142"/>
                  <a:pt x="961528" y="35455"/>
                  <a:pt x="685800" y="27432"/>
                </a:cubicBezTo>
                <a:cubicBezTo>
                  <a:pt x="410072" y="19409"/>
                  <a:pt x="276398" y="11099"/>
                  <a:pt x="0" y="27432"/>
                </a:cubicBezTo>
                <a:cubicBezTo>
                  <a:pt x="1155" y="18353"/>
                  <a:pt x="-485" y="9869"/>
                  <a:pt x="0" y="0"/>
                </a:cubicBezTo>
                <a:close/>
              </a:path>
            </a:pathLst>
          </a:custGeom>
          <a:solidFill>
            <a:srgbClr val="5B63B7"/>
          </a:solidFill>
          <a:ln w="38100" cap="rnd">
            <a:solidFill>
              <a:srgbClr val="5B63B7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22901A9-2FA2-4FF9-8C8C-B9DE9921F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5483" y="5055766"/>
            <a:ext cx="6897626" cy="13992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omic Sans MS"/>
                <a:ea typeface="+mn-lt"/>
                <a:cs typeface="+mn-lt"/>
              </a:rPr>
              <a:t> Replika je </a:t>
            </a:r>
            <a:r>
              <a:rPr lang="en-US" sz="2000" dirty="0" err="1">
                <a:latin typeface="Comic Sans MS"/>
                <a:ea typeface="+mn-lt"/>
                <a:cs typeface="+mn-lt"/>
              </a:rPr>
              <a:t>trenirana</a:t>
            </a:r>
            <a:r>
              <a:rPr lang="en-US" sz="2000" dirty="0">
                <a:latin typeface="Comic Sans MS"/>
                <a:ea typeface="+mn-lt"/>
                <a:cs typeface="+mn-lt"/>
              </a:rPr>
              <a:t> da </a:t>
            </a:r>
            <a:r>
              <a:rPr lang="en-US" sz="2000" dirty="0" err="1">
                <a:latin typeface="Comic Sans MS"/>
                <a:ea typeface="+mn-lt"/>
                <a:cs typeface="+mn-lt"/>
              </a:rPr>
              <a:t>deluje</a:t>
            </a:r>
            <a:r>
              <a:rPr lang="en-US" sz="2000" dirty="0">
                <a:latin typeface="Comic Sans MS"/>
                <a:ea typeface="+mn-lt"/>
                <a:cs typeface="+mn-lt"/>
              </a:rPr>
              <a:t> </a:t>
            </a:r>
            <a:r>
              <a:rPr lang="en-US" sz="2000" dirty="0" err="1">
                <a:latin typeface="Comic Sans MS"/>
                <a:ea typeface="+mn-lt"/>
                <a:cs typeface="+mn-lt"/>
              </a:rPr>
              <a:t>vrlo</a:t>
            </a:r>
            <a:r>
              <a:rPr lang="en-US" sz="2000" dirty="0">
                <a:latin typeface="Comic Sans MS"/>
                <a:ea typeface="+mn-lt"/>
                <a:cs typeface="+mn-lt"/>
              </a:rPr>
              <a:t> </a:t>
            </a:r>
            <a:r>
              <a:rPr lang="en-US" sz="2000" dirty="0" err="1">
                <a:latin typeface="Comic Sans MS"/>
                <a:ea typeface="+mn-lt"/>
                <a:cs typeface="+mn-lt"/>
              </a:rPr>
              <a:t>empatično</a:t>
            </a:r>
            <a:r>
              <a:rPr lang="en-US" sz="2000" dirty="0">
                <a:latin typeface="Comic Sans MS"/>
                <a:ea typeface="+mn-lt"/>
                <a:cs typeface="+mn-lt"/>
              </a:rPr>
              <a:t>, </a:t>
            </a:r>
            <a:r>
              <a:rPr lang="en-US" sz="2000" dirty="0" err="1">
                <a:latin typeface="Comic Sans MS"/>
                <a:ea typeface="+mn-lt"/>
                <a:cs typeface="+mn-lt"/>
              </a:rPr>
              <a:t>prijateljski</a:t>
            </a:r>
            <a:r>
              <a:rPr lang="en-US" sz="2000" dirty="0">
                <a:latin typeface="Comic Sans MS"/>
                <a:ea typeface="+mn-lt"/>
                <a:cs typeface="+mn-lt"/>
              </a:rPr>
              <a:t> </a:t>
            </a:r>
            <a:r>
              <a:rPr lang="en-US" sz="2000" dirty="0" err="1">
                <a:latin typeface="Comic Sans MS"/>
                <a:ea typeface="+mn-lt"/>
                <a:cs typeface="+mn-lt"/>
              </a:rPr>
              <a:t>nastrojeno</a:t>
            </a:r>
            <a:r>
              <a:rPr lang="en-US" sz="2000" dirty="0">
                <a:latin typeface="Comic Sans MS"/>
                <a:ea typeface="+mn-lt"/>
                <a:cs typeface="+mn-lt"/>
              </a:rPr>
              <a:t> </a:t>
            </a:r>
            <a:r>
              <a:rPr lang="en-US" sz="2000" dirty="0" err="1">
                <a:latin typeface="Comic Sans MS"/>
                <a:ea typeface="+mn-lt"/>
                <a:cs typeface="+mn-lt"/>
              </a:rPr>
              <a:t>i</a:t>
            </a:r>
            <a:r>
              <a:rPr lang="en-US" sz="2000" dirty="0">
                <a:latin typeface="Comic Sans MS"/>
                <a:ea typeface="+mn-lt"/>
                <a:cs typeface="+mn-lt"/>
              </a:rPr>
              <a:t> </a:t>
            </a:r>
            <a:r>
              <a:rPr lang="en-US" sz="2000" dirty="0" err="1">
                <a:latin typeface="Comic Sans MS"/>
                <a:ea typeface="+mn-lt"/>
                <a:cs typeface="+mn-lt"/>
              </a:rPr>
              <a:t>antropomorfno</a:t>
            </a:r>
            <a:endParaRPr lang="en-US" sz="2000" dirty="0" err="1">
              <a:latin typeface="Comic Sans M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omic Sans MS"/>
              </a:rPr>
              <a:t>Sa </a:t>
            </a:r>
            <a:r>
              <a:rPr lang="en-US" sz="2000" dirty="0" err="1">
                <a:latin typeface="Comic Sans MS"/>
              </a:rPr>
              <a:t>njom</a:t>
            </a:r>
            <a:r>
              <a:rPr lang="en-US" sz="2000" dirty="0">
                <a:latin typeface="Comic Sans MS"/>
              </a:rPr>
              <a:t> </a:t>
            </a:r>
            <a:r>
              <a:rPr lang="en-US" sz="2000" dirty="0" err="1">
                <a:latin typeface="Comic Sans MS"/>
              </a:rPr>
              <a:t>korisnici</a:t>
            </a:r>
            <a:r>
              <a:rPr lang="en-US" sz="2000" dirty="0">
                <a:latin typeface="Comic Sans MS"/>
              </a:rPr>
              <a:t> </a:t>
            </a:r>
            <a:r>
              <a:rPr lang="en-US" sz="2000" dirty="0" err="1">
                <a:latin typeface="Comic Sans MS"/>
              </a:rPr>
              <a:t>razvijaju</a:t>
            </a:r>
            <a:r>
              <a:rPr lang="en-US" sz="2000" dirty="0">
                <a:latin typeface="Comic Sans MS"/>
              </a:rPr>
              <a:t> </a:t>
            </a:r>
            <a:r>
              <a:rPr lang="en-US" sz="2000" dirty="0" err="1">
                <a:latin typeface="Comic Sans MS"/>
              </a:rPr>
              <a:t>parasocijalni</a:t>
            </a:r>
            <a:r>
              <a:rPr lang="en-US" sz="2000" dirty="0">
                <a:latin typeface="Comic Sans MS"/>
              </a:rPr>
              <a:t> </a:t>
            </a:r>
            <a:r>
              <a:rPr lang="en-US" sz="2000" dirty="0" err="1">
                <a:latin typeface="Comic Sans MS"/>
              </a:rPr>
              <a:t>odnos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065165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5F94E3-3C07-11C1-27B5-C4285828A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BDD1931-9E86-4402-9A68-33A2D9EF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3362FAD-5FC1-23C6-D485-F794EC3E2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5400"/>
              <a:t>Replika - zanimljivosti</a:t>
            </a:r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3CE8AF5E-D374-4CF1-90CC-35CF73B81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9084" y="253288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25450 w 3291840"/>
              <a:gd name="csY1" fmla="*/ 0 h 18288"/>
              <a:gd name="csX2" fmla="*/ 1283818 w 3291840"/>
              <a:gd name="csY2" fmla="*/ 0 h 18288"/>
              <a:gd name="csX3" fmla="*/ 1975104 w 3291840"/>
              <a:gd name="csY3" fmla="*/ 0 h 18288"/>
              <a:gd name="csX4" fmla="*/ 2666390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567635 w 3291840"/>
              <a:gd name="csY7" fmla="*/ 18288 h 18288"/>
              <a:gd name="csX8" fmla="*/ 1843430 w 3291840"/>
              <a:gd name="csY8" fmla="*/ 18288 h 18288"/>
              <a:gd name="csX9" fmla="*/ 1185062 w 3291840"/>
              <a:gd name="csY9" fmla="*/ 18288 h 18288"/>
              <a:gd name="csX10" fmla="*/ 0 w 3291840"/>
              <a:gd name="csY10" fmla="*/ 18288 h 18288"/>
              <a:gd name="csX11" fmla="*/ 0 w 3291840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613" y="5552"/>
                  <a:pt x="489242" y="1770"/>
                  <a:pt x="625450" y="0"/>
                </a:cubicBezTo>
                <a:cubicBezTo>
                  <a:pt x="761658" y="-1770"/>
                  <a:pt x="1015131" y="32079"/>
                  <a:pt x="1283818" y="0"/>
                </a:cubicBezTo>
                <a:cubicBezTo>
                  <a:pt x="1552505" y="-32079"/>
                  <a:pt x="1752773" y="10771"/>
                  <a:pt x="1975104" y="0"/>
                </a:cubicBezTo>
                <a:cubicBezTo>
                  <a:pt x="2197435" y="-10771"/>
                  <a:pt x="2433070" y="21341"/>
                  <a:pt x="2666390" y="0"/>
                </a:cubicBezTo>
                <a:cubicBezTo>
                  <a:pt x="2899710" y="-21341"/>
                  <a:pt x="3028437" y="16612"/>
                  <a:pt x="3291840" y="0"/>
                </a:cubicBezTo>
                <a:cubicBezTo>
                  <a:pt x="3291131" y="8157"/>
                  <a:pt x="3291427" y="12125"/>
                  <a:pt x="3291840" y="18288"/>
                </a:cubicBezTo>
                <a:cubicBezTo>
                  <a:pt x="3043276" y="37868"/>
                  <a:pt x="2921041" y="-12908"/>
                  <a:pt x="2567635" y="18288"/>
                </a:cubicBezTo>
                <a:cubicBezTo>
                  <a:pt x="2214230" y="49484"/>
                  <a:pt x="2189623" y="-13019"/>
                  <a:pt x="1843430" y="18288"/>
                </a:cubicBezTo>
                <a:cubicBezTo>
                  <a:pt x="1497237" y="49595"/>
                  <a:pt x="1492584" y="29180"/>
                  <a:pt x="1185062" y="18288"/>
                </a:cubicBezTo>
                <a:cubicBezTo>
                  <a:pt x="877540" y="7396"/>
                  <a:pt x="313238" y="464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281971" y="23935"/>
                  <a:pt x="485873" y="-14021"/>
                  <a:pt x="625450" y="0"/>
                </a:cubicBezTo>
                <a:cubicBezTo>
                  <a:pt x="765027" y="14021"/>
                  <a:pt x="1048900" y="27914"/>
                  <a:pt x="1185062" y="0"/>
                </a:cubicBezTo>
                <a:cubicBezTo>
                  <a:pt x="1321224" y="-27914"/>
                  <a:pt x="1648252" y="-3988"/>
                  <a:pt x="1909267" y="0"/>
                </a:cubicBezTo>
                <a:cubicBezTo>
                  <a:pt x="2170282" y="3988"/>
                  <a:pt x="2301957" y="25891"/>
                  <a:pt x="2534717" y="0"/>
                </a:cubicBezTo>
                <a:cubicBezTo>
                  <a:pt x="2767477" y="-25891"/>
                  <a:pt x="3078800" y="21500"/>
                  <a:pt x="3291840" y="0"/>
                </a:cubicBezTo>
                <a:cubicBezTo>
                  <a:pt x="3291576" y="4493"/>
                  <a:pt x="3292224" y="9472"/>
                  <a:pt x="3291840" y="18288"/>
                </a:cubicBezTo>
                <a:cubicBezTo>
                  <a:pt x="3120474" y="15714"/>
                  <a:pt x="2816568" y="4633"/>
                  <a:pt x="2633472" y="18288"/>
                </a:cubicBezTo>
                <a:cubicBezTo>
                  <a:pt x="2450376" y="31943"/>
                  <a:pt x="2160769" y="37350"/>
                  <a:pt x="1909267" y="18288"/>
                </a:cubicBezTo>
                <a:cubicBezTo>
                  <a:pt x="1657765" y="-774"/>
                  <a:pt x="1623992" y="9648"/>
                  <a:pt x="1349654" y="18288"/>
                </a:cubicBezTo>
                <a:cubicBezTo>
                  <a:pt x="1075316" y="26928"/>
                  <a:pt x="833426" y="34181"/>
                  <a:pt x="691286" y="18288"/>
                </a:cubicBezTo>
                <a:cubicBezTo>
                  <a:pt x="549146" y="2395"/>
                  <a:pt x="342011" y="24201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5B63B7"/>
          </a:solidFill>
          <a:ln w="38100" cap="rnd">
            <a:solidFill>
              <a:srgbClr val="5B63B7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7BBAAE7F-5D03-8B61-F675-BC286AF037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/>
              <a:t>Preko 40 miliona registrovanih korisnika</a:t>
            </a:r>
          </a:p>
          <a:p>
            <a:pPr>
              <a:lnSpc>
                <a:spcPct val="100000"/>
              </a:lnSpc>
            </a:pPr>
            <a:r>
              <a:rPr lang="en-US"/>
              <a:t>Godišnje se razmeni više od milijardu poruka</a:t>
            </a:r>
          </a:p>
          <a:p>
            <a:pPr>
              <a:lnSpc>
                <a:spcPct val="100000"/>
              </a:lnSpc>
            </a:pPr>
            <a:r>
              <a:rPr lang="en-US"/>
              <a:t>Dnevno aktivni korisnici razmenjuju oko 70 poruka</a:t>
            </a:r>
          </a:p>
          <a:p>
            <a:pPr>
              <a:lnSpc>
                <a:spcPct val="100000"/>
              </a:lnSpc>
            </a:pPr>
            <a:r>
              <a:rPr lang="en-US"/>
              <a:t>60% onih koji plaćaju premium verziju definiše odnos sa Replikom kao romantičnu vezu</a:t>
            </a:r>
          </a:p>
          <a:p>
            <a:pPr>
              <a:lnSpc>
                <a:spcPct val="100000"/>
              </a:lnSpc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432BBF-C825-3E6A-ADBB-EC1346388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29216" y="6356350"/>
            <a:ext cx="1828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C18C1E5-FB55-42F5-BD6D-9CC153FCDBE6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5755403" y="1971579"/>
              <a:ext cx="360" cy="21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37403" y="1956150"/>
                <a:ext cx="36000" cy="32709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Content Placeholder 5" descr="A screenshot of a replika&#10;&#10;AI-generated content may be incorrect.">
            <a:extLst>
              <a:ext uri="{FF2B5EF4-FFF2-40B4-BE49-F238E27FC236}">
                <a16:creationId xmlns:a16="http://schemas.microsoft.com/office/drawing/2014/main" id="{2F4D4749-6B0F-B769-B0FE-D101B72634F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4654296" y="1738151"/>
            <a:ext cx="7119963" cy="380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696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8A24C2-F046-DA49-914F-955AD9FA3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EBDD1931-9E86-4402-9A68-33A2D9EF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D2268A-D939-4E78-91B6-6C7E46406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person sitting on a couch talking to a person&#10;&#10;AI-generated content may be incorrect.">
            <a:extLst>
              <a:ext uri="{FF2B5EF4-FFF2-40B4-BE49-F238E27FC236}">
                <a16:creationId xmlns:a16="http://schemas.microsoft.com/office/drawing/2014/main" id="{027443EB-5DD8-1956-FE84-A06128DCA86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7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9000"/>
                    </a14:imgEffect>
                  </a14:imgLayer>
                </a14:imgProps>
              </a:ext>
            </a:extLst>
          </a:blip>
          <a:srcRect l="11279" t="34381" r="16013" b="9071"/>
          <a:stretch>
            <a:fillRect/>
          </a:stretch>
        </p:blipFill>
        <p:spPr>
          <a:xfrm>
            <a:off x="-4983" y="11"/>
            <a:ext cx="12196668" cy="6858813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F41C58D-F1A7-3CF6-4173-8AFC963BF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125" y="853673"/>
            <a:ext cx="4586576" cy="50047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400" dirty="0">
                <a:latin typeface="Comic Sans MS"/>
              </a:rPr>
              <a:t>Chatbot-</a:t>
            </a:r>
            <a:r>
              <a:rPr lang="en-US" sz="5400" dirty="0" err="1">
                <a:latin typeface="Comic Sans MS"/>
              </a:rPr>
              <a:t>ovi</a:t>
            </a:r>
            <a:r>
              <a:rPr lang="en-US" sz="5400" dirty="0">
                <a:latin typeface="Comic Sans MS"/>
              </a:rPr>
              <a:t> za </a:t>
            </a:r>
            <a:r>
              <a:rPr lang="en-US" sz="5400" dirty="0" err="1">
                <a:latin typeface="Comic Sans MS"/>
              </a:rPr>
              <a:t>dostupniju</a:t>
            </a:r>
            <a:r>
              <a:rPr lang="en-US" sz="5400" dirty="0">
                <a:latin typeface="Comic Sans MS"/>
              </a:rPr>
              <a:t> </a:t>
            </a:r>
            <a:r>
              <a:rPr lang="en-US" sz="5400" dirty="0" err="1">
                <a:latin typeface="Comic Sans MS"/>
              </a:rPr>
              <a:t>psihološku</a:t>
            </a:r>
            <a:r>
              <a:rPr lang="en-US" sz="5400" dirty="0">
                <a:latin typeface="Comic Sans MS"/>
              </a:rPr>
              <a:t> </a:t>
            </a:r>
            <a:r>
              <a:rPr lang="en-US" sz="5400" dirty="0" err="1">
                <a:latin typeface="Comic Sans MS"/>
              </a:rPr>
              <a:t>pomoć</a:t>
            </a:r>
            <a:endParaRPr lang="en-US" sz="5400" dirty="0">
              <a:latin typeface="Comic Sans MS"/>
            </a:endParaRP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D0D3E896-D8F8-96D7-A41D-63B7C1A3F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9083" y="853673"/>
            <a:ext cx="5715000" cy="5004794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24" name="sketchy content container">
            <a:extLst>
              <a:ext uri="{FF2B5EF4-FFF2-40B4-BE49-F238E27FC236}">
                <a16:creationId xmlns:a16="http://schemas.microsoft.com/office/drawing/2014/main" id="{E0C43A58-225D-452D-8185-0D89D1EED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8921" y="493776"/>
            <a:ext cx="6229604" cy="5722227"/>
          </a:xfrm>
          <a:custGeom>
            <a:avLst/>
            <a:gdLst>
              <a:gd name="csX0" fmla="*/ 0 w 6229604"/>
              <a:gd name="csY0" fmla="*/ 0 h 5722227"/>
              <a:gd name="csX1" fmla="*/ 629882 w 6229604"/>
              <a:gd name="csY1" fmla="*/ 0 h 5722227"/>
              <a:gd name="csX2" fmla="*/ 1135172 w 6229604"/>
              <a:gd name="csY2" fmla="*/ 0 h 5722227"/>
              <a:gd name="csX3" fmla="*/ 1951943 w 6229604"/>
              <a:gd name="csY3" fmla="*/ 0 h 5722227"/>
              <a:gd name="csX4" fmla="*/ 2581825 w 6229604"/>
              <a:gd name="csY4" fmla="*/ 0 h 5722227"/>
              <a:gd name="csX5" fmla="*/ 3211707 w 6229604"/>
              <a:gd name="csY5" fmla="*/ 0 h 5722227"/>
              <a:gd name="csX6" fmla="*/ 4028477 w 6229604"/>
              <a:gd name="csY6" fmla="*/ 0 h 5722227"/>
              <a:gd name="csX7" fmla="*/ 4596063 w 6229604"/>
              <a:gd name="csY7" fmla="*/ 0 h 5722227"/>
              <a:gd name="csX8" fmla="*/ 5412834 w 6229604"/>
              <a:gd name="csY8" fmla="*/ 0 h 5722227"/>
              <a:gd name="csX9" fmla="*/ 6229604 w 6229604"/>
              <a:gd name="csY9" fmla="*/ 0 h 5722227"/>
              <a:gd name="csX10" fmla="*/ 6229604 w 6229604"/>
              <a:gd name="csY10" fmla="*/ 635803 h 5722227"/>
              <a:gd name="csX11" fmla="*/ 6229604 w 6229604"/>
              <a:gd name="csY11" fmla="*/ 1271606 h 5722227"/>
              <a:gd name="csX12" fmla="*/ 6229604 w 6229604"/>
              <a:gd name="csY12" fmla="*/ 1964631 h 5722227"/>
              <a:gd name="csX13" fmla="*/ 6229604 w 6229604"/>
              <a:gd name="csY13" fmla="*/ 2428767 h 5722227"/>
              <a:gd name="csX14" fmla="*/ 6229604 w 6229604"/>
              <a:gd name="csY14" fmla="*/ 3064570 h 5722227"/>
              <a:gd name="csX15" fmla="*/ 6229604 w 6229604"/>
              <a:gd name="csY15" fmla="*/ 3700373 h 5722227"/>
              <a:gd name="csX16" fmla="*/ 6229604 w 6229604"/>
              <a:gd name="csY16" fmla="*/ 4336176 h 5722227"/>
              <a:gd name="csX17" fmla="*/ 6229604 w 6229604"/>
              <a:gd name="csY17" fmla="*/ 5029202 h 5722227"/>
              <a:gd name="csX18" fmla="*/ 6229604 w 6229604"/>
              <a:gd name="csY18" fmla="*/ 5722227 h 5722227"/>
              <a:gd name="csX19" fmla="*/ 5475130 w 6229604"/>
              <a:gd name="csY19" fmla="*/ 5722227 h 5722227"/>
              <a:gd name="csX20" fmla="*/ 4907544 w 6229604"/>
              <a:gd name="csY20" fmla="*/ 5722227 h 5722227"/>
              <a:gd name="csX21" fmla="*/ 4090773 w 6229604"/>
              <a:gd name="csY21" fmla="*/ 5722227 h 5722227"/>
              <a:gd name="csX22" fmla="*/ 3398595 w 6229604"/>
              <a:gd name="csY22" fmla="*/ 5722227 h 5722227"/>
              <a:gd name="csX23" fmla="*/ 2831009 w 6229604"/>
              <a:gd name="csY23" fmla="*/ 5722227 h 5722227"/>
              <a:gd name="csX24" fmla="*/ 2138831 w 6229604"/>
              <a:gd name="csY24" fmla="*/ 5722227 h 5722227"/>
              <a:gd name="csX25" fmla="*/ 1633541 w 6229604"/>
              <a:gd name="csY25" fmla="*/ 5722227 h 5722227"/>
              <a:gd name="csX26" fmla="*/ 1128251 w 6229604"/>
              <a:gd name="csY26" fmla="*/ 5722227 h 5722227"/>
              <a:gd name="csX27" fmla="*/ 0 w 6229604"/>
              <a:gd name="csY27" fmla="*/ 5722227 h 5722227"/>
              <a:gd name="csX28" fmla="*/ 0 w 6229604"/>
              <a:gd name="csY28" fmla="*/ 5200869 h 5722227"/>
              <a:gd name="csX29" fmla="*/ 0 w 6229604"/>
              <a:gd name="csY29" fmla="*/ 4450621 h 5722227"/>
              <a:gd name="csX30" fmla="*/ 0 w 6229604"/>
              <a:gd name="csY30" fmla="*/ 3872040 h 5722227"/>
              <a:gd name="csX31" fmla="*/ 0 w 6229604"/>
              <a:gd name="csY31" fmla="*/ 3407904 h 5722227"/>
              <a:gd name="csX32" fmla="*/ 0 w 6229604"/>
              <a:gd name="csY32" fmla="*/ 2714879 h 5722227"/>
              <a:gd name="csX33" fmla="*/ 0 w 6229604"/>
              <a:gd name="csY33" fmla="*/ 2193520 h 5722227"/>
              <a:gd name="csX34" fmla="*/ 0 w 6229604"/>
              <a:gd name="csY34" fmla="*/ 1500495 h 5722227"/>
              <a:gd name="csX35" fmla="*/ 0 w 6229604"/>
              <a:gd name="csY35" fmla="*/ 750248 h 5722227"/>
              <a:gd name="csX36" fmla="*/ 0 w 6229604"/>
              <a:gd name="csY36" fmla="*/ 0 h 5722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6229604" h="5722227" extrusionOk="0">
                <a:moveTo>
                  <a:pt x="0" y="0"/>
                </a:moveTo>
                <a:cubicBezTo>
                  <a:pt x="134765" y="733"/>
                  <a:pt x="359555" y="-15387"/>
                  <a:pt x="629882" y="0"/>
                </a:cubicBezTo>
                <a:cubicBezTo>
                  <a:pt x="900209" y="15387"/>
                  <a:pt x="965450" y="15937"/>
                  <a:pt x="1135172" y="0"/>
                </a:cubicBezTo>
                <a:cubicBezTo>
                  <a:pt x="1304894" y="-15937"/>
                  <a:pt x="1787212" y="10921"/>
                  <a:pt x="1951943" y="0"/>
                </a:cubicBezTo>
                <a:cubicBezTo>
                  <a:pt x="2116674" y="-10921"/>
                  <a:pt x="2378222" y="13313"/>
                  <a:pt x="2581825" y="0"/>
                </a:cubicBezTo>
                <a:cubicBezTo>
                  <a:pt x="2785428" y="-13313"/>
                  <a:pt x="2915218" y="19972"/>
                  <a:pt x="3211707" y="0"/>
                </a:cubicBezTo>
                <a:cubicBezTo>
                  <a:pt x="3508196" y="-19972"/>
                  <a:pt x="3832828" y="-34359"/>
                  <a:pt x="4028477" y="0"/>
                </a:cubicBezTo>
                <a:cubicBezTo>
                  <a:pt x="4224126" y="34359"/>
                  <a:pt x="4361257" y="4467"/>
                  <a:pt x="4596063" y="0"/>
                </a:cubicBezTo>
                <a:cubicBezTo>
                  <a:pt x="4830869" y="-4467"/>
                  <a:pt x="5091403" y="-7365"/>
                  <a:pt x="5412834" y="0"/>
                </a:cubicBezTo>
                <a:cubicBezTo>
                  <a:pt x="5734265" y="7365"/>
                  <a:pt x="6034988" y="-26786"/>
                  <a:pt x="6229604" y="0"/>
                </a:cubicBezTo>
                <a:cubicBezTo>
                  <a:pt x="6208296" y="256153"/>
                  <a:pt x="6219810" y="335049"/>
                  <a:pt x="6229604" y="635803"/>
                </a:cubicBezTo>
                <a:cubicBezTo>
                  <a:pt x="6239398" y="936557"/>
                  <a:pt x="6230184" y="1092448"/>
                  <a:pt x="6229604" y="1271606"/>
                </a:cubicBezTo>
                <a:cubicBezTo>
                  <a:pt x="6229024" y="1450764"/>
                  <a:pt x="6217841" y="1797531"/>
                  <a:pt x="6229604" y="1964631"/>
                </a:cubicBezTo>
                <a:cubicBezTo>
                  <a:pt x="6241367" y="2131731"/>
                  <a:pt x="6220367" y="2235822"/>
                  <a:pt x="6229604" y="2428767"/>
                </a:cubicBezTo>
                <a:cubicBezTo>
                  <a:pt x="6238841" y="2621712"/>
                  <a:pt x="6220929" y="2925917"/>
                  <a:pt x="6229604" y="3064570"/>
                </a:cubicBezTo>
                <a:cubicBezTo>
                  <a:pt x="6238279" y="3203223"/>
                  <a:pt x="6256755" y="3501958"/>
                  <a:pt x="6229604" y="3700373"/>
                </a:cubicBezTo>
                <a:cubicBezTo>
                  <a:pt x="6202453" y="3898788"/>
                  <a:pt x="6201714" y="4046823"/>
                  <a:pt x="6229604" y="4336176"/>
                </a:cubicBezTo>
                <a:cubicBezTo>
                  <a:pt x="6257494" y="4625529"/>
                  <a:pt x="6258821" y="4774033"/>
                  <a:pt x="6229604" y="5029202"/>
                </a:cubicBezTo>
                <a:cubicBezTo>
                  <a:pt x="6200387" y="5284371"/>
                  <a:pt x="6233334" y="5383875"/>
                  <a:pt x="6229604" y="5722227"/>
                </a:cubicBezTo>
                <a:cubicBezTo>
                  <a:pt x="6016393" y="5707881"/>
                  <a:pt x="5684528" y="5751176"/>
                  <a:pt x="5475130" y="5722227"/>
                </a:cubicBezTo>
                <a:cubicBezTo>
                  <a:pt x="5265732" y="5693278"/>
                  <a:pt x="5082862" y="5732690"/>
                  <a:pt x="4907544" y="5722227"/>
                </a:cubicBezTo>
                <a:cubicBezTo>
                  <a:pt x="4732226" y="5711764"/>
                  <a:pt x="4474837" y="5716289"/>
                  <a:pt x="4090773" y="5722227"/>
                </a:cubicBezTo>
                <a:cubicBezTo>
                  <a:pt x="3706709" y="5728165"/>
                  <a:pt x="3645902" y="5723973"/>
                  <a:pt x="3398595" y="5722227"/>
                </a:cubicBezTo>
                <a:cubicBezTo>
                  <a:pt x="3151288" y="5720481"/>
                  <a:pt x="3001606" y="5732695"/>
                  <a:pt x="2831009" y="5722227"/>
                </a:cubicBezTo>
                <a:cubicBezTo>
                  <a:pt x="2660412" y="5711759"/>
                  <a:pt x="2424161" y="5689878"/>
                  <a:pt x="2138831" y="5722227"/>
                </a:cubicBezTo>
                <a:cubicBezTo>
                  <a:pt x="1853501" y="5754576"/>
                  <a:pt x="1788223" y="5720540"/>
                  <a:pt x="1633541" y="5722227"/>
                </a:cubicBezTo>
                <a:cubicBezTo>
                  <a:pt x="1478859" y="5723915"/>
                  <a:pt x="1324151" y="5739059"/>
                  <a:pt x="1128251" y="5722227"/>
                </a:cubicBezTo>
                <a:cubicBezTo>
                  <a:pt x="932351" y="5705396"/>
                  <a:pt x="522340" y="5691488"/>
                  <a:pt x="0" y="5722227"/>
                </a:cubicBezTo>
                <a:cubicBezTo>
                  <a:pt x="-8445" y="5596771"/>
                  <a:pt x="-11215" y="5344833"/>
                  <a:pt x="0" y="5200869"/>
                </a:cubicBezTo>
                <a:cubicBezTo>
                  <a:pt x="11215" y="5056905"/>
                  <a:pt x="20310" y="4693766"/>
                  <a:pt x="0" y="4450621"/>
                </a:cubicBezTo>
                <a:cubicBezTo>
                  <a:pt x="-20310" y="4207476"/>
                  <a:pt x="817" y="4075053"/>
                  <a:pt x="0" y="3872040"/>
                </a:cubicBezTo>
                <a:cubicBezTo>
                  <a:pt x="-817" y="3669027"/>
                  <a:pt x="-21729" y="3595882"/>
                  <a:pt x="0" y="3407904"/>
                </a:cubicBezTo>
                <a:cubicBezTo>
                  <a:pt x="21729" y="3219926"/>
                  <a:pt x="-30605" y="3052469"/>
                  <a:pt x="0" y="2714879"/>
                </a:cubicBezTo>
                <a:cubicBezTo>
                  <a:pt x="30605" y="2377289"/>
                  <a:pt x="-16081" y="2430808"/>
                  <a:pt x="0" y="2193520"/>
                </a:cubicBezTo>
                <a:cubicBezTo>
                  <a:pt x="16081" y="1956232"/>
                  <a:pt x="18120" y="1817979"/>
                  <a:pt x="0" y="1500495"/>
                </a:cubicBezTo>
                <a:cubicBezTo>
                  <a:pt x="-18120" y="1183011"/>
                  <a:pt x="23969" y="972269"/>
                  <a:pt x="0" y="750248"/>
                </a:cubicBezTo>
                <a:cubicBezTo>
                  <a:pt x="-23969" y="528227"/>
                  <a:pt x="-3769" y="358360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2A76E1-3D0B-CDE0-87AF-26BCC93F3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39466" y="6356350"/>
            <a:ext cx="127461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C18C1E5-FB55-42F5-BD6D-9CC153FCDBE6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669D94-3EF1-5AA6-09D3-F639B7D7C192}"/>
              </a:ext>
            </a:extLst>
          </p:cNvPr>
          <p:cNvSpPr txBox="1"/>
          <p:nvPr/>
        </p:nvSpPr>
        <p:spPr>
          <a:xfrm>
            <a:off x="6304313" y="1860544"/>
            <a:ext cx="4250776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 err="1">
                <a:latin typeface="Comic Sans MS"/>
              </a:rPr>
              <a:t>Anksioznost</a:t>
            </a:r>
            <a:r>
              <a:rPr lang="en-US" dirty="0">
                <a:latin typeface="Comic Sans MS"/>
              </a:rPr>
              <a:t> </a:t>
            </a:r>
            <a:r>
              <a:rPr lang="sr-Latn-RS" dirty="0">
                <a:latin typeface="Comic Sans MS"/>
              </a:rPr>
              <a:t>i</a:t>
            </a:r>
            <a:r>
              <a:rPr lang="en-US" dirty="0">
                <a:latin typeface="Comic Sans MS"/>
              </a:rPr>
              <a:t> </a:t>
            </a:r>
            <a:r>
              <a:rPr lang="en-US" dirty="0" err="1">
                <a:latin typeface="Comic Sans MS"/>
              </a:rPr>
              <a:t>depresija</a:t>
            </a:r>
            <a:r>
              <a:rPr lang="en-US" dirty="0">
                <a:latin typeface="Comic Sans MS"/>
              </a:rPr>
              <a:t> </a:t>
            </a:r>
            <a:r>
              <a:rPr lang="en-US" dirty="0" err="1">
                <a:latin typeface="Comic Sans MS"/>
              </a:rPr>
              <a:t>čine</a:t>
            </a:r>
            <a:r>
              <a:rPr lang="en-US" dirty="0">
                <a:latin typeface="Comic Sans MS"/>
              </a:rPr>
              <a:t> 9.1% </a:t>
            </a:r>
            <a:r>
              <a:rPr lang="en-US" dirty="0" err="1">
                <a:latin typeface="Comic Sans MS"/>
              </a:rPr>
              <a:t>svih</a:t>
            </a:r>
            <a:r>
              <a:rPr lang="en-US" dirty="0">
                <a:latin typeface="Comic Sans MS"/>
              </a:rPr>
              <a:t> </a:t>
            </a:r>
            <a:r>
              <a:rPr lang="en-US" dirty="0" err="1">
                <a:latin typeface="Comic Sans MS"/>
              </a:rPr>
              <a:t>oboljenja</a:t>
            </a:r>
            <a:r>
              <a:rPr lang="en-US" dirty="0">
                <a:latin typeface="Comic Sans MS"/>
              </a:rPr>
              <a:t> u </a:t>
            </a:r>
            <a:r>
              <a:rPr lang="en-US" dirty="0" err="1">
                <a:latin typeface="Comic Sans MS"/>
              </a:rPr>
              <a:t>svetu</a:t>
            </a:r>
            <a:endParaRPr lang="en-US" dirty="0">
              <a:latin typeface="Comic Sans MS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Comic Sans MS"/>
              </a:rPr>
              <a:t>Učestalost</a:t>
            </a:r>
            <a:r>
              <a:rPr lang="en-US" dirty="0">
                <a:latin typeface="Comic Sans MS"/>
              </a:rPr>
              <a:t> </a:t>
            </a:r>
            <a:r>
              <a:rPr lang="en-US" dirty="0" err="1">
                <a:latin typeface="Comic Sans MS"/>
              </a:rPr>
              <a:t>ovih</a:t>
            </a:r>
            <a:r>
              <a:rPr lang="en-US" dirty="0">
                <a:latin typeface="Comic Sans MS"/>
              </a:rPr>
              <a:t> </a:t>
            </a:r>
            <a:r>
              <a:rPr lang="en-US" dirty="0" err="1">
                <a:latin typeface="Comic Sans MS"/>
              </a:rPr>
              <a:t>poremećaja</a:t>
            </a:r>
            <a:r>
              <a:rPr lang="en-US" dirty="0">
                <a:latin typeface="Comic Sans MS"/>
              </a:rPr>
              <a:t> je u </a:t>
            </a:r>
            <a:r>
              <a:rPr lang="en-US" dirty="0" err="1">
                <a:latin typeface="Comic Sans MS"/>
              </a:rPr>
              <a:t>poslednjih</a:t>
            </a:r>
            <a:r>
              <a:rPr lang="en-US" dirty="0">
                <a:latin typeface="Comic Sans MS"/>
              </a:rPr>
              <a:t> 36 </a:t>
            </a:r>
            <a:r>
              <a:rPr lang="en-US" dirty="0" err="1">
                <a:latin typeface="Comic Sans MS"/>
              </a:rPr>
              <a:t>godina</a:t>
            </a:r>
            <a:r>
              <a:rPr lang="en-US" dirty="0">
                <a:latin typeface="Comic Sans MS"/>
              </a:rPr>
              <a:t> </a:t>
            </a:r>
            <a:r>
              <a:rPr lang="en-US" dirty="0" err="1">
                <a:latin typeface="Comic Sans MS"/>
              </a:rPr>
              <a:t>porasla</a:t>
            </a:r>
            <a:r>
              <a:rPr lang="en-US" dirty="0">
                <a:latin typeface="Comic Sans MS"/>
              </a:rPr>
              <a:t> za </a:t>
            </a:r>
            <a:r>
              <a:rPr lang="en-US" dirty="0" err="1">
                <a:latin typeface="Comic Sans MS"/>
              </a:rPr>
              <a:t>između</a:t>
            </a:r>
            <a:r>
              <a:rPr lang="en-US" dirty="0">
                <a:latin typeface="Comic Sans MS"/>
              </a:rPr>
              <a:t> 13 </a:t>
            </a:r>
            <a:r>
              <a:rPr lang="en-US" dirty="0" err="1">
                <a:latin typeface="Comic Sans MS"/>
              </a:rPr>
              <a:t>i</a:t>
            </a:r>
            <a:r>
              <a:rPr lang="en-US" dirty="0">
                <a:latin typeface="Comic Sans MS"/>
              </a:rPr>
              <a:t> 18%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Comic Sans MS"/>
              </a:rPr>
              <a:t>Procenjuje</a:t>
            </a:r>
            <a:r>
              <a:rPr lang="en-US" dirty="0">
                <a:latin typeface="Comic Sans MS"/>
              </a:rPr>
              <a:t> se da </a:t>
            </a:r>
            <a:r>
              <a:rPr lang="en-US" dirty="0" err="1">
                <a:latin typeface="Comic Sans MS"/>
              </a:rPr>
              <a:t>svaka</a:t>
            </a:r>
            <a:r>
              <a:rPr lang="en-US" dirty="0">
                <a:latin typeface="Comic Sans MS"/>
              </a:rPr>
              <a:t> </a:t>
            </a:r>
            <a:r>
              <a:rPr lang="en-US" dirty="0" err="1">
                <a:latin typeface="Comic Sans MS"/>
              </a:rPr>
              <a:t>treća</a:t>
            </a:r>
            <a:r>
              <a:rPr lang="en-US" dirty="0">
                <a:latin typeface="Comic Sans MS"/>
              </a:rPr>
              <a:t> </a:t>
            </a:r>
            <a:r>
              <a:rPr lang="en-US" dirty="0" err="1">
                <a:latin typeface="Comic Sans MS"/>
              </a:rPr>
              <a:t>žena</a:t>
            </a:r>
            <a:r>
              <a:rPr lang="en-US" dirty="0">
                <a:latin typeface="Comic Sans MS"/>
              </a:rPr>
              <a:t> </a:t>
            </a:r>
            <a:r>
              <a:rPr lang="en-US" dirty="0" err="1">
                <a:latin typeface="Comic Sans MS"/>
              </a:rPr>
              <a:t>i</a:t>
            </a:r>
            <a:r>
              <a:rPr lang="en-US" dirty="0">
                <a:latin typeface="Comic Sans MS"/>
              </a:rPr>
              <a:t> </a:t>
            </a:r>
            <a:r>
              <a:rPr lang="en-US" dirty="0" err="1">
                <a:latin typeface="Comic Sans MS"/>
              </a:rPr>
              <a:t>svaki</a:t>
            </a:r>
            <a:r>
              <a:rPr lang="en-US" dirty="0">
                <a:latin typeface="Comic Sans MS"/>
              </a:rPr>
              <a:t> </a:t>
            </a:r>
            <a:r>
              <a:rPr lang="en-US" dirty="0" err="1">
                <a:latin typeface="Comic Sans MS"/>
              </a:rPr>
              <a:t>peti</a:t>
            </a:r>
            <a:r>
              <a:rPr lang="en-US" dirty="0">
                <a:latin typeface="Comic Sans MS"/>
              </a:rPr>
              <a:t> </a:t>
            </a:r>
            <a:r>
              <a:rPr lang="en-US" dirty="0" err="1">
                <a:latin typeface="Comic Sans MS"/>
              </a:rPr>
              <a:t>muškarac</a:t>
            </a:r>
            <a:r>
              <a:rPr lang="en-US" dirty="0">
                <a:latin typeface="Comic Sans MS"/>
              </a:rPr>
              <a:t> </a:t>
            </a:r>
            <a:r>
              <a:rPr lang="en-US" dirty="0" err="1">
                <a:latin typeface="Comic Sans MS"/>
              </a:rPr>
              <a:t>prođu</a:t>
            </a:r>
            <a:r>
              <a:rPr lang="en-US" dirty="0">
                <a:latin typeface="Comic Sans MS"/>
              </a:rPr>
              <a:t> </a:t>
            </a:r>
            <a:r>
              <a:rPr lang="en-US" dirty="0" err="1">
                <a:latin typeface="Comic Sans MS"/>
              </a:rPr>
              <a:t>kroz</a:t>
            </a:r>
            <a:r>
              <a:rPr lang="en-US" dirty="0">
                <a:latin typeface="Comic Sans MS"/>
              </a:rPr>
              <a:t> </a:t>
            </a:r>
            <a:r>
              <a:rPr lang="en-US" dirty="0" err="1">
                <a:latin typeface="Comic Sans MS"/>
              </a:rPr>
              <a:t>težak</a:t>
            </a:r>
            <a:r>
              <a:rPr lang="en-US" dirty="0">
                <a:latin typeface="Comic Sans MS"/>
              </a:rPr>
              <a:t> </a:t>
            </a:r>
            <a:r>
              <a:rPr lang="en-US" dirty="0" err="1">
                <a:latin typeface="Comic Sans MS"/>
              </a:rPr>
              <a:t>oblik</a:t>
            </a:r>
            <a:r>
              <a:rPr lang="en-US" dirty="0">
                <a:latin typeface="Comic Sans MS"/>
              </a:rPr>
              <a:t> </a:t>
            </a:r>
            <a:r>
              <a:rPr lang="en-US" dirty="0" err="1">
                <a:latin typeface="Comic Sans MS"/>
              </a:rPr>
              <a:t>depresije</a:t>
            </a:r>
            <a:r>
              <a:rPr lang="en-US" dirty="0">
                <a:latin typeface="Comic Sans MS"/>
              </a:rPr>
              <a:t> </a:t>
            </a:r>
            <a:r>
              <a:rPr lang="en-US" dirty="0" err="1">
                <a:latin typeface="Comic Sans MS"/>
              </a:rPr>
              <a:t>tokom</a:t>
            </a:r>
            <a:r>
              <a:rPr lang="en-US" dirty="0">
                <a:latin typeface="Comic Sans MS"/>
              </a:rPr>
              <a:t> </a:t>
            </a:r>
            <a:r>
              <a:rPr lang="en-US" dirty="0" err="1">
                <a:latin typeface="Comic Sans MS"/>
              </a:rPr>
              <a:t>života</a:t>
            </a:r>
            <a:endParaRPr lang="en-US" dirty="0">
              <a:latin typeface="Comic Sans MS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Comic Sans MS"/>
              </a:rPr>
              <a:t>Psihološka</a:t>
            </a:r>
            <a:r>
              <a:rPr lang="en-US" dirty="0">
                <a:latin typeface="Comic Sans MS"/>
              </a:rPr>
              <a:t> </a:t>
            </a:r>
            <a:r>
              <a:rPr lang="en-US" dirty="0" err="1">
                <a:latin typeface="Comic Sans MS"/>
              </a:rPr>
              <a:t>pomoć</a:t>
            </a:r>
            <a:r>
              <a:rPr lang="en-US" dirty="0">
                <a:latin typeface="Comic Sans MS"/>
              </a:rPr>
              <a:t> je </a:t>
            </a:r>
            <a:r>
              <a:rPr lang="en-US" dirty="0" err="1">
                <a:latin typeface="Comic Sans MS"/>
              </a:rPr>
              <a:t>još</a:t>
            </a:r>
            <a:r>
              <a:rPr lang="en-US" dirty="0">
                <a:latin typeface="Comic Sans MS"/>
              </a:rPr>
              <a:t> </a:t>
            </a:r>
            <a:r>
              <a:rPr lang="en-US" dirty="0" err="1">
                <a:latin typeface="Comic Sans MS"/>
              </a:rPr>
              <a:t>uvek</a:t>
            </a:r>
            <a:r>
              <a:rPr lang="en-US" dirty="0">
                <a:latin typeface="Comic Sans MS"/>
              </a:rPr>
              <a:t> </a:t>
            </a:r>
            <a:r>
              <a:rPr lang="en-US" dirty="0" err="1">
                <a:latin typeface="Comic Sans MS"/>
              </a:rPr>
              <a:t>često</a:t>
            </a:r>
            <a:r>
              <a:rPr lang="en-US" dirty="0">
                <a:latin typeface="Comic Sans MS"/>
              </a:rPr>
              <a:t> </a:t>
            </a:r>
            <a:r>
              <a:rPr lang="en-US" dirty="0" err="1">
                <a:latin typeface="Comic Sans MS"/>
              </a:rPr>
              <a:t>nedostupna</a:t>
            </a:r>
            <a:endParaRPr lang="en-US" dirty="0">
              <a:latin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5626084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BDD1931-9E86-4402-9A68-33A2D9EF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2328C31-93A8-4C77-B2C9-1705F82706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153F4F-A16A-4B8B-9227-2EB4EFA02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6581" y="640823"/>
            <a:ext cx="3531616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 dirty="0">
                <a:solidFill>
                  <a:schemeClr val="tx1"/>
                </a:solidFill>
                <a:latin typeface="Comic Sans MS"/>
              </a:rPr>
              <a:t>Chatbot-</a:t>
            </a:r>
            <a:r>
              <a:rPr lang="en-US" sz="3600" dirty="0" err="1">
                <a:solidFill>
                  <a:schemeClr val="tx1"/>
                </a:solidFill>
                <a:latin typeface="Comic Sans MS"/>
              </a:rPr>
              <a:t>ovi</a:t>
            </a:r>
            <a:r>
              <a:rPr lang="en-US" sz="3600" dirty="0">
                <a:solidFill>
                  <a:schemeClr val="tx1"/>
                </a:solidFill>
                <a:latin typeface="Comic Sans MS"/>
              </a:rPr>
              <a:t> </a:t>
            </a:r>
            <a:br>
              <a:rPr lang="en-US" sz="3600" dirty="0">
                <a:solidFill>
                  <a:schemeClr val="tx1"/>
                </a:solidFill>
                <a:latin typeface="Comic Sans MS"/>
              </a:rPr>
            </a:br>
            <a:r>
              <a:rPr lang="en-US" sz="3600" dirty="0">
                <a:solidFill>
                  <a:schemeClr val="tx1"/>
                </a:solidFill>
                <a:latin typeface="Comic Sans MS"/>
              </a:rPr>
              <a:t>za </a:t>
            </a:r>
            <a:r>
              <a:rPr lang="en-US" sz="3600" dirty="0" err="1">
                <a:solidFill>
                  <a:schemeClr val="tx1"/>
                </a:solidFill>
                <a:latin typeface="Comic Sans MS"/>
              </a:rPr>
              <a:t>dostupniju</a:t>
            </a:r>
            <a:r>
              <a:rPr lang="en-US" sz="3600" dirty="0">
                <a:solidFill>
                  <a:schemeClr val="tx1"/>
                </a:solidFill>
                <a:latin typeface="Comic Sans MS"/>
              </a:rPr>
              <a:t> </a:t>
            </a:r>
            <a:br>
              <a:rPr lang="en-US" sz="3600" dirty="0">
                <a:solidFill>
                  <a:schemeClr val="tx1"/>
                </a:solidFill>
                <a:latin typeface="Comic Sans MS"/>
              </a:rPr>
            </a:br>
            <a:r>
              <a:rPr lang="en-US" sz="3600" dirty="0" err="1">
                <a:solidFill>
                  <a:schemeClr val="tx1"/>
                </a:solidFill>
                <a:latin typeface="Comic Sans MS"/>
              </a:rPr>
              <a:t>psihološku</a:t>
            </a:r>
            <a:r>
              <a:rPr lang="en-US" sz="3600" dirty="0">
                <a:solidFill>
                  <a:schemeClr val="tx1"/>
                </a:solidFill>
                <a:latin typeface="Comic Sans MS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Comic Sans MS"/>
              </a:rPr>
              <a:t>pomoć</a:t>
            </a:r>
            <a:endParaRPr lang="en-US" sz="3600" dirty="0">
              <a:solidFill>
                <a:schemeClr val="tx1"/>
              </a:solidFill>
              <a:latin typeface="Comic Sans M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6436237" y="4884261"/>
              <a:ext cx="360" cy="21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18237" y="4868832"/>
                <a:ext cx="36000" cy="32709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02620" y="1557877"/>
            <a:ext cx="18288" cy="3749040"/>
          </a:xfrm>
          <a:custGeom>
            <a:avLst/>
            <a:gdLst>
              <a:gd name="csX0" fmla="*/ 0 w 18288"/>
              <a:gd name="csY0" fmla="*/ 0 h 3749040"/>
              <a:gd name="csX1" fmla="*/ 18288 w 18288"/>
              <a:gd name="csY1" fmla="*/ 0 h 3749040"/>
              <a:gd name="csX2" fmla="*/ 18288 w 18288"/>
              <a:gd name="csY2" fmla="*/ 662330 h 3749040"/>
              <a:gd name="csX3" fmla="*/ 18288 w 18288"/>
              <a:gd name="csY3" fmla="*/ 1174699 h 3749040"/>
              <a:gd name="csX4" fmla="*/ 18288 w 18288"/>
              <a:gd name="csY4" fmla="*/ 1724558 h 3749040"/>
              <a:gd name="csX5" fmla="*/ 18288 w 18288"/>
              <a:gd name="csY5" fmla="*/ 2424379 h 3749040"/>
              <a:gd name="csX6" fmla="*/ 18288 w 18288"/>
              <a:gd name="csY6" fmla="*/ 3049219 h 3749040"/>
              <a:gd name="csX7" fmla="*/ 18288 w 18288"/>
              <a:gd name="csY7" fmla="*/ 3749040 h 3749040"/>
              <a:gd name="csX8" fmla="*/ 0 w 18288"/>
              <a:gd name="csY8" fmla="*/ 3749040 h 3749040"/>
              <a:gd name="csX9" fmla="*/ 0 w 18288"/>
              <a:gd name="csY9" fmla="*/ 3236671 h 3749040"/>
              <a:gd name="csX10" fmla="*/ 0 w 18288"/>
              <a:gd name="csY10" fmla="*/ 2536850 h 3749040"/>
              <a:gd name="csX11" fmla="*/ 0 w 18288"/>
              <a:gd name="csY11" fmla="*/ 1874520 h 3749040"/>
              <a:gd name="csX12" fmla="*/ 0 w 18288"/>
              <a:gd name="csY12" fmla="*/ 1362151 h 3749040"/>
              <a:gd name="csX13" fmla="*/ 0 w 18288"/>
              <a:gd name="csY13" fmla="*/ 774802 h 3749040"/>
              <a:gd name="csX14" fmla="*/ 0 w 18288"/>
              <a:gd name="csY14" fmla="*/ 0 h 37490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8288" h="3749040" fill="none" extrusionOk="0">
                <a:moveTo>
                  <a:pt x="0" y="0"/>
                </a:moveTo>
                <a:cubicBezTo>
                  <a:pt x="8690" y="407"/>
                  <a:pt x="14141" y="154"/>
                  <a:pt x="18288" y="0"/>
                </a:cubicBezTo>
                <a:cubicBezTo>
                  <a:pt x="34838" y="143586"/>
                  <a:pt x="-11860" y="333097"/>
                  <a:pt x="18288" y="662330"/>
                </a:cubicBezTo>
                <a:cubicBezTo>
                  <a:pt x="48436" y="991563"/>
                  <a:pt x="32813" y="1046681"/>
                  <a:pt x="18288" y="1174699"/>
                </a:cubicBezTo>
                <a:cubicBezTo>
                  <a:pt x="3763" y="1302717"/>
                  <a:pt x="40974" y="1467838"/>
                  <a:pt x="18288" y="1724558"/>
                </a:cubicBezTo>
                <a:cubicBezTo>
                  <a:pt x="-4398" y="1981278"/>
                  <a:pt x="36650" y="2215729"/>
                  <a:pt x="18288" y="2424379"/>
                </a:cubicBezTo>
                <a:cubicBezTo>
                  <a:pt x="-74" y="2633029"/>
                  <a:pt x="-9881" y="2874703"/>
                  <a:pt x="18288" y="3049219"/>
                </a:cubicBezTo>
                <a:cubicBezTo>
                  <a:pt x="46457" y="3223735"/>
                  <a:pt x="4078" y="3453850"/>
                  <a:pt x="18288" y="3749040"/>
                </a:cubicBezTo>
                <a:cubicBezTo>
                  <a:pt x="14465" y="3749751"/>
                  <a:pt x="7675" y="3748271"/>
                  <a:pt x="0" y="3749040"/>
                </a:cubicBezTo>
                <a:cubicBezTo>
                  <a:pt x="19669" y="3507959"/>
                  <a:pt x="-9883" y="3339386"/>
                  <a:pt x="0" y="3236671"/>
                </a:cubicBezTo>
                <a:cubicBezTo>
                  <a:pt x="9883" y="3133956"/>
                  <a:pt x="26871" y="2857214"/>
                  <a:pt x="0" y="2536850"/>
                </a:cubicBezTo>
                <a:cubicBezTo>
                  <a:pt x="-26871" y="2216486"/>
                  <a:pt x="4790" y="2156616"/>
                  <a:pt x="0" y="1874520"/>
                </a:cubicBezTo>
                <a:cubicBezTo>
                  <a:pt x="-4790" y="1592424"/>
                  <a:pt x="-3117" y="1558688"/>
                  <a:pt x="0" y="1362151"/>
                </a:cubicBezTo>
                <a:cubicBezTo>
                  <a:pt x="3117" y="1165614"/>
                  <a:pt x="16802" y="1045125"/>
                  <a:pt x="0" y="774802"/>
                </a:cubicBezTo>
                <a:cubicBezTo>
                  <a:pt x="-16802" y="504479"/>
                  <a:pt x="-29640" y="377701"/>
                  <a:pt x="0" y="0"/>
                </a:cubicBezTo>
                <a:close/>
              </a:path>
              <a:path w="18288" h="3749040" stroke="0" extrusionOk="0">
                <a:moveTo>
                  <a:pt x="0" y="0"/>
                </a:moveTo>
                <a:cubicBezTo>
                  <a:pt x="5341" y="9"/>
                  <a:pt x="11148" y="-611"/>
                  <a:pt x="18288" y="0"/>
                </a:cubicBezTo>
                <a:cubicBezTo>
                  <a:pt x="33352" y="227288"/>
                  <a:pt x="30894" y="278824"/>
                  <a:pt x="18288" y="512369"/>
                </a:cubicBezTo>
                <a:cubicBezTo>
                  <a:pt x="5682" y="745914"/>
                  <a:pt x="53060" y="998220"/>
                  <a:pt x="18288" y="1212190"/>
                </a:cubicBezTo>
                <a:cubicBezTo>
                  <a:pt x="-16484" y="1426160"/>
                  <a:pt x="35474" y="1585099"/>
                  <a:pt x="18288" y="1837030"/>
                </a:cubicBezTo>
                <a:cubicBezTo>
                  <a:pt x="1102" y="2088961"/>
                  <a:pt x="16704" y="2251948"/>
                  <a:pt x="18288" y="2386889"/>
                </a:cubicBezTo>
                <a:cubicBezTo>
                  <a:pt x="19872" y="2521830"/>
                  <a:pt x="5902" y="2679005"/>
                  <a:pt x="18288" y="2936748"/>
                </a:cubicBezTo>
                <a:cubicBezTo>
                  <a:pt x="30674" y="3194491"/>
                  <a:pt x="13809" y="3416052"/>
                  <a:pt x="18288" y="3749040"/>
                </a:cubicBezTo>
                <a:cubicBezTo>
                  <a:pt x="9729" y="3749861"/>
                  <a:pt x="3965" y="3749683"/>
                  <a:pt x="0" y="3749040"/>
                </a:cubicBezTo>
                <a:cubicBezTo>
                  <a:pt x="-10152" y="3632102"/>
                  <a:pt x="-5013" y="3340136"/>
                  <a:pt x="0" y="3236671"/>
                </a:cubicBezTo>
                <a:cubicBezTo>
                  <a:pt x="5013" y="3133206"/>
                  <a:pt x="-27249" y="2814766"/>
                  <a:pt x="0" y="2649322"/>
                </a:cubicBezTo>
                <a:cubicBezTo>
                  <a:pt x="27249" y="2483878"/>
                  <a:pt x="8506" y="2308131"/>
                  <a:pt x="0" y="2061972"/>
                </a:cubicBezTo>
                <a:cubicBezTo>
                  <a:pt x="-8506" y="1815813"/>
                  <a:pt x="-14267" y="1574470"/>
                  <a:pt x="0" y="1399642"/>
                </a:cubicBezTo>
                <a:cubicBezTo>
                  <a:pt x="14267" y="1224814"/>
                  <a:pt x="-24839" y="1011862"/>
                  <a:pt x="0" y="812292"/>
                </a:cubicBezTo>
                <a:cubicBezTo>
                  <a:pt x="24839" y="612722"/>
                  <a:pt x="20220" y="372179"/>
                  <a:pt x="0" y="0"/>
                </a:cubicBezTo>
                <a:close/>
              </a:path>
            </a:pathLst>
          </a:custGeom>
          <a:solidFill>
            <a:srgbClr val="FFB69F"/>
          </a:solidFill>
          <a:ln w="34925">
            <a:solidFill>
              <a:srgbClr val="FFB69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agram of a chatbot&#10;&#10;AI-generated content may be incorrect.">
            <a:extLst>
              <a:ext uri="{FF2B5EF4-FFF2-40B4-BE49-F238E27FC236}">
                <a16:creationId xmlns:a16="http://schemas.microsoft.com/office/drawing/2014/main" id="{9A19A110-9232-630D-2116-F0B10C79C4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081" y="1187358"/>
            <a:ext cx="7192749" cy="451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432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6FAE81-748B-7105-5208-FDED8BEBF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EBDD1931-9E86-4402-9A68-33A2D9EF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14C5BE9-24CB-3E0A-A58B-6A4E666BE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4585" y="703293"/>
            <a:ext cx="4584921" cy="19498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 err="1"/>
              <a:t>Woebot</a:t>
            </a:r>
            <a:r>
              <a:rPr lang="en-US" sz="6000" dirty="0"/>
              <a:t> – The mental health ally</a:t>
            </a:r>
          </a:p>
        </p:txBody>
      </p:sp>
      <p:pic>
        <p:nvPicPr>
          <p:cNvPr id="17" name="Picture Placeholder 16" descr="A yellow robot with blue background&#10;&#10;AI-generated content may be incorrect.">
            <a:extLst>
              <a:ext uri="{FF2B5EF4-FFF2-40B4-BE49-F238E27FC236}">
                <a16:creationId xmlns:a16="http://schemas.microsoft.com/office/drawing/2014/main" id="{E3FE99C1-8E84-6BCD-BD57-295C730CB46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/>
          <a:srcRect l="19393" r="19393"/>
          <a:stretch>
            <a:fillRect/>
          </a:stretch>
        </p:blipFill>
        <p:spPr>
          <a:xfrm>
            <a:off x="866691" y="1216968"/>
            <a:ext cx="5416261" cy="4424065"/>
          </a:xfrm>
          <a:custGeom>
            <a:avLst/>
            <a:gdLst/>
            <a:ahLst/>
            <a:cxnLst/>
            <a:rect l="l" t="t" r="r" b="b"/>
            <a:pathLst>
              <a:path w="5531320" h="4424065">
                <a:moveTo>
                  <a:pt x="4292328" y="3931444"/>
                </a:moveTo>
                <a:cubicBezTo>
                  <a:pt x="3830135" y="4131325"/>
                  <a:pt x="3346708" y="4259111"/>
                  <a:pt x="2855653" y="4364392"/>
                </a:cubicBezTo>
                <a:lnTo>
                  <a:pt x="2855525" y="4364392"/>
                </a:lnTo>
                <a:cubicBezTo>
                  <a:pt x="3386634" y="4394018"/>
                  <a:pt x="3853531" y="4210158"/>
                  <a:pt x="4292328" y="3931444"/>
                </a:cubicBezTo>
                <a:close/>
                <a:moveTo>
                  <a:pt x="4302118" y="3923561"/>
                </a:moveTo>
                <a:lnTo>
                  <a:pt x="4301102" y="3924959"/>
                </a:lnTo>
                <a:lnTo>
                  <a:pt x="4302881" y="3924959"/>
                </a:lnTo>
                <a:close/>
                <a:moveTo>
                  <a:pt x="3885572" y="334733"/>
                </a:moveTo>
                <a:cubicBezTo>
                  <a:pt x="4046889" y="406840"/>
                  <a:pt x="4203653" y="488713"/>
                  <a:pt x="4355013" y="579880"/>
                </a:cubicBezTo>
                <a:cubicBezTo>
                  <a:pt x="4662082" y="768063"/>
                  <a:pt x="4933803" y="995790"/>
                  <a:pt x="5144619" y="1290779"/>
                </a:cubicBezTo>
                <a:cubicBezTo>
                  <a:pt x="5314365" y="1528042"/>
                  <a:pt x="5426258" y="1789591"/>
                  <a:pt x="5468598" y="2088522"/>
                </a:cubicBezTo>
                <a:cubicBezTo>
                  <a:pt x="5479330" y="2001424"/>
                  <a:pt x="5480182" y="1913385"/>
                  <a:pt x="5471141" y="1826083"/>
                </a:cubicBezTo>
                <a:cubicBezTo>
                  <a:pt x="5455337" y="1662962"/>
                  <a:pt x="5406307" y="1504799"/>
                  <a:pt x="5327080" y="1361348"/>
                </a:cubicBezTo>
                <a:cubicBezTo>
                  <a:pt x="5206160" y="1140233"/>
                  <a:pt x="5033362" y="965782"/>
                  <a:pt x="4833354" y="816507"/>
                </a:cubicBezTo>
                <a:cubicBezTo>
                  <a:pt x="4597235" y="640276"/>
                  <a:pt x="4336322" y="509438"/>
                  <a:pt x="4063457" y="400724"/>
                </a:cubicBezTo>
                <a:cubicBezTo>
                  <a:pt x="4033360" y="388607"/>
                  <a:pt x="4003060" y="376909"/>
                  <a:pt x="3972544" y="365631"/>
                </a:cubicBezTo>
                <a:cubicBezTo>
                  <a:pt x="3943680" y="354950"/>
                  <a:pt x="3914563" y="345033"/>
                  <a:pt x="3885572" y="334733"/>
                </a:cubicBezTo>
                <a:close/>
                <a:moveTo>
                  <a:pt x="3865737" y="329520"/>
                </a:moveTo>
                <a:cubicBezTo>
                  <a:pt x="3865737" y="329520"/>
                  <a:pt x="3865737" y="330410"/>
                  <a:pt x="3866500" y="330537"/>
                </a:cubicBezTo>
                <a:lnTo>
                  <a:pt x="3869806" y="330156"/>
                </a:lnTo>
                <a:close/>
                <a:moveTo>
                  <a:pt x="2219772" y="85645"/>
                </a:moveTo>
                <a:cubicBezTo>
                  <a:pt x="2206943" y="84005"/>
                  <a:pt x="2193910" y="85264"/>
                  <a:pt x="2181627" y="89333"/>
                </a:cubicBezTo>
                <a:cubicBezTo>
                  <a:pt x="1932920" y="125113"/>
                  <a:pt x="1690800" y="197118"/>
                  <a:pt x="1462972" y="303073"/>
                </a:cubicBezTo>
                <a:cubicBezTo>
                  <a:pt x="971789" y="529528"/>
                  <a:pt x="578130" y="865460"/>
                  <a:pt x="308698" y="1338461"/>
                </a:cubicBezTo>
                <a:cubicBezTo>
                  <a:pt x="180225" y="1561852"/>
                  <a:pt x="97653" y="1808638"/>
                  <a:pt x="65840" y="2064364"/>
                </a:cubicBezTo>
                <a:cubicBezTo>
                  <a:pt x="71943" y="2050505"/>
                  <a:pt x="77284" y="2036391"/>
                  <a:pt x="82115" y="2022150"/>
                </a:cubicBezTo>
                <a:cubicBezTo>
                  <a:pt x="170104" y="1763653"/>
                  <a:pt x="279580" y="1515073"/>
                  <a:pt x="423261" y="1282260"/>
                </a:cubicBezTo>
                <a:cubicBezTo>
                  <a:pt x="630770" y="945565"/>
                  <a:pt x="895371" y="664944"/>
                  <a:pt x="1231812" y="454001"/>
                </a:cubicBezTo>
                <a:cubicBezTo>
                  <a:pt x="1535193" y="263783"/>
                  <a:pt x="1866802" y="149729"/>
                  <a:pt x="2219772" y="85645"/>
                </a:cubicBezTo>
                <a:close/>
                <a:moveTo>
                  <a:pt x="2612541" y="836"/>
                </a:moveTo>
                <a:cubicBezTo>
                  <a:pt x="2715914" y="-4250"/>
                  <a:pt x="2831240" y="14695"/>
                  <a:pt x="2946311" y="35548"/>
                </a:cubicBezTo>
                <a:cubicBezTo>
                  <a:pt x="3291652" y="98106"/>
                  <a:pt x="3631144" y="182915"/>
                  <a:pt x="3961100" y="303581"/>
                </a:cubicBezTo>
                <a:cubicBezTo>
                  <a:pt x="4278341" y="419543"/>
                  <a:pt x="4581341" y="563350"/>
                  <a:pt x="4854588" y="764502"/>
                </a:cubicBezTo>
                <a:cubicBezTo>
                  <a:pt x="5067438" y="921152"/>
                  <a:pt x="5250408" y="1105521"/>
                  <a:pt x="5377813" y="1339732"/>
                </a:cubicBezTo>
                <a:cubicBezTo>
                  <a:pt x="5459812" y="1489986"/>
                  <a:pt x="5510304" y="1655396"/>
                  <a:pt x="5526198" y="1825829"/>
                </a:cubicBezTo>
                <a:cubicBezTo>
                  <a:pt x="5538277" y="1951327"/>
                  <a:pt x="5527342" y="2074917"/>
                  <a:pt x="5510558" y="2199398"/>
                </a:cubicBezTo>
                <a:cubicBezTo>
                  <a:pt x="5502967" y="2266991"/>
                  <a:pt x="5502713" y="2335195"/>
                  <a:pt x="5509796" y="2402839"/>
                </a:cubicBezTo>
                <a:cubicBezTo>
                  <a:pt x="5534208" y="2664197"/>
                  <a:pt x="5468472" y="2926051"/>
                  <a:pt x="5323520" y="3144890"/>
                </a:cubicBezTo>
                <a:cubicBezTo>
                  <a:pt x="5201340" y="3332234"/>
                  <a:pt x="5041042" y="3491719"/>
                  <a:pt x="4853062" y="3612932"/>
                </a:cubicBezTo>
                <a:cubicBezTo>
                  <a:pt x="4671110" y="3732072"/>
                  <a:pt x="4498566" y="3864563"/>
                  <a:pt x="4316359" y="3982940"/>
                </a:cubicBezTo>
                <a:cubicBezTo>
                  <a:pt x="4019717" y="4175573"/>
                  <a:pt x="3701077" y="4317347"/>
                  <a:pt x="3352557" y="4386771"/>
                </a:cubicBezTo>
                <a:cubicBezTo>
                  <a:pt x="3160954" y="4425590"/>
                  <a:pt x="2964456" y="4434173"/>
                  <a:pt x="2770207" y="4412201"/>
                </a:cubicBezTo>
                <a:cubicBezTo>
                  <a:pt x="2685525" y="4402537"/>
                  <a:pt x="2599953" y="4402410"/>
                  <a:pt x="2514889" y="4393637"/>
                </a:cubicBezTo>
                <a:cubicBezTo>
                  <a:pt x="2307137" y="4370851"/>
                  <a:pt x="2102209" y="4327277"/>
                  <a:pt x="1903167" y="4263562"/>
                </a:cubicBezTo>
                <a:cubicBezTo>
                  <a:pt x="1560623" y="4156119"/>
                  <a:pt x="1238932" y="4006972"/>
                  <a:pt x="948393" y="3794249"/>
                </a:cubicBezTo>
                <a:cubicBezTo>
                  <a:pt x="647554" y="3573897"/>
                  <a:pt x="396813" y="3308660"/>
                  <a:pt x="223634" y="2975526"/>
                </a:cubicBezTo>
                <a:cubicBezTo>
                  <a:pt x="129454" y="2796370"/>
                  <a:pt x="67150" y="2602198"/>
                  <a:pt x="39520" y="2401695"/>
                </a:cubicBezTo>
                <a:cubicBezTo>
                  <a:pt x="34510" y="2367555"/>
                  <a:pt x="26729" y="2333872"/>
                  <a:pt x="16252" y="2300991"/>
                </a:cubicBezTo>
                <a:cubicBezTo>
                  <a:pt x="-9179" y="2218598"/>
                  <a:pt x="-24" y="2135695"/>
                  <a:pt x="11801" y="2053556"/>
                </a:cubicBezTo>
                <a:cubicBezTo>
                  <a:pt x="93686" y="1480615"/>
                  <a:pt x="377868" y="1021983"/>
                  <a:pt x="812850" y="651084"/>
                </a:cubicBezTo>
                <a:cubicBezTo>
                  <a:pt x="1176755" y="340201"/>
                  <a:pt x="1598260" y="146042"/>
                  <a:pt x="2066810" y="52586"/>
                </a:cubicBezTo>
                <a:cubicBezTo>
                  <a:pt x="2154544" y="35039"/>
                  <a:pt x="2243041" y="23087"/>
                  <a:pt x="2332046" y="14441"/>
                </a:cubicBezTo>
                <a:cubicBezTo>
                  <a:pt x="2421052" y="5794"/>
                  <a:pt x="2508913" y="2107"/>
                  <a:pt x="2612541" y="836"/>
                </a:cubicBezTo>
                <a:close/>
              </a:path>
            </a:pathLst>
          </a:custGeom>
        </p:spPr>
      </p:pic>
      <p:sp>
        <p:nvSpPr>
          <p:cNvPr id="50" name="Rectangle 6">
            <a:extLst>
              <a:ext uri="{FF2B5EF4-FFF2-40B4-BE49-F238E27FC236}">
                <a16:creationId xmlns:a16="http://schemas.microsoft.com/office/drawing/2014/main" id="{3EB27620-B0B1-4232-A055-99D347606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3815" y="2895147"/>
            <a:ext cx="3474720" cy="27432"/>
          </a:xfrm>
          <a:custGeom>
            <a:avLst/>
            <a:gdLst>
              <a:gd name="csX0" fmla="*/ 0 w 3474720"/>
              <a:gd name="csY0" fmla="*/ 0 h 27432"/>
              <a:gd name="csX1" fmla="*/ 660197 w 3474720"/>
              <a:gd name="csY1" fmla="*/ 0 h 27432"/>
              <a:gd name="csX2" fmla="*/ 1355141 w 3474720"/>
              <a:gd name="csY2" fmla="*/ 0 h 27432"/>
              <a:gd name="csX3" fmla="*/ 2084832 w 3474720"/>
              <a:gd name="csY3" fmla="*/ 0 h 27432"/>
              <a:gd name="csX4" fmla="*/ 2814523 w 3474720"/>
              <a:gd name="csY4" fmla="*/ 0 h 27432"/>
              <a:gd name="csX5" fmla="*/ 3474720 w 3474720"/>
              <a:gd name="csY5" fmla="*/ 0 h 27432"/>
              <a:gd name="csX6" fmla="*/ 3474720 w 3474720"/>
              <a:gd name="csY6" fmla="*/ 27432 h 27432"/>
              <a:gd name="csX7" fmla="*/ 2710282 w 3474720"/>
              <a:gd name="csY7" fmla="*/ 27432 h 27432"/>
              <a:gd name="csX8" fmla="*/ 1945843 w 3474720"/>
              <a:gd name="csY8" fmla="*/ 27432 h 27432"/>
              <a:gd name="csX9" fmla="*/ 1250899 w 3474720"/>
              <a:gd name="csY9" fmla="*/ 27432 h 27432"/>
              <a:gd name="csX10" fmla="*/ 0 w 3474720"/>
              <a:gd name="csY10" fmla="*/ 27432 h 27432"/>
              <a:gd name="csX11" fmla="*/ 0 w 3474720"/>
              <a:gd name="csY11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474720" h="27432" fill="none" extrusionOk="0">
                <a:moveTo>
                  <a:pt x="0" y="0"/>
                </a:moveTo>
                <a:cubicBezTo>
                  <a:pt x="307185" y="-8713"/>
                  <a:pt x="392307" y="-13121"/>
                  <a:pt x="660197" y="0"/>
                </a:cubicBezTo>
                <a:cubicBezTo>
                  <a:pt x="928087" y="13121"/>
                  <a:pt x="1167029" y="-2668"/>
                  <a:pt x="1355141" y="0"/>
                </a:cubicBezTo>
                <a:cubicBezTo>
                  <a:pt x="1543253" y="2668"/>
                  <a:pt x="1739408" y="-6709"/>
                  <a:pt x="2084832" y="0"/>
                </a:cubicBezTo>
                <a:cubicBezTo>
                  <a:pt x="2430256" y="6709"/>
                  <a:pt x="2538889" y="29706"/>
                  <a:pt x="2814523" y="0"/>
                </a:cubicBezTo>
                <a:cubicBezTo>
                  <a:pt x="3090157" y="-29706"/>
                  <a:pt x="3152920" y="-15446"/>
                  <a:pt x="3474720" y="0"/>
                </a:cubicBezTo>
                <a:cubicBezTo>
                  <a:pt x="3473554" y="7395"/>
                  <a:pt x="3474765" y="21864"/>
                  <a:pt x="3474720" y="27432"/>
                </a:cubicBezTo>
                <a:cubicBezTo>
                  <a:pt x="3275380" y="12730"/>
                  <a:pt x="2958934" y="10130"/>
                  <a:pt x="2710282" y="27432"/>
                </a:cubicBezTo>
                <a:cubicBezTo>
                  <a:pt x="2461630" y="44734"/>
                  <a:pt x="2131168" y="43757"/>
                  <a:pt x="1945843" y="27432"/>
                </a:cubicBezTo>
                <a:cubicBezTo>
                  <a:pt x="1760518" y="11107"/>
                  <a:pt x="1444829" y="-3738"/>
                  <a:pt x="1250899" y="27432"/>
                </a:cubicBezTo>
                <a:cubicBezTo>
                  <a:pt x="1056969" y="58602"/>
                  <a:pt x="444992" y="52761"/>
                  <a:pt x="0" y="27432"/>
                </a:cubicBezTo>
                <a:cubicBezTo>
                  <a:pt x="-503" y="20663"/>
                  <a:pt x="1168" y="5855"/>
                  <a:pt x="0" y="0"/>
                </a:cubicBezTo>
                <a:close/>
              </a:path>
              <a:path w="3474720" h="27432" stroke="0" extrusionOk="0">
                <a:moveTo>
                  <a:pt x="0" y="0"/>
                </a:moveTo>
                <a:cubicBezTo>
                  <a:pt x="300114" y="-5103"/>
                  <a:pt x="525093" y="-25284"/>
                  <a:pt x="660197" y="0"/>
                </a:cubicBezTo>
                <a:cubicBezTo>
                  <a:pt x="795301" y="25284"/>
                  <a:pt x="1023172" y="17955"/>
                  <a:pt x="1250899" y="0"/>
                </a:cubicBezTo>
                <a:cubicBezTo>
                  <a:pt x="1478626" y="-17955"/>
                  <a:pt x="1782079" y="-27844"/>
                  <a:pt x="2015338" y="0"/>
                </a:cubicBezTo>
                <a:cubicBezTo>
                  <a:pt x="2248597" y="27844"/>
                  <a:pt x="2491007" y="27648"/>
                  <a:pt x="2675534" y="0"/>
                </a:cubicBezTo>
                <a:cubicBezTo>
                  <a:pt x="2860061" y="-27648"/>
                  <a:pt x="3088679" y="-3661"/>
                  <a:pt x="3474720" y="0"/>
                </a:cubicBezTo>
                <a:cubicBezTo>
                  <a:pt x="3474913" y="12649"/>
                  <a:pt x="3473732" y="17989"/>
                  <a:pt x="3474720" y="27432"/>
                </a:cubicBezTo>
                <a:cubicBezTo>
                  <a:pt x="3317198" y="15714"/>
                  <a:pt x="2959205" y="52182"/>
                  <a:pt x="2779776" y="27432"/>
                </a:cubicBezTo>
                <a:cubicBezTo>
                  <a:pt x="2600347" y="2682"/>
                  <a:pt x="2382660" y="-684"/>
                  <a:pt x="2015338" y="27432"/>
                </a:cubicBezTo>
                <a:cubicBezTo>
                  <a:pt x="1648016" y="55548"/>
                  <a:pt x="1641073" y="39646"/>
                  <a:pt x="1424635" y="27432"/>
                </a:cubicBezTo>
                <a:cubicBezTo>
                  <a:pt x="1208197" y="15218"/>
                  <a:pt x="1021559" y="15893"/>
                  <a:pt x="729691" y="27432"/>
                </a:cubicBezTo>
                <a:cubicBezTo>
                  <a:pt x="437823" y="38971"/>
                  <a:pt x="153856" y="-2647"/>
                  <a:pt x="0" y="27432"/>
                </a:cubicBezTo>
                <a:cubicBezTo>
                  <a:pt x="1300" y="19678"/>
                  <a:pt x="-86" y="12044"/>
                  <a:pt x="0" y="0"/>
                </a:cubicBezTo>
                <a:close/>
              </a:path>
            </a:pathLst>
          </a:custGeom>
          <a:solidFill>
            <a:srgbClr val="F9BB08"/>
          </a:solidFill>
          <a:ln w="38100" cap="rnd">
            <a:solidFill>
              <a:srgbClr val="F9BB08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53D2EB-6A0B-0EF1-B5E1-C3AD0307F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4585" y="3164618"/>
            <a:ext cx="4584921" cy="302149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dirty="0" err="1">
                <a:latin typeface="Comic Sans MS"/>
              </a:rPr>
              <a:t>Napravljen</a:t>
            </a:r>
            <a:r>
              <a:rPr lang="en-US" dirty="0">
                <a:latin typeface="Comic Sans MS"/>
              </a:rPr>
              <a:t> </a:t>
            </a:r>
            <a:r>
              <a:rPr lang="en-US" dirty="0" err="1">
                <a:latin typeface="Comic Sans MS"/>
              </a:rPr>
              <a:t>sa</a:t>
            </a:r>
            <a:r>
              <a:rPr lang="en-US" dirty="0">
                <a:latin typeface="Comic Sans MS"/>
              </a:rPr>
              <a:t> </a:t>
            </a:r>
            <a:r>
              <a:rPr lang="en-US" dirty="0" err="1">
                <a:latin typeface="Comic Sans MS"/>
              </a:rPr>
              <a:t>ciljem</a:t>
            </a:r>
            <a:r>
              <a:rPr lang="en-US" dirty="0">
                <a:latin typeface="Comic Sans MS"/>
              </a:rPr>
              <a:t> da </a:t>
            </a:r>
            <a:r>
              <a:rPr lang="en-US" dirty="0" err="1">
                <a:latin typeface="Comic Sans MS"/>
              </a:rPr>
              <a:t>omogući</a:t>
            </a:r>
            <a:r>
              <a:rPr lang="en-US" dirty="0">
                <a:latin typeface="Comic Sans MS"/>
              </a:rPr>
              <a:t> </a:t>
            </a:r>
            <a:r>
              <a:rPr lang="en-US" dirty="0" err="1">
                <a:latin typeface="Comic Sans MS"/>
              </a:rPr>
              <a:t>široj</a:t>
            </a:r>
            <a:r>
              <a:rPr lang="en-US" dirty="0">
                <a:latin typeface="Comic Sans MS"/>
              </a:rPr>
              <a:t> </a:t>
            </a:r>
            <a:r>
              <a:rPr lang="en-US" dirty="0" err="1">
                <a:latin typeface="Comic Sans MS"/>
              </a:rPr>
              <a:t>populaciji</a:t>
            </a:r>
            <a:r>
              <a:rPr lang="en-US" dirty="0">
                <a:latin typeface="Comic Sans MS"/>
              </a:rPr>
              <a:t> </a:t>
            </a:r>
            <a:r>
              <a:rPr lang="en-US" dirty="0" err="1">
                <a:latin typeface="Comic Sans MS"/>
              </a:rPr>
              <a:t>kvalitetnu</a:t>
            </a:r>
            <a:r>
              <a:rPr lang="en-US" dirty="0">
                <a:latin typeface="Comic Sans MS"/>
              </a:rPr>
              <a:t> </a:t>
            </a:r>
            <a:r>
              <a:rPr lang="en-US" dirty="0" err="1">
                <a:latin typeface="Comic Sans MS"/>
              </a:rPr>
              <a:t>psihološku</a:t>
            </a:r>
            <a:r>
              <a:rPr lang="en-US" dirty="0">
                <a:latin typeface="Comic Sans MS"/>
              </a:rPr>
              <a:t> </a:t>
            </a:r>
            <a:r>
              <a:rPr lang="en-US" dirty="0" err="1">
                <a:latin typeface="Comic Sans MS"/>
              </a:rPr>
              <a:t>podršku</a:t>
            </a:r>
            <a:endParaRPr lang="en-US">
              <a:latin typeface="Comic Sans MS"/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>
                <a:latin typeface="Comic Sans MS"/>
              </a:rPr>
              <a:t>Ne </a:t>
            </a:r>
            <a:r>
              <a:rPr lang="en-US" dirty="0" err="1">
                <a:latin typeface="Comic Sans MS"/>
              </a:rPr>
              <a:t>koristi</a:t>
            </a:r>
            <a:r>
              <a:rPr lang="en-US" dirty="0">
                <a:latin typeface="Comic Sans MS"/>
              </a:rPr>
              <a:t> LLM u </a:t>
            </a:r>
            <a:r>
              <a:rPr lang="en-US" dirty="0" err="1">
                <a:latin typeface="Comic Sans MS"/>
              </a:rPr>
              <a:t>samoj</a:t>
            </a:r>
            <a:r>
              <a:rPr lang="en-US" dirty="0">
                <a:latin typeface="Comic Sans MS"/>
              </a:rPr>
              <a:t> </a:t>
            </a:r>
            <a:r>
              <a:rPr lang="en-US" dirty="0" err="1">
                <a:latin typeface="Comic Sans MS"/>
              </a:rPr>
              <a:t>komunikaciji</a:t>
            </a:r>
            <a:r>
              <a:rPr lang="en-US" dirty="0">
                <a:latin typeface="Comic Sans MS"/>
              </a:rPr>
              <a:t> </a:t>
            </a:r>
            <a:r>
              <a:rPr lang="en-US" dirty="0" err="1">
                <a:latin typeface="Comic Sans MS"/>
              </a:rPr>
              <a:t>sa</a:t>
            </a:r>
            <a:r>
              <a:rPr lang="en-US" dirty="0">
                <a:latin typeface="Comic Sans MS"/>
              </a:rPr>
              <a:t> </a:t>
            </a:r>
            <a:r>
              <a:rPr lang="en-US" dirty="0" err="1">
                <a:latin typeface="Comic Sans MS"/>
              </a:rPr>
              <a:t>korisnicima</a:t>
            </a:r>
            <a:endParaRPr lang="en-US">
              <a:latin typeface="Comic Sans MS"/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 err="1">
                <a:latin typeface="Comic Sans MS"/>
              </a:rPr>
              <a:t>Treniran</a:t>
            </a:r>
            <a:r>
              <a:rPr lang="en-US" dirty="0">
                <a:latin typeface="Comic Sans MS"/>
              </a:rPr>
              <a:t> je </a:t>
            </a:r>
            <a:r>
              <a:rPr lang="en-US" dirty="0" err="1">
                <a:latin typeface="Comic Sans MS"/>
              </a:rPr>
              <a:t>i</a:t>
            </a:r>
            <a:r>
              <a:rPr lang="en-US" dirty="0">
                <a:latin typeface="Comic Sans MS"/>
              </a:rPr>
              <a:t> da </a:t>
            </a:r>
            <a:r>
              <a:rPr lang="en-US" dirty="0" err="1">
                <a:latin typeface="Comic Sans MS"/>
              </a:rPr>
              <a:t>prepozna</a:t>
            </a:r>
            <a:r>
              <a:rPr lang="en-US" dirty="0">
                <a:latin typeface="Comic Sans MS"/>
              </a:rPr>
              <a:t> </a:t>
            </a:r>
            <a:r>
              <a:rPr lang="en-US" dirty="0" err="1">
                <a:latin typeface="Comic Sans MS"/>
              </a:rPr>
              <a:t>potencijalno</a:t>
            </a:r>
            <a:r>
              <a:rPr lang="en-US" dirty="0">
                <a:latin typeface="Comic Sans MS"/>
              </a:rPr>
              <a:t> </a:t>
            </a:r>
            <a:r>
              <a:rPr lang="en-US" dirty="0" err="1">
                <a:latin typeface="Comic Sans MS"/>
              </a:rPr>
              <a:t>zabrinjavajuć</a:t>
            </a:r>
            <a:r>
              <a:rPr lang="en-US" dirty="0">
                <a:latin typeface="Comic Sans MS"/>
              </a:rPr>
              <a:t> </a:t>
            </a:r>
            <a:r>
              <a:rPr lang="en-US" dirty="0" err="1">
                <a:latin typeface="Comic Sans MS"/>
              </a:rPr>
              <a:t>jezik</a:t>
            </a:r>
            <a:endParaRPr lang="en-US">
              <a:latin typeface="Comic Sans MS"/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515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E1C955-5398-D912-9716-B6970B672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EBDD1931-9E86-4402-9A68-33A2D9EF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F3C820FA-599D-472F-92AF-FE30D7E469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D557DA3-3A28-4C24-8B46-4FA097CAB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E9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565C602-A139-5D22-4ECA-2CA43FA8B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816" y="786384"/>
            <a:ext cx="3419856" cy="1600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dirty="0" err="1">
                <a:solidFill>
                  <a:schemeClr val="bg1"/>
                </a:solidFill>
              </a:rPr>
              <a:t>Woebot</a:t>
            </a:r>
            <a:r>
              <a:rPr lang="en-US" sz="4400" dirty="0">
                <a:solidFill>
                  <a:schemeClr val="bg1"/>
                </a:solidFill>
              </a:rPr>
              <a:t> - the mental health ally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14992" y="786384"/>
            <a:ext cx="18288" cy="1600200"/>
          </a:xfrm>
          <a:custGeom>
            <a:avLst/>
            <a:gdLst>
              <a:gd name="csX0" fmla="*/ 0 w 18288"/>
              <a:gd name="csY0" fmla="*/ 0 h 1600200"/>
              <a:gd name="csX1" fmla="*/ 18288 w 18288"/>
              <a:gd name="csY1" fmla="*/ 0 h 1600200"/>
              <a:gd name="csX2" fmla="*/ 18288 w 18288"/>
              <a:gd name="csY2" fmla="*/ 549402 h 1600200"/>
              <a:gd name="csX3" fmla="*/ 18288 w 18288"/>
              <a:gd name="csY3" fmla="*/ 1114806 h 1600200"/>
              <a:gd name="csX4" fmla="*/ 18288 w 18288"/>
              <a:gd name="csY4" fmla="*/ 1600200 h 1600200"/>
              <a:gd name="csX5" fmla="*/ 0 w 18288"/>
              <a:gd name="csY5" fmla="*/ 1600200 h 1600200"/>
              <a:gd name="csX6" fmla="*/ 0 w 18288"/>
              <a:gd name="csY6" fmla="*/ 1066800 h 1600200"/>
              <a:gd name="csX7" fmla="*/ 0 w 18288"/>
              <a:gd name="csY7" fmla="*/ 517398 h 1600200"/>
              <a:gd name="csX8" fmla="*/ 0 w 18288"/>
              <a:gd name="csY8" fmla="*/ 0 h 1600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8288" h="1600200" fill="none" extrusionOk="0">
                <a:moveTo>
                  <a:pt x="0" y="0"/>
                </a:moveTo>
                <a:cubicBezTo>
                  <a:pt x="4865" y="374"/>
                  <a:pt x="13608" y="53"/>
                  <a:pt x="18288" y="0"/>
                </a:cubicBezTo>
                <a:cubicBezTo>
                  <a:pt x="23286" y="215154"/>
                  <a:pt x="-6672" y="375145"/>
                  <a:pt x="18288" y="549402"/>
                </a:cubicBezTo>
                <a:cubicBezTo>
                  <a:pt x="43248" y="723659"/>
                  <a:pt x="44414" y="873011"/>
                  <a:pt x="18288" y="1114806"/>
                </a:cubicBezTo>
                <a:cubicBezTo>
                  <a:pt x="-7838" y="1356601"/>
                  <a:pt x="13030" y="1360490"/>
                  <a:pt x="18288" y="1600200"/>
                </a:cubicBezTo>
                <a:cubicBezTo>
                  <a:pt x="10638" y="1600772"/>
                  <a:pt x="4111" y="1599793"/>
                  <a:pt x="0" y="1600200"/>
                </a:cubicBezTo>
                <a:cubicBezTo>
                  <a:pt x="-6890" y="1375807"/>
                  <a:pt x="21339" y="1304563"/>
                  <a:pt x="0" y="1066800"/>
                </a:cubicBezTo>
                <a:cubicBezTo>
                  <a:pt x="-21339" y="829037"/>
                  <a:pt x="-23009" y="689986"/>
                  <a:pt x="0" y="517398"/>
                </a:cubicBezTo>
                <a:cubicBezTo>
                  <a:pt x="23009" y="344810"/>
                  <a:pt x="-9921" y="122345"/>
                  <a:pt x="0" y="0"/>
                </a:cubicBezTo>
                <a:close/>
              </a:path>
              <a:path w="18288" h="1600200" stroke="0" extrusionOk="0">
                <a:moveTo>
                  <a:pt x="0" y="0"/>
                </a:moveTo>
                <a:cubicBezTo>
                  <a:pt x="5341" y="9"/>
                  <a:pt x="11148" y="-611"/>
                  <a:pt x="18288" y="0"/>
                </a:cubicBezTo>
                <a:cubicBezTo>
                  <a:pt x="31387" y="104987"/>
                  <a:pt x="17137" y="300374"/>
                  <a:pt x="18288" y="485394"/>
                </a:cubicBezTo>
                <a:cubicBezTo>
                  <a:pt x="19439" y="670414"/>
                  <a:pt x="37394" y="922400"/>
                  <a:pt x="18288" y="1050798"/>
                </a:cubicBezTo>
                <a:cubicBezTo>
                  <a:pt x="-818" y="1179196"/>
                  <a:pt x="6556" y="1394957"/>
                  <a:pt x="18288" y="1600200"/>
                </a:cubicBezTo>
                <a:cubicBezTo>
                  <a:pt x="12642" y="1600430"/>
                  <a:pt x="3803" y="1599869"/>
                  <a:pt x="0" y="1600200"/>
                </a:cubicBezTo>
                <a:cubicBezTo>
                  <a:pt x="10832" y="1355159"/>
                  <a:pt x="-10163" y="1159269"/>
                  <a:pt x="0" y="1034796"/>
                </a:cubicBezTo>
                <a:cubicBezTo>
                  <a:pt x="10163" y="910323"/>
                  <a:pt x="5178" y="626710"/>
                  <a:pt x="0" y="469392"/>
                </a:cubicBezTo>
                <a:cubicBezTo>
                  <a:pt x="-5178" y="312074"/>
                  <a:pt x="20387" y="137476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4925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 white phone with a yellow robot and green text boxes&#10;&#10;AI-generated content may be incorrect.">
            <a:extLst>
              <a:ext uri="{FF2B5EF4-FFF2-40B4-BE49-F238E27FC236}">
                <a16:creationId xmlns:a16="http://schemas.microsoft.com/office/drawing/2014/main" id="{1E322D29-C5D7-D562-80F6-CEB77B5CB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0400" y="520383"/>
            <a:ext cx="5334000" cy="6122035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2FC76A3-71A4-75A6-7557-4B7301A63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4615" y="2909824"/>
            <a:ext cx="6894576" cy="27076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Comic Sans MS"/>
              </a:rPr>
              <a:t>Woebot</a:t>
            </a:r>
            <a:r>
              <a:rPr lang="en-US" sz="2000" dirty="0">
                <a:solidFill>
                  <a:schemeClr val="bg1"/>
                </a:solidFill>
                <a:latin typeface="Comic Sans MS"/>
              </a:rPr>
              <a:t> je </a:t>
            </a:r>
            <a:r>
              <a:rPr lang="en-US" sz="2000" dirty="0" err="1">
                <a:solidFill>
                  <a:schemeClr val="bg1"/>
                </a:solidFill>
                <a:latin typeface="Comic Sans MS"/>
              </a:rPr>
              <a:t>osmišljen</a:t>
            </a:r>
            <a:r>
              <a:rPr lang="en-US" sz="2000" dirty="0">
                <a:solidFill>
                  <a:schemeClr val="bg1"/>
                </a:solidFill>
                <a:latin typeface="Comic Sans MS"/>
              </a:rPr>
              <a:t> da se </a:t>
            </a:r>
            <a:r>
              <a:rPr lang="en-US" sz="2000" dirty="0" err="1">
                <a:solidFill>
                  <a:schemeClr val="bg1"/>
                </a:solidFill>
                <a:latin typeface="Comic Sans MS"/>
              </a:rPr>
              <a:t>prepiše</a:t>
            </a:r>
            <a:r>
              <a:rPr lang="en-US" sz="2000" dirty="0">
                <a:solidFill>
                  <a:schemeClr val="bg1"/>
                </a:solidFill>
                <a:latin typeface="Comic Sans MS"/>
              </a:rPr>
              <a:t> </a:t>
            </a:r>
            <a:r>
              <a:rPr lang="en-US" sz="2000" dirty="0" err="1">
                <a:solidFill>
                  <a:schemeClr val="bg1"/>
                </a:solidFill>
                <a:latin typeface="Comic Sans MS"/>
              </a:rPr>
              <a:t>pacijentima</a:t>
            </a:r>
            <a:r>
              <a:rPr lang="en-US" sz="2000" dirty="0">
                <a:solidFill>
                  <a:schemeClr val="bg1"/>
                </a:solidFill>
                <a:latin typeface="Comic Sans MS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mic Sans MS"/>
              </a:rPr>
              <a:t>kao</a:t>
            </a:r>
            <a:r>
              <a:rPr lang="en-US" sz="2000" dirty="0">
                <a:solidFill>
                  <a:schemeClr val="bg1"/>
                </a:solidFill>
                <a:latin typeface="Comic Sans MS"/>
              </a:rPr>
              <a:t> </a:t>
            </a:r>
            <a:r>
              <a:rPr lang="en-US" sz="2000" dirty="0" err="1">
                <a:solidFill>
                  <a:schemeClr val="bg1"/>
                </a:solidFill>
                <a:latin typeface="Comic Sans MS"/>
              </a:rPr>
              <a:t>digitalni</a:t>
            </a:r>
            <a:r>
              <a:rPr lang="en-US" sz="2000" dirty="0">
                <a:solidFill>
                  <a:schemeClr val="bg1"/>
                </a:solidFill>
                <a:latin typeface="Comic Sans MS"/>
              </a:rPr>
              <a:t> lek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Comic Sans MS"/>
              </a:rPr>
              <a:t>Finansiran</a:t>
            </a:r>
            <a:r>
              <a:rPr lang="en-US" sz="2000" dirty="0">
                <a:solidFill>
                  <a:schemeClr val="bg1"/>
                </a:solidFill>
                <a:latin typeface="Comic Sans MS"/>
              </a:rPr>
              <a:t> je </a:t>
            </a:r>
            <a:r>
              <a:rPr lang="en-US" sz="2000" dirty="0" err="1">
                <a:solidFill>
                  <a:schemeClr val="bg1"/>
                </a:solidFill>
                <a:latin typeface="Comic Sans MS"/>
              </a:rPr>
              <a:t>iz</a:t>
            </a:r>
            <a:r>
              <a:rPr lang="en-US" sz="2000" dirty="0">
                <a:solidFill>
                  <a:schemeClr val="bg1"/>
                </a:solidFill>
                <a:latin typeface="Comic Sans MS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mic Sans MS"/>
              </a:rPr>
              <a:t>budžeta</a:t>
            </a:r>
            <a:r>
              <a:rPr lang="en-US" sz="2000" dirty="0">
                <a:solidFill>
                  <a:schemeClr val="bg1"/>
                </a:solidFill>
                <a:latin typeface="Comic Sans MS"/>
              </a:rPr>
              <a:t> </a:t>
            </a:r>
            <a:r>
              <a:rPr lang="en-US" sz="2000" dirty="0" err="1">
                <a:solidFill>
                  <a:schemeClr val="bg1"/>
                </a:solidFill>
                <a:latin typeface="Comic Sans MS"/>
              </a:rPr>
              <a:t>zdravstvenih</a:t>
            </a:r>
            <a:r>
              <a:rPr lang="en-US" sz="2000" dirty="0">
                <a:solidFill>
                  <a:schemeClr val="bg1"/>
                </a:solidFill>
                <a:latin typeface="Comic Sans MS"/>
              </a:rPr>
              <a:t> </a:t>
            </a:r>
            <a:r>
              <a:rPr lang="sr-Latn-RS" sz="2000" dirty="0">
                <a:solidFill>
                  <a:schemeClr val="bg1"/>
                </a:solidFill>
                <a:latin typeface="Comic Sans MS"/>
              </a:rPr>
              <a:t>i</a:t>
            </a:r>
            <a:r>
              <a:rPr lang="en-US" sz="2000" dirty="0">
                <a:solidFill>
                  <a:schemeClr val="bg1"/>
                </a:solidFill>
                <a:latin typeface="Comic Sans MS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mic Sans MS"/>
              </a:rPr>
              <a:t>farmacutskih</a:t>
            </a:r>
            <a:r>
              <a:rPr lang="en-US" sz="2000" dirty="0">
                <a:solidFill>
                  <a:schemeClr val="bg1"/>
                </a:solidFill>
                <a:latin typeface="Comic Sans MS"/>
              </a:rPr>
              <a:t> </a:t>
            </a:r>
            <a:r>
              <a:rPr lang="en-US" sz="2000" dirty="0" err="1">
                <a:solidFill>
                  <a:schemeClr val="bg1"/>
                </a:solidFill>
                <a:latin typeface="Comic Sans MS"/>
              </a:rPr>
              <a:t>organizacija</a:t>
            </a:r>
            <a:r>
              <a:rPr lang="en-US" sz="2000" dirty="0">
                <a:solidFill>
                  <a:schemeClr val="bg1"/>
                </a:solidFill>
                <a:latin typeface="Comic Sans MS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mic Sans MS"/>
              </a:rPr>
              <a:t>kao</a:t>
            </a:r>
            <a:r>
              <a:rPr lang="en-US" sz="2000" dirty="0">
                <a:solidFill>
                  <a:schemeClr val="bg1"/>
                </a:solidFill>
                <a:latin typeface="Comic Sans MS"/>
              </a:rPr>
              <a:t> </a:t>
            </a:r>
            <a:r>
              <a:rPr lang="sr-Latn-RS" sz="2000" dirty="0">
                <a:solidFill>
                  <a:schemeClr val="bg1"/>
                </a:solidFill>
                <a:latin typeface="Comic Sans MS"/>
              </a:rPr>
              <a:t>i</a:t>
            </a:r>
            <a:r>
              <a:rPr lang="en-US" sz="2000" dirty="0">
                <a:solidFill>
                  <a:schemeClr val="bg1"/>
                </a:solidFill>
                <a:latin typeface="Comic Sans MS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mic Sans MS"/>
              </a:rPr>
              <a:t>osiguravajućih</a:t>
            </a:r>
            <a:r>
              <a:rPr lang="en-US" sz="2000" dirty="0">
                <a:solidFill>
                  <a:schemeClr val="bg1"/>
                </a:solidFill>
                <a:latin typeface="Comic Sans MS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mic Sans MS"/>
              </a:rPr>
              <a:t>kuća</a:t>
            </a:r>
            <a:endParaRPr lang="en-US" sz="2000" dirty="0">
              <a:solidFill>
                <a:schemeClr val="bg1"/>
              </a:solidFill>
              <a:latin typeface="Comic Sans MS"/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omic Sans MS"/>
              </a:rPr>
              <a:t>U </a:t>
            </a:r>
            <a:r>
              <a:rPr lang="en-US" sz="2000" dirty="0" err="1">
                <a:solidFill>
                  <a:schemeClr val="bg1"/>
                </a:solidFill>
                <a:latin typeface="Comic Sans MS"/>
              </a:rPr>
              <a:t>razgovorima</a:t>
            </a:r>
            <a:r>
              <a:rPr lang="en-US" sz="2000" dirty="0">
                <a:solidFill>
                  <a:schemeClr val="bg1"/>
                </a:solidFill>
                <a:latin typeface="Comic Sans MS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mic Sans MS"/>
              </a:rPr>
              <a:t>koristi</a:t>
            </a:r>
            <a:r>
              <a:rPr lang="en-US" sz="2000" dirty="0">
                <a:solidFill>
                  <a:schemeClr val="bg1"/>
                </a:solidFill>
                <a:latin typeface="Comic Sans MS"/>
              </a:rPr>
              <a:t> </a:t>
            </a:r>
            <a:r>
              <a:rPr lang="en-US" sz="2000" dirty="0" err="1">
                <a:solidFill>
                  <a:schemeClr val="bg1"/>
                </a:solidFill>
                <a:latin typeface="Comic Sans MS"/>
              </a:rPr>
              <a:t>principe</a:t>
            </a:r>
            <a:r>
              <a:rPr lang="en-US" sz="2000" dirty="0">
                <a:solidFill>
                  <a:schemeClr val="bg1"/>
                </a:solidFill>
                <a:latin typeface="Comic Sans MS"/>
              </a:rPr>
              <a:t> </a:t>
            </a:r>
            <a:r>
              <a:rPr lang="en-US" sz="2000" dirty="0" err="1">
                <a:solidFill>
                  <a:schemeClr val="bg1"/>
                </a:solidFill>
                <a:latin typeface="Comic Sans MS"/>
              </a:rPr>
              <a:t>iz</a:t>
            </a:r>
            <a:r>
              <a:rPr lang="en-US" sz="2000" dirty="0">
                <a:solidFill>
                  <a:schemeClr val="bg1"/>
                </a:solidFill>
                <a:latin typeface="Comic Sans MS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mic Sans MS"/>
              </a:rPr>
              <a:t>klasične</a:t>
            </a:r>
            <a:r>
              <a:rPr lang="en-US" sz="2000" dirty="0">
                <a:solidFill>
                  <a:schemeClr val="bg1"/>
                </a:solidFill>
                <a:latin typeface="Comic Sans MS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mic Sans MS"/>
              </a:rPr>
              <a:t>psihoterapije</a:t>
            </a:r>
            <a:endParaRPr lang="en-US" sz="2000" dirty="0">
              <a:solidFill>
                <a:schemeClr val="bg1"/>
              </a:solidFill>
              <a:latin typeface="Comic Sans MS"/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60289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E2D9CA0-1791-40C7-A419-1A0FC27F1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Diskusija</a:t>
            </a:r>
          </a:p>
        </p:txBody>
      </p:sp>
      <p:graphicFrame>
        <p:nvGraphicFramePr>
          <p:cNvPr id="9" name="Content Placeholder 4" descr="timeline SmartArt graphic">
            <a:extLst>
              <a:ext uri="{FF2B5EF4-FFF2-40B4-BE49-F238E27FC236}">
                <a16:creationId xmlns:a16="http://schemas.microsoft.com/office/drawing/2014/main" id="{F1FE7965-FFF1-4D76-8410-67C3D79059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9790731"/>
              </p:ext>
            </p:extLst>
          </p:nvPr>
        </p:nvGraphicFramePr>
        <p:xfrm>
          <a:off x="841375" y="2305050"/>
          <a:ext cx="10515600" cy="3876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1BFD0-E989-4A8A-BFF6-3E2CFC5F4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03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683CD-059C-4A3C-8337-1053A0665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Hvala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pažnji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03B7BE-39F6-40AC-AB8F-9F8D5C70A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905978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30">
      <a:majorFont>
        <a:latin typeface="The Serif Hand Black"/>
        <a:ea typeface=""/>
        <a:cs typeface=""/>
      </a:majorFont>
      <a:minorFont>
        <a:latin typeface="The Hand Blac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D8A49B05-820E-4F16-BCC1-12B2E13002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5A595FF-F2D2-434C-A89B-B6A4364C47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2AD9EFA-E074-4C2F-8F25-BF862B8AB684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TM00621257</Template>
  <TotalTime>0</TotalTime>
  <Words>352</Words>
  <Application>Microsoft Office PowerPoint</Application>
  <PresentationFormat>Widescreen</PresentationFormat>
  <Paragraphs>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Comic Sans MS</vt:lpstr>
      <vt:lpstr>The Hand Black</vt:lpstr>
      <vt:lpstr>The Serif Hand Black</vt:lpstr>
      <vt:lpstr>SketchyVTI</vt:lpstr>
      <vt:lpstr>Chatbot-Ovi I pandemija usamljnosti</vt:lpstr>
      <vt:lpstr>PowerPoint Presentation</vt:lpstr>
      <vt:lpstr>Uvod</vt:lpstr>
      <vt:lpstr>Replika</vt:lpstr>
      <vt:lpstr>Replika - prednosti</vt:lpstr>
      <vt:lpstr>Replika</vt:lpstr>
      <vt:lpstr>Replika - zanimljivosti</vt:lpstr>
      <vt:lpstr>Chatbot-ovi za dostupniju psihološku pomoć</vt:lpstr>
      <vt:lpstr>Chatbot-ovi  za dostupniju  psihološku pomoć</vt:lpstr>
      <vt:lpstr>Woebot – The mental health ally</vt:lpstr>
      <vt:lpstr>Woebot - the mental health ally</vt:lpstr>
      <vt:lpstr>Diskusija</vt:lpstr>
      <vt:lpstr>Hvala na pažnji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User</cp:lastModifiedBy>
  <cp:revision>735</cp:revision>
  <dcterms:created xsi:type="dcterms:W3CDTF">2026-06-15T17:16:20Z</dcterms:created>
  <dcterms:modified xsi:type="dcterms:W3CDTF">2026-06-16T08:39:20Z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